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17"/>
  </p:notesMasterIdLst>
  <p:sldIdLst>
    <p:sldId id="256" r:id="rId2"/>
    <p:sldId id="296" r:id="rId3"/>
    <p:sldId id="257" r:id="rId4"/>
    <p:sldId id="297" r:id="rId5"/>
    <p:sldId id="258" r:id="rId6"/>
    <p:sldId id="298" r:id="rId7"/>
    <p:sldId id="259" r:id="rId8"/>
    <p:sldId id="260" r:id="rId9"/>
    <p:sldId id="300" r:id="rId10"/>
    <p:sldId id="301" r:id="rId11"/>
    <p:sldId id="262" r:id="rId12"/>
    <p:sldId id="303" r:id="rId13"/>
    <p:sldId id="304" r:id="rId14"/>
    <p:sldId id="263" r:id="rId15"/>
    <p:sldId id="305" r:id="rId16"/>
  </p:sldIdLst>
  <p:sldSz cx="14616113" cy="8237538"/>
  <p:notesSz cx="6858000" cy="9144000"/>
  <p:embeddedFontLst>
    <p:embeddedFont>
      <p:font typeface="Sora ExtraBold" panose="020B0604020202020204" charset="0"/>
      <p:bold r:id="rId18"/>
    </p:embeddedFont>
    <p:embeddedFont>
      <p:font typeface="Open Sans" panose="020B0604020202020204" charset="0"/>
      <p:regular r:id="rId19"/>
      <p:bold r:id="rId20"/>
      <p:italic r:id="rId21"/>
      <p:boldItalic r:id="rId22"/>
    </p:embeddedFont>
    <p:embeddedFont>
      <p:font typeface="Sora" panose="020B0604020202020204" charset="0"/>
      <p:regular r:id="rId23"/>
      <p:bold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Arial Black" panose="020B0A04020102020204" pitchFamily="34" charset="0"/>
      <p:bold r:id="rId29"/>
    </p:embeddedFont>
    <p:embeddedFont>
      <p:font typeface="Cambria" panose="02040503050406030204" pitchFamily="18" charset="0"/>
      <p:regular r:id="rId30"/>
      <p:bold r:id="rId31"/>
      <p:italic r:id="rId32"/>
      <p:boldItalic r:id="rId33"/>
    </p:embeddedFont>
    <p:embeddedFont>
      <p:font typeface="Alexandria" panose="020B0604020202020204" charset="0"/>
      <p:regular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23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23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23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23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23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23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23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23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23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Section par défaut" id="{CBE78574-CCAC-460A-833E-7D7D8EAD3377}">
          <p14:sldIdLst>
            <p14:sldId id="256"/>
            <p14:sldId id="296"/>
            <p14:sldId id="257"/>
            <p14:sldId id="297"/>
            <p14:sldId id="258"/>
            <p14:sldId id="298"/>
            <p14:sldId id="259"/>
            <p14:sldId id="260"/>
            <p14:sldId id="300"/>
            <p14:sldId id="301"/>
            <p14:sldId id="262"/>
            <p14:sldId id="303"/>
            <p14:sldId id="304"/>
            <p14:sldId id="263"/>
            <p14:sldId id="3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595" userDrawn="1">
          <p15:clr>
            <a:srgbClr val="747775"/>
          </p15:clr>
        </p15:guide>
        <p15:guide id="2" pos="4604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9966"/>
    <a:srgbClr val="42AFB6"/>
    <a:srgbClr val="0ACCC7"/>
    <a:srgbClr val="E5F1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69BF1BE-6E88-4A07-B85F-9A4E17DB90AA}">
  <a:tblStyle styleId="{A69BF1BE-6E88-4A07-B85F-9A4E17DB90A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C445397-4A33-4C66-B6C3-1315FE03C5C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168" y="24"/>
      </p:cViewPr>
      <p:guideLst>
        <p:guide orient="horz" pos="2595"/>
        <p:guide pos="46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7350" y="685800"/>
            <a:ext cx="6083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23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23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23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23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23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23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23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23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2239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8026b66ec5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7350" y="685800"/>
            <a:ext cx="6083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28026b66ec5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10f9e629ec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7350" y="685800"/>
            <a:ext cx="6083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10f9e629ec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0f9e629ec3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7350" y="685800"/>
            <a:ext cx="6083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0f9e629ec3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111e7c571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7350" y="685800"/>
            <a:ext cx="6083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111e7c571f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1258269c9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7350" y="685800"/>
            <a:ext cx="6083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21258269c9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1258269c9b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7350" y="685800"/>
            <a:ext cx="6083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1258269c9b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1258269c9b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7350" y="685800"/>
            <a:ext cx="6083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1258269c9b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14019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140bdeeea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7350" y="685800"/>
            <a:ext cx="6083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2140bdeeea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254454" y="2179340"/>
            <a:ext cx="7842254" cy="26925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254454" y="5243895"/>
            <a:ext cx="7842254" cy="6491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-7951736" flipH="1">
            <a:off x="5631422" y="-2888848"/>
            <a:ext cx="11286989" cy="8644353"/>
          </a:xfrm>
          <a:custGeom>
            <a:avLst/>
            <a:gdLst/>
            <a:ahLst/>
            <a:cxnLst/>
            <a:rect l="l" t="t" r="r" b="b"/>
            <a:pathLst>
              <a:path w="143718" h="110283" extrusionOk="0">
                <a:moveTo>
                  <a:pt x="1276" y="1047"/>
                </a:moveTo>
                <a:lnTo>
                  <a:pt x="17534" y="16565"/>
                </a:lnTo>
                <a:cubicBezTo>
                  <a:pt x="17483" y="16667"/>
                  <a:pt x="17457" y="16743"/>
                  <a:pt x="17432" y="16845"/>
                </a:cubicBezTo>
                <a:lnTo>
                  <a:pt x="1889" y="17279"/>
                </a:lnTo>
                <a:cubicBezTo>
                  <a:pt x="1812" y="16845"/>
                  <a:pt x="1480" y="16514"/>
                  <a:pt x="1046" y="16462"/>
                </a:cubicBezTo>
                <a:lnTo>
                  <a:pt x="1046" y="1149"/>
                </a:lnTo>
                <a:cubicBezTo>
                  <a:pt x="1123" y="1124"/>
                  <a:pt x="1225" y="1098"/>
                  <a:pt x="1276" y="1047"/>
                </a:cubicBezTo>
                <a:close/>
                <a:moveTo>
                  <a:pt x="17432" y="17050"/>
                </a:moveTo>
                <a:cubicBezTo>
                  <a:pt x="17457" y="17177"/>
                  <a:pt x="17508" y="17279"/>
                  <a:pt x="17585" y="17381"/>
                </a:cubicBezTo>
                <a:lnTo>
                  <a:pt x="11638" y="24936"/>
                </a:lnTo>
                <a:cubicBezTo>
                  <a:pt x="11485" y="24859"/>
                  <a:pt x="11306" y="24808"/>
                  <a:pt x="11128" y="24808"/>
                </a:cubicBezTo>
                <a:cubicBezTo>
                  <a:pt x="10873" y="24808"/>
                  <a:pt x="10643" y="24910"/>
                  <a:pt x="10464" y="25064"/>
                </a:cubicBezTo>
                <a:lnTo>
                  <a:pt x="1736" y="17917"/>
                </a:lnTo>
                <a:cubicBezTo>
                  <a:pt x="1812" y="17790"/>
                  <a:pt x="1863" y="17637"/>
                  <a:pt x="1889" y="17483"/>
                </a:cubicBezTo>
                <a:lnTo>
                  <a:pt x="17432" y="17050"/>
                </a:lnTo>
                <a:close/>
                <a:moveTo>
                  <a:pt x="17764" y="17483"/>
                </a:moveTo>
                <a:cubicBezTo>
                  <a:pt x="17840" y="17534"/>
                  <a:pt x="17942" y="17585"/>
                  <a:pt x="18070" y="17585"/>
                </a:cubicBezTo>
                <a:cubicBezTo>
                  <a:pt x="18070" y="17585"/>
                  <a:pt x="18095" y="17560"/>
                  <a:pt x="18121" y="17560"/>
                </a:cubicBezTo>
                <a:lnTo>
                  <a:pt x="20061" y="25089"/>
                </a:lnTo>
                <a:lnTo>
                  <a:pt x="12047" y="25574"/>
                </a:lnTo>
                <a:cubicBezTo>
                  <a:pt x="12021" y="25395"/>
                  <a:pt x="11919" y="25191"/>
                  <a:pt x="11791" y="25064"/>
                </a:cubicBezTo>
                <a:lnTo>
                  <a:pt x="17764" y="17483"/>
                </a:lnTo>
                <a:close/>
                <a:moveTo>
                  <a:pt x="20112" y="25268"/>
                </a:moveTo>
                <a:lnTo>
                  <a:pt x="22460" y="34405"/>
                </a:lnTo>
                <a:cubicBezTo>
                  <a:pt x="22332" y="34456"/>
                  <a:pt x="22230" y="34507"/>
                  <a:pt x="22128" y="34609"/>
                </a:cubicBezTo>
                <a:lnTo>
                  <a:pt x="14726" y="28560"/>
                </a:lnTo>
                <a:lnTo>
                  <a:pt x="11919" y="26263"/>
                </a:lnTo>
                <a:cubicBezTo>
                  <a:pt x="12021" y="26135"/>
                  <a:pt x="12072" y="25957"/>
                  <a:pt x="12072" y="25778"/>
                </a:cubicBezTo>
                <a:lnTo>
                  <a:pt x="20112" y="25268"/>
                </a:lnTo>
                <a:close/>
                <a:moveTo>
                  <a:pt x="45507" y="23660"/>
                </a:moveTo>
                <a:cubicBezTo>
                  <a:pt x="45507" y="23711"/>
                  <a:pt x="45532" y="23762"/>
                  <a:pt x="45532" y="23787"/>
                </a:cubicBezTo>
                <a:lnTo>
                  <a:pt x="23583" y="34762"/>
                </a:lnTo>
                <a:cubicBezTo>
                  <a:pt x="23404" y="34507"/>
                  <a:pt x="23123" y="34328"/>
                  <a:pt x="22792" y="34328"/>
                </a:cubicBezTo>
                <a:cubicBezTo>
                  <a:pt x="22741" y="34328"/>
                  <a:pt x="22690" y="34328"/>
                  <a:pt x="22664" y="34354"/>
                </a:cubicBezTo>
                <a:lnTo>
                  <a:pt x="20316" y="25242"/>
                </a:lnTo>
                <a:lnTo>
                  <a:pt x="45507" y="23660"/>
                </a:lnTo>
                <a:close/>
                <a:moveTo>
                  <a:pt x="45634" y="23966"/>
                </a:moveTo>
                <a:cubicBezTo>
                  <a:pt x="45634" y="23992"/>
                  <a:pt x="45634" y="23992"/>
                  <a:pt x="45634" y="23992"/>
                </a:cubicBezTo>
                <a:lnTo>
                  <a:pt x="30908" y="36855"/>
                </a:lnTo>
                <a:lnTo>
                  <a:pt x="23736" y="35375"/>
                </a:lnTo>
                <a:cubicBezTo>
                  <a:pt x="23736" y="35349"/>
                  <a:pt x="23736" y="35298"/>
                  <a:pt x="23736" y="35273"/>
                </a:cubicBezTo>
                <a:cubicBezTo>
                  <a:pt x="23736" y="35170"/>
                  <a:pt x="23710" y="35043"/>
                  <a:pt x="23685" y="34941"/>
                </a:cubicBezTo>
                <a:lnTo>
                  <a:pt x="45634" y="23966"/>
                </a:lnTo>
                <a:close/>
                <a:moveTo>
                  <a:pt x="1608" y="18070"/>
                </a:moveTo>
                <a:lnTo>
                  <a:pt x="10337" y="25217"/>
                </a:lnTo>
                <a:cubicBezTo>
                  <a:pt x="10235" y="25370"/>
                  <a:pt x="10183" y="25548"/>
                  <a:pt x="10183" y="25753"/>
                </a:cubicBezTo>
                <a:cubicBezTo>
                  <a:pt x="10183" y="26008"/>
                  <a:pt x="10311" y="26238"/>
                  <a:pt x="10464" y="26416"/>
                </a:cubicBezTo>
                <a:lnTo>
                  <a:pt x="1455" y="37876"/>
                </a:lnTo>
                <a:cubicBezTo>
                  <a:pt x="1327" y="37799"/>
                  <a:pt x="1200" y="37774"/>
                  <a:pt x="1046" y="37748"/>
                </a:cubicBezTo>
                <a:lnTo>
                  <a:pt x="1046" y="18351"/>
                </a:lnTo>
                <a:cubicBezTo>
                  <a:pt x="1276" y="18326"/>
                  <a:pt x="1455" y="18224"/>
                  <a:pt x="1608" y="18070"/>
                </a:cubicBezTo>
                <a:close/>
                <a:moveTo>
                  <a:pt x="11791" y="26416"/>
                </a:moveTo>
                <a:lnTo>
                  <a:pt x="21924" y="34686"/>
                </a:lnTo>
                <a:lnTo>
                  <a:pt x="22000" y="34762"/>
                </a:lnTo>
                <a:cubicBezTo>
                  <a:pt x="21898" y="34915"/>
                  <a:pt x="21847" y="35094"/>
                  <a:pt x="21847" y="35273"/>
                </a:cubicBezTo>
                <a:cubicBezTo>
                  <a:pt x="21847" y="35298"/>
                  <a:pt x="21847" y="35324"/>
                  <a:pt x="21847" y="35324"/>
                </a:cubicBezTo>
                <a:lnTo>
                  <a:pt x="10822" y="37034"/>
                </a:lnTo>
                <a:lnTo>
                  <a:pt x="1863" y="38437"/>
                </a:lnTo>
                <a:cubicBezTo>
                  <a:pt x="1812" y="38284"/>
                  <a:pt x="1736" y="38131"/>
                  <a:pt x="1608" y="38003"/>
                </a:cubicBezTo>
                <a:lnTo>
                  <a:pt x="10643" y="26544"/>
                </a:lnTo>
                <a:cubicBezTo>
                  <a:pt x="10770" y="26620"/>
                  <a:pt x="10949" y="26697"/>
                  <a:pt x="11128" y="26697"/>
                </a:cubicBezTo>
                <a:cubicBezTo>
                  <a:pt x="11383" y="26697"/>
                  <a:pt x="11638" y="26569"/>
                  <a:pt x="11791" y="26416"/>
                </a:cubicBezTo>
                <a:close/>
                <a:moveTo>
                  <a:pt x="45762" y="24145"/>
                </a:moveTo>
                <a:cubicBezTo>
                  <a:pt x="45915" y="24272"/>
                  <a:pt x="46119" y="24349"/>
                  <a:pt x="46323" y="24349"/>
                </a:cubicBezTo>
                <a:cubicBezTo>
                  <a:pt x="46400" y="24349"/>
                  <a:pt x="46476" y="24349"/>
                  <a:pt x="46553" y="24323"/>
                </a:cubicBezTo>
                <a:lnTo>
                  <a:pt x="52985" y="40734"/>
                </a:lnTo>
                <a:cubicBezTo>
                  <a:pt x="52781" y="40836"/>
                  <a:pt x="52602" y="41041"/>
                  <a:pt x="52525" y="41270"/>
                </a:cubicBezTo>
                <a:lnTo>
                  <a:pt x="31163" y="36906"/>
                </a:lnTo>
                <a:lnTo>
                  <a:pt x="45762" y="24145"/>
                </a:lnTo>
                <a:close/>
                <a:moveTo>
                  <a:pt x="23685" y="35579"/>
                </a:moveTo>
                <a:lnTo>
                  <a:pt x="23813" y="35604"/>
                </a:lnTo>
                <a:lnTo>
                  <a:pt x="30729" y="37008"/>
                </a:lnTo>
                <a:lnTo>
                  <a:pt x="18836" y="47396"/>
                </a:lnTo>
                <a:cubicBezTo>
                  <a:pt x="18810" y="47370"/>
                  <a:pt x="18759" y="47345"/>
                  <a:pt x="18734" y="47319"/>
                </a:cubicBezTo>
                <a:lnTo>
                  <a:pt x="21158" y="40275"/>
                </a:lnTo>
                <a:lnTo>
                  <a:pt x="22562" y="36191"/>
                </a:lnTo>
                <a:cubicBezTo>
                  <a:pt x="22638" y="36217"/>
                  <a:pt x="22715" y="36217"/>
                  <a:pt x="22792" y="36217"/>
                </a:cubicBezTo>
                <a:cubicBezTo>
                  <a:pt x="23200" y="36217"/>
                  <a:pt x="23557" y="35962"/>
                  <a:pt x="23685" y="35579"/>
                </a:cubicBezTo>
                <a:close/>
                <a:moveTo>
                  <a:pt x="21873" y="35528"/>
                </a:moveTo>
                <a:cubicBezTo>
                  <a:pt x="21949" y="35783"/>
                  <a:pt x="22128" y="36013"/>
                  <a:pt x="22383" y="36140"/>
                </a:cubicBezTo>
                <a:lnTo>
                  <a:pt x="20980" y="40224"/>
                </a:lnTo>
                <a:lnTo>
                  <a:pt x="18555" y="47243"/>
                </a:lnTo>
                <a:lnTo>
                  <a:pt x="18453" y="47243"/>
                </a:lnTo>
                <a:cubicBezTo>
                  <a:pt x="18249" y="47243"/>
                  <a:pt x="18070" y="47345"/>
                  <a:pt x="17942" y="47498"/>
                </a:cubicBezTo>
                <a:lnTo>
                  <a:pt x="12404" y="44563"/>
                </a:lnTo>
                <a:lnTo>
                  <a:pt x="1812" y="39024"/>
                </a:lnTo>
                <a:cubicBezTo>
                  <a:pt x="1863" y="38922"/>
                  <a:pt x="1889" y="38820"/>
                  <a:pt x="1889" y="38693"/>
                </a:cubicBezTo>
                <a:cubicBezTo>
                  <a:pt x="1889" y="38667"/>
                  <a:pt x="1889" y="38641"/>
                  <a:pt x="1889" y="38641"/>
                </a:cubicBezTo>
                <a:lnTo>
                  <a:pt x="21873" y="35528"/>
                </a:lnTo>
                <a:close/>
                <a:moveTo>
                  <a:pt x="30959" y="37059"/>
                </a:moveTo>
                <a:lnTo>
                  <a:pt x="52474" y="41474"/>
                </a:lnTo>
                <a:cubicBezTo>
                  <a:pt x="52474" y="41500"/>
                  <a:pt x="52474" y="41551"/>
                  <a:pt x="52474" y="41577"/>
                </a:cubicBezTo>
                <a:cubicBezTo>
                  <a:pt x="52474" y="41602"/>
                  <a:pt x="52474" y="41602"/>
                  <a:pt x="52500" y="41628"/>
                </a:cubicBezTo>
                <a:lnTo>
                  <a:pt x="44282" y="43108"/>
                </a:lnTo>
                <a:lnTo>
                  <a:pt x="19014" y="47651"/>
                </a:lnTo>
                <a:cubicBezTo>
                  <a:pt x="18989" y="47600"/>
                  <a:pt x="18989" y="47574"/>
                  <a:pt x="18963" y="47523"/>
                </a:cubicBezTo>
                <a:lnTo>
                  <a:pt x="30959" y="37059"/>
                </a:lnTo>
                <a:close/>
                <a:moveTo>
                  <a:pt x="52653" y="42113"/>
                </a:moveTo>
                <a:cubicBezTo>
                  <a:pt x="52704" y="42189"/>
                  <a:pt x="52781" y="42240"/>
                  <a:pt x="52832" y="42317"/>
                </a:cubicBezTo>
                <a:lnTo>
                  <a:pt x="45992" y="53036"/>
                </a:lnTo>
                <a:cubicBezTo>
                  <a:pt x="45864" y="52985"/>
                  <a:pt x="45736" y="52934"/>
                  <a:pt x="45583" y="52934"/>
                </a:cubicBezTo>
                <a:cubicBezTo>
                  <a:pt x="45124" y="52934"/>
                  <a:pt x="44766" y="53240"/>
                  <a:pt x="44664" y="53623"/>
                </a:cubicBezTo>
                <a:lnTo>
                  <a:pt x="34864" y="52066"/>
                </a:lnTo>
                <a:lnTo>
                  <a:pt x="35604" y="51632"/>
                </a:lnTo>
                <a:lnTo>
                  <a:pt x="45966" y="45839"/>
                </a:lnTo>
                <a:lnTo>
                  <a:pt x="52653" y="42113"/>
                </a:lnTo>
                <a:close/>
                <a:moveTo>
                  <a:pt x="53010" y="42419"/>
                </a:moveTo>
                <a:cubicBezTo>
                  <a:pt x="53138" y="42470"/>
                  <a:pt x="53265" y="42521"/>
                  <a:pt x="53419" y="42521"/>
                </a:cubicBezTo>
                <a:cubicBezTo>
                  <a:pt x="53546" y="42521"/>
                  <a:pt x="53648" y="42495"/>
                  <a:pt x="53750" y="42444"/>
                </a:cubicBezTo>
                <a:lnTo>
                  <a:pt x="60616" y="56201"/>
                </a:lnTo>
                <a:lnTo>
                  <a:pt x="60616" y="56201"/>
                </a:lnTo>
                <a:lnTo>
                  <a:pt x="51709" y="54772"/>
                </a:lnTo>
                <a:lnTo>
                  <a:pt x="46502" y="53929"/>
                </a:lnTo>
                <a:cubicBezTo>
                  <a:pt x="46502" y="53904"/>
                  <a:pt x="46528" y="53904"/>
                  <a:pt x="46528" y="53878"/>
                </a:cubicBezTo>
                <a:cubicBezTo>
                  <a:pt x="46528" y="53572"/>
                  <a:pt x="46374" y="53317"/>
                  <a:pt x="46170" y="53138"/>
                </a:cubicBezTo>
                <a:lnTo>
                  <a:pt x="46579" y="52500"/>
                </a:lnTo>
                <a:lnTo>
                  <a:pt x="53010" y="42419"/>
                </a:lnTo>
                <a:close/>
                <a:moveTo>
                  <a:pt x="52525" y="41832"/>
                </a:moveTo>
                <a:cubicBezTo>
                  <a:pt x="52525" y="41857"/>
                  <a:pt x="52551" y="41908"/>
                  <a:pt x="52551" y="41934"/>
                </a:cubicBezTo>
                <a:lnTo>
                  <a:pt x="42163" y="47753"/>
                </a:lnTo>
                <a:lnTo>
                  <a:pt x="34557" y="51990"/>
                </a:lnTo>
                <a:lnTo>
                  <a:pt x="34430" y="51990"/>
                </a:lnTo>
                <a:lnTo>
                  <a:pt x="34455" y="52041"/>
                </a:lnTo>
                <a:lnTo>
                  <a:pt x="26901" y="56277"/>
                </a:lnTo>
                <a:lnTo>
                  <a:pt x="23557" y="58141"/>
                </a:lnTo>
                <a:cubicBezTo>
                  <a:pt x="23379" y="57911"/>
                  <a:pt x="23098" y="57732"/>
                  <a:pt x="22792" y="57732"/>
                </a:cubicBezTo>
                <a:cubicBezTo>
                  <a:pt x="22690" y="57732"/>
                  <a:pt x="22613" y="57758"/>
                  <a:pt x="22536" y="57783"/>
                </a:cubicBezTo>
                <a:lnTo>
                  <a:pt x="19857" y="51096"/>
                </a:lnTo>
                <a:lnTo>
                  <a:pt x="18759" y="48391"/>
                </a:lnTo>
                <a:cubicBezTo>
                  <a:pt x="18938" y="48263"/>
                  <a:pt x="19065" y="48085"/>
                  <a:pt x="19065" y="47855"/>
                </a:cubicBezTo>
                <a:lnTo>
                  <a:pt x="24987" y="46783"/>
                </a:lnTo>
                <a:lnTo>
                  <a:pt x="52525" y="41832"/>
                </a:lnTo>
                <a:close/>
                <a:moveTo>
                  <a:pt x="54108" y="42215"/>
                </a:moveTo>
                <a:lnTo>
                  <a:pt x="74909" y="58421"/>
                </a:lnTo>
                <a:cubicBezTo>
                  <a:pt x="74909" y="58447"/>
                  <a:pt x="74883" y="58472"/>
                  <a:pt x="74883" y="58498"/>
                </a:cubicBezTo>
                <a:lnTo>
                  <a:pt x="60871" y="56226"/>
                </a:lnTo>
                <a:lnTo>
                  <a:pt x="53929" y="42368"/>
                </a:lnTo>
                <a:cubicBezTo>
                  <a:pt x="54006" y="42317"/>
                  <a:pt x="54057" y="42266"/>
                  <a:pt x="54108" y="42215"/>
                </a:cubicBezTo>
                <a:close/>
                <a:moveTo>
                  <a:pt x="60973" y="56456"/>
                </a:moveTo>
                <a:lnTo>
                  <a:pt x="74858" y="58702"/>
                </a:lnTo>
                <a:lnTo>
                  <a:pt x="63321" y="61203"/>
                </a:lnTo>
                <a:lnTo>
                  <a:pt x="60973" y="56456"/>
                </a:lnTo>
                <a:close/>
                <a:moveTo>
                  <a:pt x="46476" y="54134"/>
                </a:moveTo>
                <a:lnTo>
                  <a:pt x="60718" y="56405"/>
                </a:lnTo>
                <a:lnTo>
                  <a:pt x="63117" y="61229"/>
                </a:lnTo>
                <a:lnTo>
                  <a:pt x="58447" y="62250"/>
                </a:lnTo>
                <a:cubicBezTo>
                  <a:pt x="58370" y="61969"/>
                  <a:pt x="58115" y="61790"/>
                  <a:pt x="57808" y="61790"/>
                </a:cubicBezTo>
                <a:cubicBezTo>
                  <a:pt x="57604" y="61790"/>
                  <a:pt x="57426" y="61867"/>
                  <a:pt x="57298" y="61995"/>
                </a:cubicBezTo>
                <a:lnTo>
                  <a:pt x="46400" y="54338"/>
                </a:lnTo>
                <a:cubicBezTo>
                  <a:pt x="46425" y="54261"/>
                  <a:pt x="46451" y="54185"/>
                  <a:pt x="46476" y="54134"/>
                </a:cubicBezTo>
                <a:close/>
                <a:moveTo>
                  <a:pt x="1736" y="39203"/>
                </a:moveTo>
                <a:lnTo>
                  <a:pt x="4543" y="40683"/>
                </a:lnTo>
                <a:lnTo>
                  <a:pt x="17866" y="47676"/>
                </a:lnTo>
                <a:cubicBezTo>
                  <a:pt x="17840" y="47727"/>
                  <a:pt x="17815" y="47779"/>
                  <a:pt x="17815" y="47855"/>
                </a:cubicBezTo>
                <a:cubicBezTo>
                  <a:pt x="17815" y="47983"/>
                  <a:pt x="17866" y="48085"/>
                  <a:pt x="17917" y="48187"/>
                </a:cubicBezTo>
                <a:lnTo>
                  <a:pt x="1940" y="62530"/>
                </a:lnTo>
                <a:lnTo>
                  <a:pt x="1582" y="62862"/>
                </a:lnTo>
                <a:cubicBezTo>
                  <a:pt x="1429" y="62735"/>
                  <a:pt x="1251" y="62633"/>
                  <a:pt x="1046" y="62607"/>
                </a:cubicBezTo>
                <a:lnTo>
                  <a:pt x="1046" y="39611"/>
                </a:lnTo>
                <a:cubicBezTo>
                  <a:pt x="1327" y="39586"/>
                  <a:pt x="1582" y="39433"/>
                  <a:pt x="1736" y="39203"/>
                </a:cubicBezTo>
                <a:close/>
                <a:moveTo>
                  <a:pt x="18070" y="48340"/>
                </a:moveTo>
                <a:cubicBezTo>
                  <a:pt x="18172" y="48417"/>
                  <a:pt x="18300" y="48468"/>
                  <a:pt x="18453" y="48468"/>
                </a:cubicBezTo>
                <a:lnTo>
                  <a:pt x="18580" y="48468"/>
                </a:lnTo>
                <a:lnTo>
                  <a:pt x="22358" y="57860"/>
                </a:lnTo>
                <a:cubicBezTo>
                  <a:pt x="22051" y="58013"/>
                  <a:pt x="21847" y="58319"/>
                  <a:pt x="21847" y="58677"/>
                </a:cubicBezTo>
                <a:cubicBezTo>
                  <a:pt x="21847" y="58728"/>
                  <a:pt x="21847" y="58753"/>
                  <a:pt x="21847" y="58779"/>
                </a:cubicBezTo>
                <a:lnTo>
                  <a:pt x="1838" y="63245"/>
                </a:lnTo>
                <a:cubicBezTo>
                  <a:pt x="1812" y="63169"/>
                  <a:pt x="1761" y="63066"/>
                  <a:pt x="1710" y="62990"/>
                </a:cubicBezTo>
                <a:lnTo>
                  <a:pt x="7019" y="58243"/>
                </a:lnTo>
                <a:lnTo>
                  <a:pt x="18070" y="48340"/>
                </a:lnTo>
                <a:close/>
                <a:moveTo>
                  <a:pt x="46272" y="54491"/>
                </a:moveTo>
                <a:lnTo>
                  <a:pt x="57196" y="62173"/>
                </a:lnTo>
                <a:cubicBezTo>
                  <a:pt x="57145" y="62275"/>
                  <a:pt x="57119" y="62377"/>
                  <a:pt x="57119" y="62479"/>
                </a:cubicBezTo>
                <a:cubicBezTo>
                  <a:pt x="57119" y="62505"/>
                  <a:pt x="57119" y="62505"/>
                  <a:pt x="57119" y="62530"/>
                </a:cubicBezTo>
                <a:lnTo>
                  <a:pt x="46732" y="64776"/>
                </a:lnTo>
                <a:cubicBezTo>
                  <a:pt x="46604" y="64419"/>
                  <a:pt x="46298" y="64164"/>
                  <a:pt x="45915" y="64113"/>
                </a:cubicBezTo>
                <a:lnTo>
                  <a:pt x="45685" y="54823"/>
                </a:lnTo>
                <a:cubicBezTo>
                  <a:pt x="45915" y="54797"/>
                  <a:pt x="46145" y="54670"/>
                  <a:pt x="46272" y="54491"/>
                </a:cubicBezTo>
                <a:close/>
                <a:moveTo>
                  <a:pt x="99206" y="51607"/>
                </a:moveTo>
                <a:lnTo>
                  <a:pt x="118960" y="60872"/>
                </a:lnTo>
                <a:cubicBezTo>
                  <a:pt x="118935" y="60948"/>
                  <a:pt x="118935" y="61025"/>
                  <a:pt x="118935" y="61101"/>
                </a:cubicBezTo>
                <a:cubicBezTo>
                  <a:pt x="118935" y="61127"/>
                  <a:pt x="118935" y="61127"/>
                  <a:pt x="118935" y="61152"/>
                </a:cubicBezTo>
                <a:lnTo>
                  <a:pt x="103009" y="64802"/>
                </a:lnTo>
                <a:lnTo>
                  <a:pt x="98772" y="51990"/>
                </a:lnTo>
                <a:cubicBezTo>
                  <a:pt x="98951" y="51913"/>
                  <a:pt x="99104" y="51760"/>
                  <a:pt x="99206" y="51607"/>
                </a:cubicBezTo>
                <a:close/>
                <a:moveTo>
                  <a:pt x="34685" y="52219"/>
                </a:moveTo>
                <a:lnTo>
                  <a:pt x="44639" y="53827"/>
                </a:lnTo>
                <a:cubicBezTo>
                  <a:pt x="44639" y="53853"/>
                  <a:pt x="44639" y="53853"/>
                  <a:pt x="44639" y="53878"/>
                </a:cubicBezTo>
                <a:cubicBezTo>
                  <a:pt x="44639" y="54185"/>
                  <a:pt x="44766" y="54440"/>
                  <a:pt x="44996" y="54619"/>
                </a:cubicBezTo>
                <a:lnTo>
                  <a:pt x="40989" y="60897"/>
                </a:lnTo>
                <a:lnTo>
                  <a:pt x="37493" y="66333"/>
                </a:lnTo>
                <a:cubicBezTo>
                  <a:pt x="37416" y="66308"/>
                  <a:pt x="37339" y="66282"/>
                  <a:pt x="37237" y="66257"/>
                </a:cubicBezTo>
                <a:lnTo>
                  <a:pt x="34685" y="52219"/>
                </a:lnTo>
                <a:close/>
                <a:moveTo>
                  <a:pt x="34481" y="52270"/>
                </a:moveTo>
                <a:lnTo>
                  <a:pt x="37033" y="66282"/>
                </a:lnTo>
                <a:cubicBezTo>
                  <a:pt x="36906" y="66308"/>
                  <a:pt x="36778" y="66359"/>
                  <a:pt x="36676" y="66461"/>
                </a:cubicBezTo>
                <a:lnTo>
                  <a:pt x="23659" y="59059"/>
                </a:lnTo>
                <a:cubicBezTo>
                  <a:pt x="23710" y="58957"/>
                  <a:pt x="23736" y="58830"/>
                  <a:pt x="23736" y="58677"/>
                </a:cubicBezTo>
                <a:cubicBezTo>
                  <a:pt x="23736" y="58549"/>
                  <a:pt x="23710" y="58421"/>
                  <a:pt x="23659" y="58319"/>
                </a:cubicBezTo>
                <a:lnTo>
                  <a:pt x="34481" y="52270"/>
                </a:lnTo>
                <a:close/>
                <a:moveTo>
                  <a:pt x="97624" y="51683"/>
                </a:moveTo>
                <a:cubicBezTo>
                  <a:pt x="97726" y="51811"/>
                  <a:pt x="97879" y="51939"/>
                  <a:pt x="98057" y="51990"/>
                </a:cubicBezTo>
                <a:lnTo>
                  <a:pt x="94229" y="66206"/>
                </a:lnTo>
                <a:lnTo>
                  <a:pt x="94127" y="66206"/>
                </a:lnTo>
                <a:cubicBezTo>
                  <a:pt x="93872" y="66206"/>
                  <a:pt x="93668" y="66333"/>
                  <a:pt x="93540" y="66538"/>
                </a:cubicBezTo>
                <a:lnTo>
                  <a:pt x="81162" y="61101"/>
                </a:lnTo>
                <a:lnTo>
                  <a:pt x="97624" y="51683"/>
                </a:lnTo>
                <a:close/>
                <a:moveTo>
                  <a:pt x="98593" y="52041"/>
                </a:moveTo>
                <a:lnTo>
                  <a:pt x="102805" y="64828"/>
                </a:lnTo>
                <a:lnTo>
                  <a:pt x="94791" y="66665"/>
                </a:lnTo>
                <a:cubicBezTo>
                  <a:pt x="94714" y="66486"/>
                  <a:pt x="94586" y="66333"/>
                  <a:pt x="94408" y="66257"/>
                </a:cubicBezTo>
                <a:lnTo>
                  <a:pt x="98236" y="52041"/>
                </a:lnTo>
                <a:cubicBezTo>
                  <a:pt x="98287" y="52066"/>
                  <a:pt x="98338" y="52066"/>
                  <a:pt x="98389" y="52066"/>
                </a:cubicBezTo>
                <a:cubicBezTo>
                  <a:pt x="98466" y="52066"/>
                  <a:pt x="98517" y="52066"/>
                  <a:pt x="98593" y="52041"/>
                </a:cubicBezTo>
                <a:close/>
                <a:moveTo>
                  <a:pt x="45149" y="54721"/>
                </a:moveTo>
                <a:cubicBezTo>
                  <a:pt x="45251" y="54772"/>
                  <a:pt x="45379" y="54797"/>
                  <a:pt x="45507" y="54823"/>
                </a:cubicBezTo>
                <a:lnTo>
                  <a:pt x="45711" y="64138"/>
                </a:lnTo>
                <a:cubicBezTo>
                  <a:pt x="45251" y="64189"/>
                  <a:pt x="44894" y="64572"/>
                  <a:pt x="44894" y="65057"/>
                </a:cubicBezTo>
                <a:cubicBezTo>
                  <a:pt x="44894" y="65108"/>
                  <a:pt x="44894" y="65134"/>
                  <a:pt x="44894" y="65159"/>
                </a:cubicBezTo>
                <a:lnTo>
                  <a:pt x="37850" y="66691"/>
                </a:lnTo>
                <a:cubicBezTo>
                  <a:pt x="37799" y="66589"/>
                  <a:pt x="37748" y="66512"/>
                  <a:pt x="37671" y="66461"/>
                </a:cubicBezTo>
                <a:lnTo>
                  <a:pt x="40223" y="62454"/>
                </a:lnTo>
                <a:lnTo>
                  <a:pt x="45149" y="54721"/>
                </a:lnTo>
                <a:close/>
                <a:moveTo>
                  <a:pt x="74909" y="58906"/>
                </a:moveTo>
                <a:cubicBezTo>
                  <a:pt x="74909" y="58957"/>
                  <a:pt x="74960" y="59008"/>
                  <a:pt x="74985" y="59059"/>
                </a:cubicBezTo>
                <a:lnTo>
                  <a:pt x="67635" y="68248"/>
                </a:lnTo>
                <a:cubicBezTo>
                  <a:pt x="67507" y="68145"/>
                  <a:pt x="67328" y="68094"/>
                  <a:pt x="67150" y="68094"/>
                </a:cubicBezTo>
                <a:cubicBezTo>
                  <a:pt x="67022" y="68094"/>
                  <a:pt x="66920" y="68120"/>
                  <a:pt x="66818" y="68145"/>
                </a:cubicBezTo>
                <a:lnTo>
                  <a:pt x="63423" y="61382"/>
                </a:lnTo>
                <a:lnTo>
                  <a:pt x="74909" y="58906"/>
                </a:lnTo>
                <a:close/>
                <a:moveTo>
                  <a:pt x="63219" y="61408"/>
                </a:moveTo>
                <a:lnTo>
                  <a:pt x="66614" y="68248"/>
                </a:lnTo>
                <a:cubicBezTo>
                  <a:pt x="66563" y="68299"/>
                  <a:pt x="66486" y="68350"/>
                  <a:pt x="66435" y="68426"/>
                </a:cubicBezTo>
                <a:lnTo>
                  <a:pt x="58421" y="62786"/>
                </a:lnTo>
                <a:cubicBezTo>
                  <a:pt x="58472" y="62709"/>
                  <a:pt x="58498" y="62582"/>
                  <a:pt x="58498" y="62479"/>
                </a:cubicBezTo>
                <a:cubicBezTo>
                  <a:pt x="58498" y="62454"/>
                  <a:pt x="58498" y="62454"/>
                  <a:pt x="58498" y="62428"/>
                </a:cubicBezTo>
                <a:lnTo>
                  <a:pt x="63219" y="61408"/>
                </a:lnTo>
                <a:close/>
                <a:moveTo>
                  <a:pt x="75878" y="59008"/>
                </a:moveTo>
                <a:lnTo>
                  <a:pt x="80728" y="61127"/>
                </a:lnTo>
                <a:lnTo>
                  <a:pt x="67915" y="68477"/>
                </a:lnTo>
                <a:cubicBezTo>
                  <a:pt x="67864" y="68452"/>
                  <a:pt x="67839" y="68401"/>
                  <a:pt x="67813" y="68375"/>
                </a:cubicBezTo>
                <a:lnTo>
                  <a:pt x="75138" y="59187"/>
                </a:lnTo>
                <a:cubicBezTo>
                  <a:pt x="75215" y="59213"/>
                  <a:pt x="75317" y="59238"/>
                  <a:pt x="75419" y="59238"/>
                </a:cubicBezTo>
                <a:cubicBezTo>
                  <a:pt x="75598" y="59238"/>
                  <a:pt x="75776" y="59136"/>
                  <a:pt x="75878" y="59008"/>
                </a:cubicBezTo>
                <a:close/>
                <a:moveTo>
                  <a:pt x="80957" y="61229"/>
                </a:moveTo>
                <a:lnTo>
                  <a:pt x="93463" y="66716"/>
                </a:lnTo>
                <a:cubicBezTo>
                  <a:pt x="93438" y="66767"/>
                  <a:pt x="93438" y="66818"/>
                  <a:pt x="93438" y="66869"/>
                </a:cubicBezTo>
                <a:lnTo>
                  <a:pt x="84964" y="67533"/>
                </a:lnTo>
                <a:lnTo>
                  <a:pt x="68069" y="68860"/>
                </a:lnTo>
                <a:cubicBezTo>
                  <a:pt x="68043" y="68783"/>
                  <a:pt x="68017" y="68732"/>
                  <a:pt x="67992" y="68656"/>
                </a:cubicBezTo>
                <a:lnTo>
                  <a:pt x="80957" y="61229"/>
                </a:lnTo>
                <a:close/>
                <a:moveTo>
                  <a:pt x="118986" y="61356"/>
                </a:moveTo>
                <a:lnTo>
                  <a:pt x="110997" y="65746"/>
                </a:lnTo>
                <a:lnTo>
                  <a:pt x="104515" y="69345"/>
                </a:lnTo>
                <a:lnTo>
                  <a:pt x="103060" y="64981"/>
                </a:lnTo>
                <a:lnTo>
                  <a:pt x="118986" y="61356"/>
                </a:lnTo>
                <a:close/>
                <a:moveTo>
                  <a:pt x="23557" y="59238"/>
                </a:moveTo>
                <a:lnTo>
                  <a:pt x="36548" y="66614"/>
                </a:lnTo>
                <a:cubicBezTo>
                  <a:pt x="36497" y="66742"/>
                  <a:pt x="36446" y="66844"/>
                  <a:pt x="36446" y="66997"/>
                </a:cubicBezTo>
                <a:cubicBezTo>
                  <a:pt x="36446" y="67227"/>
                  <a:pt x="36574" y="67456"/>
                  <a:pt x="36752" y="67584"/>
                </a:cubicBezTo>
                <a:lnTo>
                  <a:pt x="34175" y="72050"/>
                </a:lnTo>
                <a:lnTo>
                  <a:pt x="23481" y="59340"/>
                </a:lnTo>
                <a:cubicBezTo>
                  <a:pt x="23506" y="59315"/>
                  <a:pt x="23532" y="59264"/>
                  <a:pt x="23557" y="59238"/>
                </a:cubicBezTo>
                <a:close/>
                <a:moveTo>
                  <a:pt x="119088" y="61535"/>
                </a:moveTo>
                <a:cubicBezTo>
                  <a:pt x="119088" y="61561"/>
                  <a:pt x="119114" y="61586"/>
                  <a:pt x="119139" y="61612"/>
                </a:cubicBezTo>
                <a:lnTo>
                  <a:pt x="111891" y="71412"/>
                </a:lnTo>
                <a:lnTo>
                  <a:pt x="107705" y="77078"/>
                </a:lnTo>
                <a:cubicBezTo>
                  <a:pt x="107552" y="77002"/>
                  <a:pt x="107399" y="76951"/>
                  <a:pt x="107220" y="76951"/>
                </a:cubicBezTo>
                <a:cubicBezTo>
                  <a:pt x="107143" y="76951"/>
                  <a:pt x="107092" y="76951"/>
                  <a:pt x="107016" y="76976"/>
                </a:cubicBezTo>
                <a:lnTo>
                  <a:pt x="104566" y="69524"/>
                </a:lnTo>
                <a:lnTo>
                  <a:pt x="111431" y="65746"/>
                </a:lnTo>
                <a:lnTo>
                  <a:pt x="119088" y="61535"/>
                </a:lnTo>
                <a:close/>
                <a:moveTo>
                  <a:pt x="119981" y="61739"/>
                </a:moveTo>
                <a:lnTo>
                  <a:pt x="127664" y="73199"/>
                </a:lnTo>
                <a:lnTo>
                  <a:pt x="123172" y="78916"/>
                </a:lnTo>
                <a:lnTo>
                  <a:pt x="108164" y="77869"/>
                </a:lnTo>
                <a:cubicBezTo>
                  <a:pt x="108164" y="77614"/>
                  <a:pt x="108037" y="77385"/>
                  <a:pt x="107858" y="77206"/>
                </a:cubicBezTo>
                <a:lnTo>
                  <a:pt x="119318" y="61739"/>
                </a:lnTo>
                <a:cubicBezTo>
                  <a:pt x="119420" y="61790"/>
                  <a:pt x="119547" y="61816"/>
                  <a:pt x="119675" y="61816"/>
                </a:cubicBezTo>
                <a:cubicBezTo>
                  <a:pt x="119777" y="61816"/>
                  <a:pt x="119879" y="61790"/>
                  <a:pt x="119981" y="61739"/>
                </a:cubicBezTo>
                <a:close/>
                <a:moveTo>
                  <a:pt x="142288" y="55027"/>
                </a:moveTo>
                <a:cubicBezTo>
                  <a:pt x="142288" y="55052"/>
                  <a:pt x="142314" y="55052"/>
                  <a:pt x="142339" y="55052"/>
                </a:cubicBezTo>
                <a:lnTo>
                  <a:pt x="132283" y="78916"/>
                </a:lnTo>
                <a:cubicBezTo>
                  <a:pt x="132232" y="78916"/>
                  <a:pt x="132156" y="78890"/>
                  <a:pt x="132105" y="78890"/>
                </a:cubicBezTo>
                <a:cubicBezTo>
                  <a:pt x="131977" y="78890"/>
                  <a:pt x="131875" y="78916"/>
                  <a:pt x="131773" y="78967"/>
                </a:cubicBezTo>
                <a:lnTo>
                  <a:pt x="127919" y="73224"/>
                </a:lnTo>
                <a:lnTo>
                  <a:pt x="142288" y="55027"/>
                </a:lnTo>
                <a:close/>
                <a:moveTo>
                  <a:pt x="102881" y="65032"/>
                </a:moveTo>
                <a:lnTo>
                  <a:pt x="104336" y="69422"/>
                </a:lnTo>
                <a:lnTo>
                  <a:pt x="86955" y="78992"/>
                </a:lnTo>
                <a:cubicBezTo>
                  <a:pt x="86930" y="78967"/>
                  <a:pt x="86904" y="78941"/>
                  <a:pt x="86879" y="78916"/>
                </a:cubicBezTo>
                <a:lnTo>
                  <a:pt x="91268" y="71770"/>
                </a:lnTo>
                <a:lnTo>
                  <a:pt x="93846" y="67558"/>
                </a:lnTo>
                <a:cubicBezTo>
                  <a:pt x="93923" y="67609"/>
                  <a:pt x="94025" y="67609"/>
                  <a:pt x="94127" y="67609"/>
                </a:cubicBezTo>
                <a:cubicBezTo>
                  <a:pt x="94510" y="67609"/>
                  <a:pt x="94842" y="67303"/>
                  <a:pt x="94842" y="66920"/>
                </a:cubicBezTo>
                <a:cubicBezTo>
                  <a:pt x="94842" y="66895"/>
                  <a:pt x="94842" y="66869"/>
                  <a:pt x="94842" y="66844"/>
                </a:cubicBezTo>
                <a:lnTo>
                  <a:pt x="102881" y="65032"/>
                </a:lnTo>
                <a:close/>
                <a:moveTo>
                  <a:pt x="104387" y="69626"/>
                </a:moveTo>
                <a:lnTo>
                  <a:pt x="106837" y="77053"/>
                </a:lnTo>
                <a:cubicBezTo>
                  <a:pt x="106531" y="77180"/>
                  <a:pt x="106301" y="77512"/>
                  <a:pt x="106276" y="77869"/>
                </a:cubicBezTo>
                <a:lnTo>
                  <a:pt x="87083" y="79222"/>
                </a:lnTo>
                <a:cubicBezTo>
                  <a:pt x="87083" y="79197"/>
                  <a:pt x="87057" y="79197"/>
                  <a:pt x="87057" y="79171"/>
                </a:cubicBezTo>
                <a:lnTo>
                  <a:pt x="104387" y="69626"/>
                </a:lnTo>
                <a:close/>
                <a:moveTo>
                  <a:pt x="142518" y="55129"/>
                </a:moveTo>
                <a:cubicBezTo>
                  <a:pt x="142569" y="55155"/>
                  <a:pt x="142620" y="55180"/>
                  <a:pt x="142696" y="55180"/>
                </a:cubicBezTo>
                <a:lnTo>
                  <a:pt x="142696" y="77818"/>
                </a:lnTo>
                <a:lnTo>
                  <a:pt x="132794" y="79426"/>
                </a:lnTo>
                <a:cubicBezTo>
                  <a:pt x="132743" y="79248"/>
                  <a:pt x="132640" y="79095"/>
                  <a:pt x="132462" y="78992"/>
                </a:cubicBezTo>
                <a:lnTo>
                  <a:pt x="142518" y="55129"/>
                </a:lnTo>
                <a:close/>
                <a:moveTo>
                  <a:pt x="127791" y="73378"/>
                </a:moveTo>
                <a:lnTo>
                  <a:pt x="131620" y="79069"/>
                </a:lnTo>
                <a:cubicBezTo>
                  <a:pt x="131492" y="79171"/>
                  <a:pt x="131415" y="79324"/>
                  <a:pt x="131364" y="79477"/>
                </a:cubicBezTo>
                <a:lnTo>
                  <a:pt x="128914" y="79299"/>
                </a:lnTo>
                <a:lnTo>
                  <a:pt x="123401" y="78916"/>
                </a:lnTo>
                <a:lnTo>
                  <a:pt x="127791" y="73378"/>
                </a:lnTo>
                <a:close/>
                <a:moveTo>
                  <a:pt x="58319" y="62964"/>
                </a:moveTo>
                <a:lnTo>
                  <a:pt x="63959" y="66920"/>
                </a:lnTo>
                <a:lnTo>
                  <a:pt x="66307" y="68579"/>
                </a:lnTo>
                <a:cubicBezTo>
                  <a:pt x="66231" y="68707"/>
                  <a:pt x="66205" y="68860"/>
                  <a:pt x="66205" y="69039"/>
                </a:cubicBezTo>
                <a:cubicBezTo>
                  <a:pt x="66205" y="69447"/>
                  <a:pt x="66461" y="69779"/>
                  <a:pt x="66818" y="69906"/>
                </a:cubicBezTo>
                <a:lnTo>
                  <a:pt x="64674" y="78023"/>
                </a:lnTo>
                <a:lnTo>
                  <a:pt x="64113" y="80218"/>
                </a:lnTo>
                <a:lnTo>
                  <a:pt x="64010" y="80218"/>
                </a:lnTo>
                <a:cubicBezTo>
                  <a:pt x="63959" y="80218"/>
                  <a:pt x="63934" y="80218"/>
                  <a:pt x="63883" y="80243"/>
                </a:cubicBezTo>
                <a:lnTo>
                  <a:pt x="58115" y="63092"/>
                </a:lnTo>
                <a:cubicBezTo>
                  <a:pt x="58191" y="63066"/>
                  <a:pt x="58268" y="63015"/>
                  <a:pt x="58319" y="62964"/>
                </a:cubicBezTo>
                <a:close/>
                <a:moveTo>
                  <a:pt x="57145" y="62735"/>
                </a:moveTo>
                <a:cubicBezTo>
                  <a:pt x="57247" y="62990"/>
                  <a:pt x="57502" y="63169"/>
                  <a:pt x="57808" y="63169"/>
                </a:cubicBezTo>
                <a:lnTo>
                  <a:pt x="57936" y="63169"/>
                </a:lnTo>
                <a:lnTo>
                  <a:pt x="63704" y="80294"/>
                </a:lnTo>
                <a:cubicBezTo>
                  <a:pt x="63628" y="80320"/>
                  <a:pt x="63577" y="80371"/>
                  <a:pt x="63551" y="80396"/>
                </a:cubicBezTo>
                <a:lnTo>
                  <a:pt x="46604" y="65619"/>
                </a:lnTo>
                <a:cubicBezTo>
                  <a:pt x="46706" y="65440"/>
                  <a:pt x="46783" y="65261"/>
                  <a:pt x="46783" y="65057"/>
                </a:cubicBezTo>
                <a:cubicBezTo>
                  <a:pt x="46783" y="65032"/>
                  <a:pt x="46783" y="65006"/>
                  <a:pt x="46757" y="64955"/>
                </a:cubicBezTo>
                <a:lnTo>
                  <a:pt x="57145" y="62735"/>
                </a:lnTo>
                <a:close/>
                <a:moveTo>
                  <a:pt x="93438" y="67073"/>
                </a:moveTo>
                <a:cubicBezTo>
                  <a:pt x="93438" y="67073"/>
                  <a:pt x="93463" y="67099"/>
                  <a:pt x="93463" y="67125"/>
                </a:cubicBezTo>
                <a:lnTo>
                  <a:pt x="79426" y="73658"/>
                </a:lnTo>
                <a:lnTo>
                  <a:pt x="64623" y="80549"/>
                </a:lnTo>
                <a:cubicBezTo>
                  <a:pt x="64546" y="80422"/>
                  <a:pt x="64444" y="80320"/>
                  <a:pt x="64291" y="80269"/>
                </a:cubicBezTo>
                <a:lnTo>
                  <a:pt x="66205" y="72969"/>
                </a:lnTo>
                <a:lnTo>
                  <a:pt x="66997" y="69958"/>
                </a:lnTo>
                <a:cubicBezTo>
                  <a:pt x="67048" y="69983"/>
                  <a:pt x="67099" y="69983"/>
                  <a:pt x="67124" y="69983"/>
                </a:cubicBezTo>
                <a:cubicBezTo>
                  <a:pt x="67660" y="69983"/>
                  <a:pt x="68069" y="69575"/>
                  <a:pt x="68069" y="69064"/>
                </a:cubicBezTo>
                <a:lnTo>
                  <a:pt x="87670" y="67507"/>
                </a:lnTo>
                <a:lnTo>
                  <a:pt x="93438" y="67073"/>
                </a:lnTo>
                <a:close/>
                <a:moveTo>
                  <a:pt x="93540" y="67303"/>
                </a:moveTo>
                <a:cubicBezTo>
                  <a:pt x="93566" y="67354"/>
                  <a:pt x="93617" y="67405"/>
                  <a:pt x="93693" y="67456"/>
                </a:cubicBezTo>
                <a:lnTo>
                  <a:pt x="86725" y="78814"/>
                </a:lnTo>
                <a:cubicBezTo>
                  <a:pt x="86649" y="78788"/>
                  <a:pt x="86572" y="78763"/>
                  <a:pt x="86496" y="78763"/>
                </a:cubicBezTo>
                <a:cubicBezTo>
                  <a:pt x="86190" y="78763"/>
                  <a:pt x="85934" y="78992"/>
                  <a:pt x="85909" y="79299"/>
                </a:cubicBezTo>
                <a:lnTo>
                  <a:pt x="64725" y="80805"/>
                </a:lnTo>
                <a:cubicBezTo>
                  <a:pt x="64725" y="80779"/>
                  <a:pt x="64725" y="80754"/>
                  <a:pt x="64700" y="80728"/>
                </a:cubicBezTo>
                <a:lnTo>
                  <a:pt x="79656" y="73760"/>
                </a:lnTo>
                <a:lnTo>
                  <a:pt x="93540" y="67303"/>
                </a:lnTo>
                <a:close/>
                <a:moveTo>
                  <a:pt x="23328" y="59468"/>
                </a:moveTo>
                <a:lnTo>
                  <a:pt x="34073" y="72229"/>
                </a:lnTo>
                <a:lnTo>
                  <a:pt x="28432" y="82081"/>
                </a:lnTo>
                <a:cubicBezTo>
                  <a:pt x="28304" y="82030"/>
                  <a:pt x="28177" y="81979"/>
                  <a:pt x="28049" y="81979"/>
                </a:cubicBezTo>
                <a:cubicBezTo>
                  <a:pt x="27998" y="81979"/>
                  <a:pt x="27973" y="82004"/>
                  <a:pt x="27947" y="82004"/>
                </a:cubicBezTo>
                <a:lnTo>
                  <a:pt x="24323" y="65312"/>
                </a:lnTo>
                <a:lnTo>
                  <a:pt x="23072" y="59570"/>
                </a:lnTo>
                <a:cubicBezTo>
                  <a:pt x="23174" y="59544"/>
                  <a:pt x="23251" y="59519"/>
                  <a:pt x="23328" y="59468"/>
                </a:cubicBezTo>
                <a:close/>
                <a:moveTo>
                  <a:pt x="21898" y="58983"/>
                </a:moveTo>
                <a:cubicBezTo>
                  <a:pt x="22026" y="59366"/>
                  <a:pt x="22383" y="59621"/>
                  <a:pt x="22792" y="59621"/>
                </a:cubicBezTo>
                <a:lnTo>
                  <a:pt x="22894" y="59621"/>
                </a:lnTo>
                <a:lnTo>
                  <a:pt x="27743" y="82055"/>
                </a:lnTo>
                <a:cubicBezTo>
                  <a:pt x="27590" y="82106"/>
                  <a:pt x="27437" y="82183"/>
                  <a:pt x="27335" y="82310"/>
                </a:cubicBezTo>
                <a:lnTo>
                  <a:pt x="1761" y="64011"/>
                </a:lnTo>
                <a:cubicBezTo>
                  <a:pt x="1838" y="63883"/>
                  <a:pt x="1889" y="63730"/>
                  <a:pt x="1889" y="63551"/>
                </a:cubicBezTo>
                <a:cubicBezTo>
                  <a:pt x="1889" y="63526"/>
                  <a:pt x="1889" y="63475"/>
                  <a:pt x="1889" y="63449"/>
                </a:cubicBezTo>
                <a:lnTo>
                  <a:pt x="21898" y="58983"/>
                </a:lnTo>
                <a:close/>
                <a:moveTo>
                  <a:pt x="1659" y="64189"/>
                </a:moveTo>
                <a:lnTo>
                  <a:pt x="20061" y="77359"/>
                </a:lnTo>
                <a:lnTo>
                  <a:pt x="27207" y="82464"/>
                </a:lnTo>
                <a:cubicBezTo>
                  <a:pt x="27181" y="82515"/>
                  <a:pt x="27156" y="82566"/>
                  <a:pt x="27156" y="82617"/>
                </a:cubicBezTo>
                <a:lnTo>
                  <a:pt x="1582" y="76746"/>
                </a:lnTo>
                <a:cubicBezTo>
                  <a:pt x="1582" y="76721"/>
                  <a:pt x="1582" y="76721"/>
                  <a:pt x="1582" y="76695"/>
                </a:cubicBezTo>
                <a:cubicBezTo>
                  <a:pt x="1582" y="76389"/>
                  <a:pt x="1353" y="76108"/>
                  <a:pt x="1046" y="76057"/>
                </a:cubicBezTo>
                <a:lnTo>
                  <a:pt x="1046" y="64496"/>
                </a:lnTo>
                <a:cubicBezTo>
                  <a:pt x="1276" y="64470"/>
                  <a:pt x="1506" y="64343"/>
                  <a:pt x="1659" y="64189"/>
                </a:cubicBezTo>
                <a:close/>
                <a:moveTo>
                  <a:pt x="142339" y="78074"/>
                </a:moveTo>
                <a:lnTo>
                  <a:pt x="132283" y="84684"/>
                </a:lnTo>
                <a:cubicBezTo>
                  <a:pt x="132130" y="84531"/>
                  <a:pt x="131951" y="84403"/>
                  <a:pt x="131747" y="84378"/>
                </a:cubicBezTo>
                <a:lnTo>
                  <a:pt x="132130" y="80371"/>
                </a:lnTo>
                <a:cubicBezTo>
                  <a:pt x="132513" y="80345"/>
                  <a:pt x="132845" y="80039"/>
                  <a:pt x="132845" y="79631"/>
                </a:cubicBezTo>
                <a:cubicBezTo>
                  <a:pt x="132819" y="79631"/>
                  <a:pt x="132819" y="79605"/>
                  <a:pt x="132819" y="79605"/>
                </a:cubicBezTo>
                <a:lnTo>
                  <a:pt x="142339" y="78074"/>
                </a:lnTo>
                <a:close/>
                <a:moveTo>
                  <a:pt x="142671" y="78074"/>
                </a:moveTo>
                <a:lnTo>
                  <a:pt x="142671" y="82489"/>
                </a:lnTo>
                <a:lnTo>
                  <a:pt x="142696" y="82489"/>
                </a:lnTo>
                <a:lnTo>
                  <a:pt x="132436" y="84965"/>
                </a:lnTo>
                <a:cubicBezTo>
                  <a:pt x="132411" y="84939"/>
                  <a:pt x="132411" y="84888"/>
                  <a:pt x="132385" y="84863"/>
                </a:cubicBezTo>
                <a:lnTo>
                  <a:pt x="142671" y="78074"/>
                </a:lnTo>
                <a:close/>
                <a:moveTo>
                  <a:pt x="106301" y="78074"/>
                </a:moveTo>
                <a:cubicBezTo>
                  <a:pt x="106301" y="78099"/>
                  <a:pt x="106327" y="78125"/>
                  <a:pt x="106327" y="78176"/>
                </a:cubicBezTo>
                <a:lnTo>
                  <a:pt x="87874" y="85807"/>
                </a:lnTo>
                <a:lnTo>
                  <a:pt x="86700" y="79937"/>
                </a:lnTo>
                <a:cubicBezTo>
                  <a:pt x="86904" y="79835"/>
                  <a:pt x="87057" y="79656"/>
                  <a:pt x="87083" y="79426"/>
                </a:cubicBezTo>
                <a:lnTo>
                  <a:pt x="94535" y="78890"/>
                </a:lnTo>
                <a:lnTo>
                  <a:pt x="106301" y="78074"/>
                </a:lnTo>
                <a:close/>
                <a:moveTo>
                  <a:pt x="37493" y="67660"/>
                </a:moveTo>
                <a:lnTo>
                  <a:pt x="45941" y="86011"/>
                </a:lnTo>
                <a:lnTo>
                  <a:pt x="34328" y="72203"/>
                </a:lnTo>
                <a:lnTo>
                  <a:pt x="36931" y="67686"/>
                </a:lnTo>
                <a:cubicBezTo>
                  <a:pt x="37008" y="67712"/>
                  <a:pt x="37084" y="67737"/>
                  <a:pt x="37186" y="67737"/>
                </a:cubicBezTo>
                <a:cubicBezTo>
                  <a:pt x="37288" y="67737"/>
                  <a:pt x="37390" y="67712"/>
                  <a:pt x="37493" y="67660"/>
                </a:cubicBezTo>
                <a:close/>
                <a:moveTo>
                  <a:pt x="44945" y="65363"/>
                </a:moveTo>
                <a:cubicBezTo>
                  <a:pt x="45047" y="65695"/>
                  <a:pt x="45379" y="65976"/>
                  <a:pt x="45762" y="66002"/>
                </a:cubicBezTo>
                <a:lnTo>
                  <a:pt x="46221" y="86011"/>
                </a:lnTo>
                <a:cubicBezTo>
                  <a:pt x="46196" y="86011"/>
                  <a:pt x="46196" y="86037"/>
                  <a:pt x="46170" y="86037"/>
                </a:cubicBezTo>
                <a:lnTo>
                  <a:pt x="37646" y="67533"/>
                </a:lnTo>
                <a:cubicBezTo>
                  <a:pt x="37824" y="67405"/>
                  <a:pt x="37901" y="67201"/>
                  <a:pt x="37901" y="66997"/>
                </a:cubicBezTo>
                <a:cubicBezTo>
                  <a:pt x="37901" y="66946"/>
                  <a:pt x="37901" y="66920"/>
                  <a:pt x="37901" y="66869"/>
                </a:cubicBezTo>
                <a:lnTo>
                  <a:pt x="44945" y="65363"/>
                </a:lnTo>
                <a:close/>
                <a:moveTo>
                  <a:pt x="46476" y="65746"/>
                </a:moveTo>
                <a:lnTo>
                  <a:pt x="63398" y="80549"/>
                </a:lnTo>
                <a:cubicBezTo>
                  <a:pt x="63321" y="80651"/>
                  <a:pt x="63296" y="80805"/>
                  <a:pt x="63296" y="80958"/>
                </a:cubicBezTo>
                <a:cubicBezTo>
                  <a:pt x="63296" y="80983"/>
                  <a:pt x="63296" y="81034"/>
                  <a:pt x="63296" y="81085"/>
                </a:cubicBezTo>
                <a:lnTo>
                  <a:pt x="54031" y="84046"/>
                </a:lnTo>
                <a:lnTo>
                  <a:pt x="46885" y="86343"/>
                </a:lnTo>
                <a:cubicBezTo>
                  <a:pt x="46808" y="86164"/>
                  <a:pt x="46630" y="86037"/>
                  <a:pt x="46425" y="86011"/>
                </a:cubicBezTo>
                <a:lnTo>
                  <a:pt x="46272" y="80166"/>
                </a:lnTo>
                <a:lnTo>
                  <a:pt x="45941" y="66002"/>
                </a:lnTo>
                <a:cubicBezTo>
                  <a:pt x="46145" y="65976"/>
                  <a:pt x="46323" y="65874"/>
                  <a:pt x="46476" y="65746"/>
                </a:cubicBezTo>
                <a:close/>
                <a:moveTo>
                  <a:pt x="34226" y="72408"/>
                </a:moveTo>
                <a:lnTo>
                  <a:pt x="45864" y="86215"/>
                </a:lnTo>
                <a:cubicBezTo>
                  <a:pt x="45813" y="86266"/>
                  <a:pt x="45787" y="86343"/>
                  <a:pt x="45762" y="86419"/>
                </a:cubicBezTo>
                <a:lnTo>
                  <a:pt x="28968" y="83025"/>
                </a:lnTo>
                <a:cubicBezTo>
                  <a:pt x="28968" y="82999"/>
                  <a:pt x="28994" y="82974"/>
                  <a:pt x="28994" y="82948"/>
                </a:cubicBezTo>
                <a:cubicBezTo>
                  <a:pt x="28994" y="82617"/>
                  <a:pt x="28815" y="82361"/>
                  <a:pt x="28585" y="82183"/>
                </a:cubicBezTo>
                <a:lnTo>
                  <a:pt x="34226" y="72408"/>
                </a:lnTo>
                <a:close/>
                <a:moveTo>
                  <a:pt x="85909" y="79503"/>
                </a:moveTo>
                <a:cubicBezTo>
                  <a:pt x="85934" y="79631"/>
                  <a:pt x="86011" y="79733"/>
                  <a:pt x="86113" y="79809"/>
                </a:cubicBezTo>
                <a:lnTo>
                  <a:pt x="81059" y="88053"/>
                </a:lnTo>
                <a:cubicBezTo>
                  <a:pt x="80932" y="87976"/>
                  <a:pt x="80804" y="87951"/>
                  <a:pt x="80651" y="87951"/>
                </a:cubicBezTo>
                <a:cubicBezTo>
                  <a:pt x="80319" y="87951"/>
                  <a:pt x="80013" y="88129"/>
                  <a:pt x="79860" y="88410"/>
                </a:cubicBezTo>
                <a:lnTo>
                  <a:pt x="72509" y="84888"/>
                </a:lnTo>
                <a:lnTo>
                  <a:pt x="64700" y="81162"/>
                </a:lnTo>
                <a:cubicBezTo>
                  <a:pt x="64725" y="81111"/>
                  <a:pt x="64751" y="81060"/>
                  <a:pt x="64751" y="81009"/>
                </a:cubicBezTo>
                <a:lnTo>
                  <a:pt x="85909" y="79503"/>
                </a:lnTo>
                <a:close/>
                <a:moveTo>
                  <a:pt x="86266" y="79911"/>
                </a:moveTo>
                <a:cubicBezTo>
                  <a:pt x="86343" y="79937"/>
                  <a:pt x="86419" y="79962"/>
                  <a:pt x="86496" y="79962"/>
                </a:cubicBezTo>
                <a:lnTo>
                  <a:pt x="86521" y="79962"/>
                </a:lnTo>
                <a:lnTo>
                  <a:pt x="87695" y="85884"/>
                </a:lnTo>
                <a:lnTo>
                  <a:pt x="84326" y="87262"/>
                </a:lnTo>
                <a:lnTo>
                  <a:pt x="81493" y="88436"/>
                </a:lnTo>
                <a:cubicBezTo>
                  <a:pt x="81417" y="88334"/>
                  <a:pt x="81340" y="88232"/>
                  <a:pt x="81238" y="88155"/>
                </a:cubicBezTo>
                <a:lnTo>
                  <a:pt x="86266" y="79911"/>
                </a:lnTo>
                <a:close/>
                <a:moveTo>
                  <a:pt x="108164" y="78074"/>
                </a:moveTo>
                <a:lnTo>
                  <a:pt x="110793" y="78252"/>
                </a:lnTo>
                <a:lnTo>
                  <a:pt x="123018" y="79095"/>
                </a:lnTo>
                <a:lnTo>
                  <a:pt x="115617" y="88487"/>
                </a:lnTo>
                <a:cubicBezTo>
                  <a:pt x="115464" y="88385"/>
                  <a:pt x="115285" y="88334"/>
                  <a:pt x="115107" y="88334"/>
                </a:cubicBezTo>
                <a:cubicBezTo>
                  <a:pt x="114953" y="88334"/>
                  <a:pt x="114800" y="88385"/>
                  <a:pt x="114647" y="88461"/>
                </a:cubicBezTo>
                <a:lnTo>
                  <a:pt x="112912" y="85909"/>
                </a:lnTo>
                <a:lnTo>
                  <a:pt x="107858" y="78610"/>
                </a:lnTo>
                <a:cubicBezTo>
                  <a:pt x="108011" y="78482"/>
                  <a:pt x="108113" y="78278"/>
                  <a:pt x="108164" y="78074"/>
                </a:cubicBezTo>
                <a:close/>
                <a:moveTo>
                  <a:pt x="123274" y="79120"/>
                </a:moveTo>
                <a:lnTo>
                  <a:pt x="131364" y="79682"/>
                </a:lnTo>
                <a:cubicBezTo>
                  <a:pt x="131364" y="79758"/>
                  <a:pt x="131390" y="79835"/>
                  <a:pt x="131415" y="79886"/>
                </a:cubicBezTo>
                <a:lnTo>
                  <a:pt x="124244" y="83969"/>
                </a:lnTo>
                <a:lnTo>
                  <a:pt x="115872" y="88742"/>
                </a:lnTo>
                <a:cubicBezTo>
                  <a:pt x="115847" y="88691"/>
                  <a:pt x="115796" y="88640"/>
                  <a:pt x="115770" y="88614"/>
                </a:cubicBezTo>
                <a:lnTo>
                  <a:pt x="123274" y="79120"/>
                </a:lnTo>
                <a:close/>
                <a:moveTo>
                  <a:pt x="131517" y="80064"/>
                </a:moveTo>
                <a:cubicBezTo>
                  <a:pt x="131620" y="80192"/>
                  <a:pt x="131747" y="80294"/>
                  <a:pt x="131926" y="80345"/>
                </a:cubicBezTo>
                <a:lnTo>
                  <a:pt x="131543" y="84352"/>
                </a:lnTo>
                <a:cubicBezTo>
                  <a:pt x="131007" y="84352"/>
                  <a:pt x="130599" y="84761"/>
                  <a:pt x="130599" y="85296"/>
                </a:cubicBezTo>
                <a:cubicBezTo>
                  <a:pt x="130599" y="85322"/>
                  <a:pt x="130599" y="85373"/>
                  <a:pt x="130624" y="85424"/>
                </a:cubicBezTo>
                <a:lnTo>
                  <a:pt x="116000" y="88972"/>
                </a:lnTo>
                <a:cubicBezTo>
                  <a:pt x="115974" y="88946"/>
                  <a:pt x="115974" y="88921"/>
                  <a:pt x="115974" y="88895"/>
                </a:cubicBezTo>
                <a:lnTo>
                  <a:pt x="130190" y="80830"/>
                </a:lnTo>
                <a:lnTo>
                  <a:pt x="131517" y="80064"/>
                </a:lnTo>
                <a:close/>
                <a:moveTo>
                  <a:pt x="64623" y="81341"/>
                </a:moveTo>
                <a:lnTo>
                  <a:pt x="68120" y="83025"/>
                </a:lnTo>
                <a:lnTo>
                  <a:pt x="79758" y="88589"/>
                </a:lnTo>
                <a:cubicBezTo>
                  <a:pt x="79732" y="88691"/>
                  <a:pt x="79707" y="88793"/>
                  <a:pt x="79707" y="88895"/>
                </a:cubicBezTo>
                <a:cubicBezTo>
                  <a:pt x="79707" y="88946"/>
                  <a:pt x="79732" y="88997"/>
                  <a:pt x="79732" y="89074"/>
                </a:cubicBezTo>
                <a:lnTo>
                  <a:pt x="70570" y="91805"/>
                </a:lnTo>
                <a:lnTo>
                  <a:pt x="64470" y="81519"/>
                </a:lnTo>
                <a:cubicBezTo>
                  <a:pt x="64521" y="81468"/>
                  <a:pt x="64572" y="81417"/>
                  <a:pt x="64623" y="81341"/>
                </a:cubicBezTo>
                <a:close/>
                <a:moveTo>
                  <a:pt x="64291" y="81621"/>
                </a:moveTo>
                <a:lnTo>
                  <a:pt x="70391" y="91856"/>
                </a:lnTo>
                <a:lnTo>
                  <a:pt x="63194" y="94025"/>
                </a:lnTo>
                <a:cubicBezTo>
                  <a:pt x="63092" y="93847"/>
                  <a:pt x="62939" y="93744"/>
                  <a:pt x="62760" y="93719"/>
                </a:cubicBezTo>
                <a:lnTo>
                  <a:pt x="64036" y="81672"/>
                </a:lnTo>
                <a:cubicBezTo>
                  <a:pt x="64138" y="81672"/>
                  <a:pt x="64215" y="81672"/>
                  <a:pt x="64291" y="81621"/>
                </a:cubicBezTo>
                <a:close/>
                <a:moveTo>
                  <a:pt x="63372" y="81264"/>
                </a:moveTo>
                <a:cubicBezTo>
                  <a:pt x="63398" y="81341"/>
                  <a:pt x="63449" y="81417"/>
                  <a:pt x="63526" y="81494"/>
                </a:cubicBezTo>
                <a:lnTo>
                  <a:pt x="53470" y="96322"/>
                </a:lnTo>
                <a:cubicBezTo>
                  <a:pt x="53342" y="96246"/>
                  <a:pt x="53189" y="96220"/>
                  <a:pt x="53036" y="96220"/>
                </a:cubicBezTo>
                <a:cubicBezTo>
                  <a:pt x="52883" y="96220"/>
                  <a:pt x="52730" y="96246"/>
                  <a:pt x="52602" y="96322"/>
                </a:cubicBezTo>
                <a:lnTo>
                  <a:pt x="46757" y="87083"/>
                </a:lnTo>
                <a:cubicBezTo>
                  <a:pt x="46885" y="86981"/>
                  <a:pt x="46961" y="86802"/>
                  <a:pt x="46961" y="86624"/>
                </a:cubicBezTo>
                <a:cubicBezTo>
                  <a:pt x="46961" y="86598"/>
                  <a:pt x="46961" y="86573"/>
                  <a:pt x="46961" y="86522"/>
                </a:cubicBezTo>
                <a:lnTo>
                  <a:pt x="54108" y="84225"/>
                </a:lnTo>
                <a:lnTo>
                  <a:pt x="63372" y="81264"/>
                </a:lnTo>
                <a:close/>
                <a:moveTo>
                  <a:pt x="63704" y="81596"/>
                </a:moveTo>
                <a:cubicBezTo>
                  <a:pt x="63730" y="81621"/>
                  <a:pt x="63781" y="81647"/>
                  <a:pt x="63832" y="81672"/>
                </a:cubicBezTo>
                <a:lnTo>
                  <a:pt x="62556" y="93719"/>
                </a:lnTo>
                <a:cubicBezTo>
                  <a:pt x="62249" y="93770"/>
                  <a:pt x="62020" y="94025"/>
                  <a:pt x="62020" y="94331"/>
                </a:cubicBezTo>
                <a:cubicBezTo>
                  <a:pt x="62020" y="94331"/>
                  <a:pt x="62020" y="94357"/>
                  <a:pt x="62020" y="94357"/>
                </a:cubicBezTo>
                <a:lnTo>
                  <a:pt x="53904" y="96782"/>
                </a:lnTo>
                <a:cubicBezTo>
                  <a:pt x="53852" y="96654"/>
                  <a:pt x="53750" y="96526"/>
                  <a:pt x="53623" y="96424"/>
                </a:cubicBezTo>
                <a:lnTo>
                  <a:pt x="63704" y="81596"/>
                </a:lnTo>
                <a:close/>
                <a:moveTo>
                  <a:pt x="130650" y="85603"/>
                </a:moveTo>
                <a:cubicBezTo>
                  <a:pt x="130777" y="85909"/>
                  <a:pt x="131033" y="86139"/>
                  <a:pt x="131364" y="86215"/>
                </a:cubicBezTo>
                <a:lnTo>
                  <a:pt x="130292" y="97011"/>
                </a:lnTo>
                <a:lnTo>
                  <a:pt x="115974" y="89635"/>
                </a:lnTo>
                <a:cubicBezTo>
                  <a:pt x="116025" y="89533"/>
                  <a:pt x="116051" y="89406"/>
                  <a:pt x="116051" y="89278"/>
                </a:cubicBezTo>
                <a:cubicBezTo>
                  <a:pt x="116051" y="89252"/>
                  <a:pt x="116051" y="89201"/>
                  <a:pt x="116025" y="89150"/>
                </a:cubicBezTo>
                <a:lnTo>
                  <a:pt x="130650" y="85603"/>
                </a:lnTo>
                <a:close/>
                <a:moveTo>
                  <a:pt x="106403" y="78354"/>
                </a:moveTo>
                <a:cubicBezTo>
                  <a:pt x="106454" y="78456"/>
                  <a:pt x="106531" y="78559"/>
                  <a:pt x="106633" y="78635"/>
                </a:cubicBezTo>
                <a:lnTo>
                  <a:pt x="105357" y="80626"/>
                </a:lnTo>
                <a:lnTo>
                  <a:pt x="91422" y="102269"/>
                </a:lnTo>
                <a:cubicBezTo>
                  <a:pt x="91345" y="102243"/>
                  <a:pt x="91243" y="102218"/>
                  <a:pt x="91141" y="102218"/>
                </a:cubicBezTo>
                <a:lnTo>
                  <a:pt x="91115" y="102218"/>
                </a:lnTo>
                <a:lnTo>
                  <a:pt x="87925" y="86011"/>
                </a:lnTo>
                <a:lnTo>
                  <a:pt x="106403" y="78354"/>
                </a:lnTo>
                <a:close/>
                <a:moveTo>
                  <a:pt x="87721" y="86088"/>
                </a:moveTo>
                <a:lnTo>
                  <a:pt x="89431" y="94689"/>
                </a:lnTo>
                <a:lnTo>
                  <a:pt x="90937" y="102269"/>
                </a:lnTo>
                <a:cubicBezTo>
                  <a:pt x="90886" y="102269"/>
                  <a:pt x="90860" y="102294"/>
                  <a:pt x="90835" y="102294"/>
                </a:cubicBezTo>
                <a:lnTo>
                  <a:pt x="84122" y="93336"/>
                </a:lnTo>
                <a:lnTo>
                  <a:pt x="81289" y="89584"/>
                </a:lnTo>
                <a:cubicBezTo>
                  <a:pt x="81493" y="89406"/>
                  <a:pt x="81595" y="89176"/>
                  <a:pt x="81595" y="88895"/>
                </a:cubicBezTo>
                <a:cubicBezTo>
                  <a:pt x="81595" y="88793"/>
                  <a:pt x="81595" y="88717"/>
                  <a:pt x="81570" y="88640"/>
                </a:cubicBezTo>
                <a:lnTo>
                  <a:pt x="86700" y="86522"/>
                </a:lnTo>
                <a:lnTo>
                  <a:pt x="87721" y="86088"/>
                </a:lnTo>
                <a:close/>
                <a:moveTo>
                  <a:pt x="107679" y="78737"/>
                </a:moveTo>
                <a:lnTo>
                  <a:pt x="109185" y="80881"/>
                </a:lnTo>
                <a:lnTo>
                  <a:pt x="114494" y="88563"/>
                </a:lnTo>
                <a:cubicBezTo>
                  <a:pt x="114290" y="88742"/>
                  <a:pt x="114162" y="88997"/>
                  <a:pt x="114162" y="89278"/>
                </a:cubicBezTo>
                <a:cubicBezTo>
                  <a:pt x="114162" y="89431"/>
                  <a:pt x="114188" y="89559"/>
                  <a:pt x="114239" y="89661"/>
                </a:cubicBezTo>
                <a:lnTo>
                  <a:pt x="91677" y="102473"/>
                </a:lnTo>
                <a:cubicBezTo>
                  <a:pt x="91651" y="102448"/>
                  <a:pt x="91626" y="102422"/>
                  <a:pt x="91600" y="102397"/>
                </a:cubicBezTo>
                <a:lnTo>
                  <a:pt x="106812" y="78737"/>
                </a:lnTo>
                <a:cubicBezTo>
                  <a:pt x="106939" y="78814"/>
                  <a:pt x="107067" y="78839"/>
                  <a:pt x="107220" y="78839"/>
                </a:cubicBezTo>
                <a:cubicBezTo>
                  <a:pt x="107399" y="78839"/>
                  <a:pt x="107552" y="78814"/>
                  <a:pt x="107679" y="78737"/>
                </a:cubicBezTo>
                <a:close/>
                <a:moveTo>
                  <a:pt x="142671" y="82693"/>
                </a:moveTo>
                <a:lnTo>
                  <a:pt x="142671" y="102830"/>
                </a:lnTo>
                <a:lnTo>
                  <a:pt x="142696" y="102830"/>
                </a:lnTo>
                <a:cubicBezTo>
                  <a:pt x="142492" y="102856"/>
                  <a:pt x="142314" y="102984"/>
                  <a:pt x="142186" y="103137"/>
                </a:cubicBezTo>
                <a:lnTo>
                  <a:pt x="130497" y="97113"/>
                </a:lnTo>
                <a:lnTo>
                  <a:pt x="131543" y="86241"/>
                </a:lnTo>
                <a:cubicBezTo>
                  <a:pt x="132079" y="86241"/>
                  <a:pt x="132487" y="85807"/>
                  <a:pt x="132487" y="85296"/>
                </a:cubicBezTo>
                <a:cubicBezTo>
                  <a:pt x="132487" y="85245"/>
                  <a:pt x="132487" y="85220"/>
                  <a:pt x="132462" y="85169"/>
                </a:cubicBezTo>
                <a:lnTo>
                  <a:pt x="142671" y="82693"/>
                </a:lnTo>
                <a:close/>
                <a:moveTo>
                  <a:pt x="114341" y="89839"/>
                </a:moveTo>
                <a:cubicBezTo>
                  <a:pt x="114417" y="89942"/>
                  <a:pt x="114545" y="90044"/>
                  <a:pt x="114673" y="90120"/>
                </a:cubicBezTo>
                <a:lnTo>
                  <a:pt x="108802" y="105893"/>
                </a:lnTo>
                <a:lnTo>
                  <a:pt x="100074" y="104362"/>
                </a:lnTo>
                <a:lnTo>
                  <a:pt x="91830" y="102907"/>
                </a:lnTo>
                <a:cubicBezTo>
                  <a:pt x="91830" y="102907"/>
                  <a:pt x="91830" y="102907"/>
                  <a:pt x="91830" y="102881"/>
                </a:cubicBezTo>
                <a:cubicBezTo>
                  <a:pt x="91830" y="102805"/>
                  <a:pt x="91804" y="102728"/>
                  <a:pt x="91779" y="102652"/>
                </a:cubicBezTo>
                <a:lnTo>
                  <a:pt x="114341" y="89839"/>
                </a:lnTo>
                <a:close/>
                <a:moveTo>
                  <a:pt x="115898" y="89814"/>
                </a:moveTo>
                <a:lnTo>
                  <a:pt x="130267" y="97215"/>
                </a:lnTo>
                <a:lnTo>
                  <a:pt x="129144" y="108930"/>
                </a:lnTo>
                <a:cubicBezTo>
                  <a:pt x="129042" y="108930"/>
                  <a:pt x="128940" y="108956"/>
                  <a:pt x="128863" y="109007"/>
                </a:cubicBezTo>
                <a:lnTo>
                  <a:pt x="115719" y="89993"/>
                </a:lnTo>
                <a:cubicBezTo>
                  <a:pt x="115770" y="89942"/>
                  <a:pt x="115847" y="89865"/>
                  <a:pt x="115898" y="89814"/>
                </a:cubicBezTo>
                <a:close/>
                <a:moveTo>
                  <a:pt x="70493" y="92034"/>
                </a:moveTo>
                <a:lnTo>
                  <a:pt x="80651" y="109160"/>
                </a:lnTo>
                <a:lnTo>
                  <a:pt x="63117" y="94740"/>
                </a:lnTo>
                <a:cubicBezTo>
                  <a:pt x="63219" y="94638"/>
                  <a:pt x="63270" y="94485"/>
                  <a:pt x="63270" y="94331"/>
                </a:cubicBezTo>
                <a:cubicBezTo>
                  <a:pt x="63270" y="94280"/>
                  <a:pt x="63270" y="94229"/>
                  <a:pt x="63270" y="94204"/>
                </a:cubicBezTo>
                <a:lnTo>
                  <a:pt x="70493" y="92034"/>
                </a:lnTo>
                <a:close/>
                <a:moveTo>
                  <a:pt x="79783" y="89252"/>
                </a:moveTo>
                <a:cubicBezTo>
                  <a:pt x="79911" y="89584"/>
                  <a:pt x="80217" y="89814"/>
                  <a:pt x="80575" y="89839"/>
                </a:cubicBezTo>
                <a:lnTo>
                  <a:pt x="80804" y="102728"/>
                </a:lnTo>
                <a:lnTo>
                  <a:pt x="80932" y="109237"/>
                </a:lnTo>
                <a:lnTo>
                  <a:pt x="70672" y="91983"/>
                </a:lnTo>
                <a:lnTo>
                  <a:pt x="79783" y="89252"/>
                </a:lnTo>
                <a:close/>
                <a:moveTo>
                  <a:pt x="130471" y="97318"/>
                </a:moveTo>
                <a:lnTo>
                  <a:pt x="142109" y="103315"/>
                </a:lnTo>
                <a:cubicBezTo>
                  <a:pt x="142084" y="103392"/>
                  <a:pt x="142058" y="103468"/>
                  <a:pt x="142058" y="103545"/>
                </a:cubicBezTo>
                <a:cubicBezTo>
                  <a:pt x="142058" y="103622"/>
                  <a:pt x="142058" y="103698"/>
                  <a:pt x="142084" y="103749"/>
                </a:cubicBezTo>
                <a:lnTo>
                  <a:pt x="129731" y="109237"/>
                </a:lnTo>
                <a:cubicBezTo>
                  <a:pt x="129654" y="109109"/>
                  <a:pt x="129501" y="109007"/>
                  <a:pt x="129323" y="108956"/>
                </a:cubicBezTo>
                <a:lnTo>
                  <a:pt x="130471" y="97318"/>
                </a:lnTo>
                <a:close/>
                <a:moveTo>
                  <a:pt x="62071" y="94561"/>
                </a:moveTo>
                <a:cubicBezTo>
                  <a:pt x="62122" y="94714"/>
                  <a:pt x="62249" y="94842"/>
                  <a:pt x="62428" y="94918"/>
                </a:cubicBezTo>
                <a:lnTo>
                  <a:pt x="60871" y="109313"/>
                </a:lnTo>
                <a:lnTo>
                  <a:pt x="53623" y="97879"/>
                </a:lnTo>
                <a:cubicBezTo>
                  <a:pt x="53827" y="97726"/>
                  <a:pt x="53980" y="97445"/>
                  <a:pt x="53980" y="97164"/>
                </a:cubicBezTo>
                <a:cubicBezTo>
                  <a:pt x="53980" y="97088"/>
                  <a:pt x="53980" y="97037"/>
                  <a:pt x="53955" y="96986"/>
                </a:cubicBezTo>
                <a:lnTo>
                  <a:pt x="62071" y="94561"/>
                </a:lnTo>
                <a:close/>
                <a:moveTo>
                  <a:pt x="115566" y="90095"/>
                </a:moveTo>
                <a:lnTo>
                  <a:pt x="119675" y="96041"/>
                </a:lnTo>
                <a:lnTo>
                  <a:pt x="128710" y="109109"/>
                </a:lnTo>
                <a:cubicBezTo>
                  <a:pt x="128633" y="109186"/>
                  <a:pt x="128557" y="109288"/>
                  <a:pt x="128531" y="109390"/>
                </a:cubicBezTo>
                <a:lnTo>
                  <a:pt x="108981" y="105944"/>
                </a:lnTo>
                <a:lnTo>
                  <a:pt x="114877" y="90197"/>
                </a:lnTo>
                <a:cubicBezTo>
                  <a:pt x="114953" y="90222"/>
                  <a:pt x="115030" y="90222"/>
                  <a:pt x="115107" y="90222"/>
                </a:cubicBezTo>
                <a:cubicBezTo>
                  <a:pt x="115260" y="90222"/>
                  <a:pt x="115413" y="90171"/>
                  <a:pt x="115566" y="90095"/>
                </a:cubicBezTo>
                <a:close/>
                <a:moveTo>
                  <a:pt x="81136" y="89712"/>
                </a:moveTo>
                <a:lnTo>
                  <a:pt x="84173" y="93719"/>
                </a:lnTo>
                <a:lnTo>
                  <a:pt x="90681" y="102422"/>
                </a:lnTo>
                <a:cubicBezTo>
                  <a:pt x="90554" y="102550"/>
                  <a:pt x="90477" y="102703"/>
                  <a:pt x="90477" y="102881"/>
                </a:cubicBezTo>
                <a:cubicBezTo>
                  <a:pt x="90477" y="102984"/>
                  <a:pt x="90503" y="103086"/>
                  <a:pt x="90554" y="103162"/>
                </a:cubicBezTo>
                <a:lnTo>
                  <a:pt x="81136" y="109415"/>
                </a:lnTo>
                <a:lnTo>
                  <a:pt x="81008" y="102805"/>
                </a:lnTo>
                <a:lnTo>
                  <a:pt x="80779" y="89814"/>
                </a:lnTo>
                <a:cubicBezTo>
                  <a:pt x="80906" y="89814"/>
                  <a:pt x="81034" y="89763"/>
                  <a:pt x="81136" y="89712"/>
                </a:cubicBezTo>
                <a:close/>
                <a:moveTo>
                  <a:pt x="62964" y="94867"/>
                </a:moveTo>
                <a:lnTo>
                  <a:pt x="80753" y="109492"/>
                </a:lnTo>
                <a:lnTo>
                  <a:pt x="61050" y="109492"/>
                </a:lnTo>
                <a:lnTo>
                  <a:pt x="61764" y="102805"/>
                </a:lnTo>
                <a:lnTo>
                  <a:pt x="62607" y="94944"/>
                </a:lnTo>
                <a:lnTo>
                  <a:pt x="62658" y="94944"/>
                </a:lnTo>
                <a:cubicBezTo>
                  <a:pt x="62760" y="94944"/>
                  <a:pt x="62862" y="94918"/>
                  <a:pt x="62964" y="94867"/>
                </a:cubicBezTo>
                <a:close/>
                <a:moveTo>
                  <a:pt x="91779" y="103111"/>
                </a:moveTo>
                <a:lnTo>
                  <a:pt x="108726" y="106097"/>
                </a:lnTo>
                <a:lnTo>
                  <a:pt x="107450" y="109492"/>
                </a:lnTo>
                <a:lnTo>
                  <a:pt x="81366" y="109492"/>
                </a:lnTo>
                <a:lnTo>
                  <a:pt x="90656" y="103341"/>
                </a:lnTo>
                <a:cubicBezTo>
                  <a:pt x="90784" y="103468"/>
                  <a:pt x="90962" y="103571"/>
                  <a:pt x="91141" y="103571"/>
                </a:cubicBezTo>
                <a:cubicBezTo>
                  <a:pt x="91447" y="103571"/>
                  <a:pt x="91702" y="103366"/>
                  <a:pt x="91779" y="103111"/>
                </a:cubicBezTo>
                <a:close/>
                <a:moveTo>
                  <a:pt x="108905" y="106123"/>
                </a:moveTo>
                <a:lnTo>
                  <a:pt x="128021" y="109492"/>
                </a:lnTo>
                <a:lnTo>
                  <a:pt x="107654" y="109492"/>
                </a:lnTo>
                <a:lnTo>
                  <a:pt x="108905" y="106123"/>
                </a:lnTo>
                <a:close/>
                <a:moveTo>
                  <a:pt x="142160" y="103928"/>
                </a:moveTo>
                <a:cubicBezTo>
                  <a:pt x="142288" y="104107"/>
                  <a:pt x="142467" y="104234"/>
                  <a:pt x="142696" y="104260"/>
                </a:cubicBezTo>
                <a:lnTo>
                  <a:pt x="142696" y="109492"/>
                </a:lnTo>
                <a:lnTo>
                  <a:pt x="129833" y="109492"/>
                </a:lnTo>
                <a:cubicBezTo>
                  <a:pt x="129833" y="109466"/>
                  <a:pt x="129833" y="109441"/>
                  <a:pt x="129807" y="109415"/>
                </a:cubicBezTo>
                <a:lnTo>
                  <a:pt x="142160" y="103928"/>
                </a:lnTo>
                <a:close/>
                <a:moveTo>
                  <a:pt x="944" y="1"/>
                </a:moveTo>
                <a:cubicBezTo>
                  <a:pt x="638" y="1"/>
                  <a:pt x="383" y="256"/>
                  <a:pt x="383" y="588"/>
                </a:cubicBezTo>
                <a:cubicBezTo>
                  <a:pt x="383" y="868"/>
                  <a:pt x="587" y="1098"/>
                  <a:pt x="842" y="1149"/>
                </a:cubicBezTo>
                <a:lnTo>
                  <a:pt x="842" y="16462"/>
                </a:lnTo>
                <a:cubicBezTo>
                  <a:pt x="357" y="16514"/>
                  <a:pt x="0" y="16922"/>
                  <a:pt x="0" y="17407"/>
                </a:cubicBezTo>
                <a:cubicBezTo>
                  <a:pt x="0" y="17892"/>
                  <a:pt x="357" y="18300"/>
                  <a:pt x="842" y="18351"/>
                </a:cubicBezTo>
                <a:lnTo>
                  <a:pt x="842" y="37748"/>
                </a:lnTo>
                <a:cubicBezTo>
                  <a:pt x="357" y="37799"/>
                  <a:pt x="0" y="38208"/>
                  <a:pt x="0" y="38693"/>
                </a:cubicBezTo>
                <a:cubicBezTo>
                  <a:pt x="0" y="39177"/>
                  <a:pt x="357" y="39560"/>
                  <a:pt x="842" y="39611"/>
                </a:cubicBezTo>
                <a:lnTo>
                  <a:pt x="842" y="62607"/>
                </a:lnTo>
                <a:cubicBezTo>
                  <a:pt x="357" y="62658"/>
                  <a:pt x="0" y="63066"/>
                  <a:pt x="0" y="63551"/>
                </a:cubicBezTo>
                <a:cubicBezTo>
                  <a:pt x="0" y="64036"/>
                  <a:pt x="357" y="64445"/>
                  <a:pt x="842" y="64496"/>
                </a:cubicBezTo>
                <a:lnTo>
                  <a:pt x="842" y="76057"/>
                </a:lnTo>
                <a:cubicBezTo>
                  <a:pt x="536" y="76108"/>
                  <a:pt x="306" y="76364"/>
                  <a:pt x="306" y="76695"/>
                </a:cubicBezTo>
                <a:cubicBezTo>
                  <a:pt x="306" y="77053"/>
                  <a:pt x="587" y="77333"/>
                  <a:pt x="944" y="77333"/>
                </a:cubicBezTo>
                <a:cubicBezTo>
                  <a:pt x="1225" y="77333"/>
                  <a:pt x="1455" y="77180"/>
                  <a:pt x="1557" y="76925"/>
                </a:cubicBezTo>
                <a:lnTo>
                  <a:pt x="27105" y="82821"/>
                </a:lnTo>
                <a:cubicBezTo>
                  <a:pt x="27105" y="82872"/>
                  <a:pt x="27079" y="82897"/>
                  <a:pt x="27079" y="82923"/>
                </a:cubicBezTo>
                <a:cubicBezTo>
                  <a:pt x="27079" y="83459"/>
                  <a:pt x="27513" y="83867"/>
                  <a:pt x="28024" y="83867"/>
                </a:cubicBezTo>
                <a:cubicBezTo>
                  <a:pt x="28458" y="83867"/>
                  <a:pt x="28815" y="83586"/>
                  <a:pt x="28943" y="83204"/>
                </a:cubicBezTo>
                <a:lnTo>
                  <a:pt x="45711" y="86598"/>
                </a:lnTo>
                <a:cubicBezTo>
                  <a:pt x="45711" y="86598"/>
                  <a:pt x="45711" y="86624"/>
                  <a:pt x="45711" y="86624"/>
                </a:cubicBezTo>
                <a:cubicBezTo>
                  <a:pt x="45711" y="86955"/>
                  <a:pt x="45992" y="87236"/>
                  <a:pt x="46323" y="87236"/>
                </a:cubicBezTo>
                <a:cubicBezTo>
                  <a:pt x="46425" y="87236"/>
                  <a:pt x="46502" y="87211"/>
                  <a:pt x="46579" y="87185"/>
                </a:cubicBezTo>
                <a:lnTo>
                  <a:pt x="52449" y="96424"/>
                </a:lnTo>
                <a:cubicBezTo>
                  <a:pt x="52219" y="96577"/>
                  <a:pt x="52091" y="96858"/>
                  <a:pt x="52091" y="97139"/>
                </a:cubicBezTo>
                <a:cubicBezTo>
                  <a:pt x="52091" y="97675"/>
                  <a:pt x="52500" y="98083"/>
                  <a:pt x="53036" y="98083"/>
                </a:cubicBezTo>
                <a:cubicBezTo>
                  <a:pt x="53163" y="98083"/>
                  <a:pt x="53317" y="98058"/>
                  <a:pt x="53444" y="97981"/>
                </a:cubicBezTo>
                <a:lnTo>
                  <a:pt x="60846" y="109619"/>
                </a:lnTo>
                <a:lnTo>
                  <a:pt x="60820" y="109696"/>
                </a:lnTo>
                <a:lnTo>
                  <a:pt x="60871" y="109696"/>
                </a:lnTo>
                <a:lnTo>
                  <a:pt x="60999" y="109900"/>
                </a:lnTo>
                <a:lnTo>
                  <a:pt x="61024" y="109696"/>
                </a:lnTo>
                <a:lnTo>
                  <a:pt x="80932" y="109696"/>
                </a:lnTo>
                <a:lnTo>
                  <a:pt x="80932" y="109773"/>
                </a:lnTo>
                <a:lnTo>
                  <a:pt x="81008" y="109747"/>
                </a:lnTo>
                <a:lnTo>
                  <a:pt x="81136" y="109977"/>
                </a:lnTo>
                <a:lnTo>
                  <a:pt x="81136" y="109696"/>
                </a:lnTo>
                <a:lnTo>
                  <a:pt x="128506" y="109696"/>
                </a:lnTo>
                <a:cubicBezTo>
                  <a:pt x="128531" y="110028"/>
                  <a:pt x="128812" y="110283"/>
                  <a:pt x="129169" y="110283"/>
                </a:cubicBezTo>
                <a:cubicBezTo>
                  <a:pt x="129501" y="110283"/>
                  <a:pt x="129782" y="110028"/>
                  <a:pt x="129807" y="109696"/>
                </a:cubicBezTo>
                <a:lnTo>
                  <a:pt x="142875" y="109696"/>
                </a:lnTo>
                <a:lnTo>
                  <a:pt x="142875" y="104260"/>
                </a:lnTo>
                <a:cubicBezTo>
                  <a:pt x="143232" y="104209"/>
                  <a:pt x="143513" y="103902"/>
                  <a:pt x="143513" y="103545"/>
                </a:cubicBezTo>
                <a:cubicBezTo>
                  <a:pt x="143513" y="103188"/>
                  <a:pt x="143232" y="102881"/>
                  <a:pt x="142875" y="102830"/>
                </a:cubicBezTo>
                <a:lnTo>
                  <a:pt x="142875" y="82642"/>
                </a:lnTo>
                <a:lnTo>
                  <a:pt x="142875" y="82438"/>
                </a:lnTo>
                <a:lnTo>
                  <a:pt x="142875" y="77997"/>
                </a:lnTo>
                <a:lnTo>
                  <a:pt x="142875" y="77716"/>
                </a:lnTo>
                <a:lnTo>
                  <a:pt x="142875" y="55180"/>
                </a:lnTo>
                <a:cubicBezTo>
                  <a:pt x="143360" y="55129"/>
                  <a:pt x="143717" y="54721"/>
                  <a:pt x="143717" y="54236"/>
                </a:cubicBezTo>
                <a:cubicBezTo>
                  <a:pt x="143717" y="53725"/>
                  <a:pt x="143309" y="53291"/>
                  <a:pt x="142773" y="53291"/>
                </a:cubicBezTo>
                <a:cubicBezTo>
                  <a:pt x="142262" y="53291"/>
                  <a:pt x="141829" y="53725"/>
                  <a:pt x="141829" y="54236"/>
                </a:cubicBezTo>
                <a:cubicBezTo>
                  <a:pt x="141829" y="54516"/>
                  <a:pt x="141956" y="54746"/>
                  <a:pt x="142135" y="54925"/>
                </a:cubicBezTo>
                <a:lnTo>
                  <a:pt x="127791" y="73046"/>
                </a:lnTo>
                <a:lnTo>
                  <a:pt x="120160" y="61637"/>
                </a:lnTo>
                <a:cubicBezTo>
                  <a:pt x="120288" y="61510"/>
                  <a:pt x="120390" y="61305"/>
                  <a:pt x="120390" y="61101"/>
                </a:cubicBezTo>
                <a:cubicBezTo>
                  <a:pt x="120390" y="60693"/>
                  <a:pt x="120058" y="60361"/>
                  <a:pt x="119675" y="60361"/>
                </a:cubicBezTo>
                <a:cubicBezTo>
                  <a:pt x="119394" y="60361"/>
                  <a:pt x="119190" y="60489"/>
                  <a:pt x="119037" y="60693"/>
                </a:cubicBezTo>
                <a:lnTo>
                  <a:pt x="99283" y="51428"/>
                </a:lnTo>
                <a:cubicBezTo>
                  <a:pt x="99308" y="51326"/>
                  <a:pt x="99334" y="51224"/>
                  <a:pt x="99334" y="51122"/>
                </a:cubicBezTo>
                <a:cubicBezTo>
                  <a:pt x="99334" y="50586"/>
                  <a:pt x="98900" y="50178"/>
                  <a:pt x="98389" y="50178"/>
                </a:cubicBezTo>
                <a:cubicBezTo>
                  <a:pt x="97879" y="50178"/>
                  <a:pt x="97445" y="50612"/>
                  <a:pt x="97445" y="51122"/>
                </a:cubicBezTo>
                <a:cubicBezTo>
                  <a:pt x="97445" y="51250"/>
                  <a:pt x="97470" y="51377"/>
                  <a:pt x="97522" y="51505"/>
                </a:cubicBezTo>
                <a:lnTo>
                  <a:pt x="80957" y="60999"/>
                </a:lnTo>
                <a:lnTo>
                  <a:pt x="75955" y="58804"/>
                </a:lnTo>
                <a:cubicBezTo>
                  <a:pt x="75955" y="58779"/>
                  <a:pt x="75981" y="58728"/>
                  <a:pt x="75981" y="58677"/>
                </a:cubicBezTo>
                <a:cubicBezTo>
                  <a:pt x="75981" y="58370"/>
                  <a:pt x="75725" y="58115"/>
                  <a:pt x="75419" y="58115"/>
                </a:cubicBezTo>
                <a:cubicBezTo>
                  <a:pt x="75266" y="58115"/>
                  <a:pt x="75138" y="58166"/>
                  <a:pt x="75036" y="58268"/>
                </a:cubicBezTo>
                <a:lnTo>
                  <a:pt x="54235" y="42061"/>
                </a:lnTo>
                <a:cubicBezTo>
                  <a:pt x="54312" y="41934"/>
                  <a:pt x="54363" y="41755"/>
                  <a:pt x="54363" y="41577"/>
                </a:cubicBezTo>
                <a:cubicBezTo>
                  <a:pt x="54363" y="41041"/>
                  <a:pt x="53955" y="40632"/>
                  <a:pt x="53419" y="40632"/>
                </a:cubicBezTo>
                <a:cubicBezTo>
                  <a:pt x="53342" y="40632"/>
                  <a:pt x="53265" y="40632"/>
                  <a:pt x="53189" y="40658"/>
                </a:cubicBezTo>
                <a:lnTo>
                  <a:pt x="46732" y="24247"/>
                </a:lnTo>
                <a:cubicBezTo>
                  <a:pt x="47012" y="24119"/>
                  <a:pt x="47191" y="23838"/>
                  <a:pt x="47191" y="23507"/>
                </a:cubicBezTo>
                <a:cubicBezTo>
                  <a:pt x="47191" y="23047"/>
                  <a:pt x="46808" y="22664"/>
                  <a:pt x="46349" y="22664"/>
                </a:cubicBezTo>
                <a:cubicBezTo>
                  <a:pt x="45889" y="22664"/>
                  <a:pt x="45507" y="23022"/>
                  <a:pt x="45481" y="23456"/>
                </a:cubicBezTo>
                <a:lnTo>
                  <a:pt x="20265" y="25064"/>
                </a:lnTo>
                <a:lnTo>
                  <a:pt x="18325" y="17534"/>
                </a:lnTo>
                <a:cubicBezTo>
                  <a:pt x="18529" y="17432"/>
                  <a:pt x="18708" y="17203"/>
                  <a:pt x="18708" y="16947"/>
                </a:cubicBezTo>
                <a:cubicBezTo>
                  <a:pt x="18708" y="16590"/>
                  <a:pt x="18402" y="16309"/>
                  <a:pt x="18070" y="16309"/>
                </a:cubicBezTo>
                <a:cubicBezTo>
                  <a:pt x="17917" y="16309"/>
                  <a:pt x="17789" y="16360"/>
                  <a:pt x="17687" y="16437"/>
                </a:cubicBezTo>
                <a:lnTo>
                  <a:pt x="1429" y="894"/>
                </a:lnTo>
                <a:cubicBezTo>
                  <a:pt x="1480" y="817"/>
                  <a:pt x="1506" y="690"/>
                  <a:pt x="1506" y="588"/>
                </a:cubicBezTo>
                <a:cubicBezTo>
                  <a:pt x="1506" y="256"/>
                  <a:pt x="1251" y="1"/>
                  <a:pt x="9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39"/>
          </a:p>
        </p:txBody>
      </p:sp>
      <p:grpSp>
        <p:nvGrpSpPr>
          <p:cNvPr id="12" name="Google Shape;12;p2"/>
          <p:cNvGrpSpPr/>
          <p:nvPr/>
        </p:nvGrpSpPr>
        <p:grpSpPr>
          <a:xfrm>
            <a:off x="99" y="6791498"/>
            <a:ext cx="14615915" cy="1647572"/>
            <a:chOff x="62" y="4240596"/>
            <a:chExt cx="9143876" cy="1028740"/>
          </a:xfrm>
        </p:grpSpPr>
        <p:sp>
          <p:nvSpPr>
            <p:cNvPr id="13" name="Google Shape;13;p2"/>
            <p:cNvSpPr/>
            <p:nvPr/>
          </p:nvSpPr>
          <p:spPr>
            <a:xfrm flipH="1">
              <a:off x="62" y="4240596"/>
              <a:ext cx="9143876" cy="1028740"/>
            </a:xfrm>
            <a:custGeom>
              <a:avLst/>
              <a:gdLst/>
              <a:ahLst/>
              <a:cxnLst/>
              <a:rect l="l" t="t" r="r" b="b"/>
              <a:pathLst>
                <a:path w="172942" h="19457" extrusionOk="0">
                  <a:moveTo>
                    <a:pt x="172941" y="0"/>
                  </a:moveTo>
                  <a:lnTo>
                    <a:pt x="1" y="16929"/>
                  </a:lnTo>
                  <a:lnTo>
                    <a:pt x="1" y="19456"/>
                  </a:lnTo>
                  <a:lnTo>
                    <a:pt x="172941" y="19456"/>
                  </a:lnTo>
                  <a:lnTo>
                    <a:pt x="1729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39"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62" y="4240596"/>
              <a:ext cx="9143876" cy="1028740"/>
            </a:xfrm>
            <a:custGeom>
              <a:avLst/>
              <a:gdLst/>
              <a:ahLst/>
              <a:cxnLst/>
              <a:rect l="l" t="t" r="r" b="b"/>
              <a:pathLst>
                <a:path w="172942" h="19457" extrusionOk="0">
                  <a:moveTo>
                    <a:pt x="172941" y="0"/>
                  </a:moveTo>
                  <a:lnTo>
                    <a:pt x="1" y="16929"/>
                  </a:lnTo>
                  <a:lnTo>
                    <a:pt x="1" y="19456"/>
                  </a:lnTo>
                  <a:lnTo>
                    <a:pt x="172941" y="19456"/>
                  </a:lnTo>
                  <a:lnTo>
                    <a:pt x="1729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39"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3"/>
          <p:cNvGrpSpPr/>
          <p:nvPr/>
        </p:nvGrpSpPr>
        <p:grpSpPr>
          <a:xfrm>
            <a:off x="99" y="-7"/>
            <a:ext cx="14615915" cy="1647572"/>
            <a:chOff x="62" y="-4"/>
            <a:chExt cx="9143876" cy="1028740"/>
          </a:xfrm>
        </p:grpSpPr>
        <p:sp>
          <p:nvSpPr>
            <p:cNvPr id="17" name="Google Shape;17;p3"/>
            <p:cNvSpPr/>
            <p:nvPr/>
          </p:nvSpPr>
          <p:spPr>
            <a:xfrm rot="10800000" flipH="1">
              <a:off x="62" y="-4"/>
              <a:ext cx="9143876" cy="1028740"/>
            </a:xfrm>
            <a:custGeom>
              <a:avLst/>
              <a:gdLst/>
              <a:ahLst/>
              <a:cxnLst/>
              <a:rect l="l" t="t" r="r" b="b"/>
              <a:pathLst>
                <a:path w="172942" h="19457" extrusionOk="0">
                  <a:moveTo>
                    <a:pt x="172941" y="0"/>
                  </a:moveTo>
                  <a:lnTo>
                    <a:pt x="1" y="16929"/>
                  </a:lnTo>
                  <a:lnTo>
                    <a:pt x="1" y="19456"/>
                  </a:lnTo>
                  <a:lnTo>
                    <a:pt x="172941" y="19456"/>
                  </a:lnTo>
                  <a:lnTo>
                    <a:pt x="1729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39"/>
            </a:p>
          </p:txBody>
        </p:sp>
        <p:sp>
          <p:nvSpPr>
            <p:cNvPr id="18" name="Google Shape;18;p3"/>
            <p:cNvSpPr/>
            <p:nvPr/>
          </p:nvSpPr>
          <p:spPr>
            <a:xfrm rot="10800000">
              <a:off x="62" y="-4"/>
              <a:ext cx="9143876" cy="1028740"/>
            </a:xfrm>
            <a:custGeom>
              <a:avLst/>
              <a:gdLst/>
              <a:ahLst/>
              <a:cxnLst/>
              <a:rect l="l" t="t" r="r" b="b"/>
              <a:pathLst>
                <a:path w="172942" h="19457" extrusionOk="0">
                  <a:moveTo>
                    <a:pt x="172941" y="0"/>
                  </a:moveTo>
                  <a:lnTo>
                    <a:pt x="1" y="16929"/>
                  </a:lnTo>
                  <a:lnTo>
                    <a:pt x="1" y="19456"/>
                  </a:lnTo>
                  <a:lnTo>
                    <a:pt x="172941" y="19456"/>
                  </a:lnTo>
                  <a:lnTo>
                    <a:pt x="1729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39"/>
            </a:p>
          </p:txBody>
        </p:sp>
      </p:grpSp>
      <p:grpSp>
        <p:nvGrpSpPr>
          <p:cNvPr id="19" name="Google Shape;19;p3"/>
          <p:cNvGrpSpPr/>
          <p:nvPr/>
        </p:nvGrpSpPr>
        <p:grpSpPr>
          <a:xfrm>
            <a:off x="-4083411" y="856817"/>
            <a:ext cx="22782935" cy="14212590"/>
            <a:chOff x="-2771747" y="534994"/>
            <a:chExt cx="14253253" cy="8874309"/>
          </a:xfrm>
        </p:grpSpPr>
        <p:sp>
          <p:nvSpPr>
            <p:cNvPr id="20" name="Google Shape;20;p3"/>
            <p:cNvSpPr/>
            <p:nvPr/>
          </p:nvSpPr>
          <p:spPr>
            <a:xfrm rot="2991695" flipH="1">
              <a:off x="-1956763" y="2268050"/>
              <a:ext cx="7047826" cy="5408198"/>
            </a:xfrm>
            <a:custGeom>
              <a:avLst/>
              <a:gdLst/>
              <a:ahLst/>
              <a:cxnLst/>
              <a:rect l="l" t="t" r="r" b="b"/>
              <a:pathLst>
                <a:path w="143718" h="110283" extrusionOk="0">
                  <a:moveTo>
                    <a:pt x="1276" y="1047"/>
                  </a:moveTo>
                  <a:lnTo>
                    <a:pt x="17534" y="16565"/>
                  </a:lnTo>
                  <a:cubicBezTo>
                    <a:pt x="17483" y="16667"/>
                    <a:pt x="17457" y="16743"/>
                    <a:pt x="17432" y="16845"/>
                  </a:cubicBezTo>
                  <a:lnTo>
                    <a:pt x="1889" y="17279"/>
                  </a:lnTo>
                  <a:cubicBezTo>
                    <a:pt x="1812" y="16845"/>
                    <a:pt x="1480" y="16514"/>
                    <a:pt x="1046" y="16462"/>
                  </a:cubicBezTo>
                  <a:lnTo>
                    <a:pt x="1046" y="1149"/>
                  </a:lnTo>
                  <a:cubicBezTo>
                    <a:pt x="1123" y="1124"/>
                    <a:pt x="1225" y="1098"/>
                    <a:pt x="1276" y="1047"/>
                  </a:cubicBezTo>
                  <a:close/>
                  <a:moveTo>
                    <a:pt x="17432" y="17050"/>
                  </a:moveTo>
                  <a:cubicBezTo>
                    <a:pt x="17457" y="17177"/>
                    <a:pt x="17508" y="17279"/>
                    <a:pt x="17585" y="17381"/>
                  </a:cubicBezTo>
                  <a:lnTo>
                    <a:pt x="11638" y="24936"/>
                  </a:lnTo>
                  <a:cubicBezTo>
                    <a:pt x="11485" y="24859"/>
                    <a:pt x="11306" y="24808"/>
                    <a:pt x="11128" y="24808"/>
                  </a:cubicBezTo>
                  <a:cubicBezTo>
                    <a:pt x="10873" y="24808"/>
                    <a:pt x="10643" y="24910"/>
                    <a:pt x="10464" y="25064"/>
                  </a:cubicBezTo>
                  <a:lnTo>
                    <a:pt x="1736" y="17917"/>
                  </a:lnTo>
                  <a:cubicBezTo>
                    <a:pt x="1812" y="17790"/>
                    <a:pt x="1863" y="17637"/>
                    <a:pt x="1889" y="17483"/>
                  </a:cubicBezTo>
                  <a:lnTo>
                    <a:pt x="17432" y="17050"/>
                  </a:lnTo>
                  <a:close/>
                  <a:moveTo>
                    <a:pt x="17764" y="17483"/>
                  </a:moveTo>
                  <a:cubicBezTo>
                    <a:pt x="17840" y="17534"/>
                    <a:pt x="17942" y="17585"/>
                    <a:pt x="18070" y="17585"/>
                  </a:cubicBezTo>
                  <a:cubicBezTo>
                    <a:pt x="18070" y="17585"/>
                    <a:pt x="18095" y="17560"/>
                    <a:pt x="18121" y="17560"/>
                  </a:cubicBezTo>
                  <a:lnTo>
                    <a:pt x="20061" y="25089"/>
                  </a:lnTo>
                  <a:lnTo>
                    <a:pt x="12047" y="25574"/>
                  </a:lnTo>
                  <a:cubicBezTo>
                    <a:pt x="12021" y="25395"/>
                    <a:pt x="11919" y="25191"/>
                    <a:pt x="11791" y="25064"/>
                  </a:cubicBezTo>
                  <a:lnTo>
                    <a:pt x="17764" y="17483"/>
                  </a:lnTo>
                  <a:close/>
                  <a:moveTo>
                    <a:pt x="20112" y="25268"/>
                  </a:moveTo>
                  <a:lnTo>
                    <a:pt x="22460" y="34405"/>
                  </a:lnTo>
                  <a:cubicBezTo>
                    <a:pt x="22332" y="34456"/>
                    <a:pt x="22230" y="34507"/>
                    <a:pt x="22128" y="34609"/>
                  </a:cubicBezTo>
                  <a:lnTo>
                    <a:pt x="14726" y="28560"/>
                  </a:lnTo>
                  <a:lnTo>
                    <a:pt x="11919" y="26263"/>
                  </a:lnTo>
                  <a:cubicBezTo>
                    <a:pt x="12021" y="26135"/>
                    <a:pt x="12072" y="25957"/>
                    <a:pt x="12072" y="25778"/>
                  </a:cubicBezTo>
                  <a:lnTo>
                    <a:pt x="20112" y="25268"/>
                  </a:lnTo>
                  <a:close/>
                  <a:moveTo>
                    <a:pt x="45507" y="23660"/>
                  </a:moveTo>
                  <a:cubicBezTo>
                    <a:pt x="45507" y="23711"/>
                    <a:pt x="45532" y="23762"/>
                    <a:pt x="45532" y="23787"/>
                  </a:cubicBezTo>
                  <a:lnTo>
                    <a:pt x="23583" y="34762"/>
                  </a:lnTo>
                  <a:cubicBezTo>
                    <a:pt x="23404" y="34507"/>
                    <a:pt x="23123" y="34328"/>
                    <a:pt x="22792" y="34328"/>
                  </a:cubicBezTo>
                  <a:cubicBezTo>
                    <a:pt x="22741" y="34328"/>
                    <a:pt x="22690" y="34328"/>
                    <a:pt x="22664" y="34354"/>
                  </a:cubicBezTo>
                  <a:lnTo>
                    <a:pt x="20316" y="25242"/>
                  </a:lnTo>
                  <a:lnTo>
                    <a:pt x="45507" y="23660"/>
                  </a:lnTo>
                  <a:close/>
                  <a:moveTo>
                    <a:pt x="45634" y="23966"/>
                  </a:moveTo>
                  <a:cubicBezTo>
                    <a:pt x="45634" y="23992"/>
                    <a:pt x="45634" y="23992"/>
                    <a:pt x="45634" y="23992"/>
                  </a:cubicBezTo>
                  <a:lnTo>
                    <a:pt x="30908" y="36855"/>
                  </a:lnTo>
                  <a:lnTo>
                    <a:pt x="23736" y="35375"/>
                  </a:lnTo>
                  <a:cubicBezTo>
                    <a:pt x="23736" y="35349"/>
                    <a:pt x="23736" y="35298"/>
                    <a:pt x="23736" y="35273"/>
                  </a:cubicBezTo>
                  <a:cubicBezTo>
                    <a:pt x="23736" y="35170"/>
                    <a:pt x="23710" y="35043"/>
                    <a:pt x="23685" y="34941"/>
                  </a:cubicBezTo>
                  <a:lnTo>
                    <a:pt x="45634" y="23966"/>
                  </a:lnTo>
                  <a:close/>
                  <a:moveTo>
                    <a:pt x="1608" y="18070"/>
                  </a:moveTo>
                  <a:lnTo>
                    <a:pt x="10337" y="25217"/>
                  </a:lnTo>
                  <a:cubicBezTo>
                    <a:pt x="10235" y="25370"/>
                    <a:pt x="10183" y="25548"/>
                    <a:pt x="10183" y="25753"/>
                  </a:cubicBezTo>
                  <a:cubicBezTo>
                    <a:pt x="10183" y="26008"/>
                    <a:pt x="10311" y="26238"/>
                    <a:pt x="10464" y="26416"/>
                  </a:cubicBezTo>
                  <a:lnTo>
                    <a:pt x="1455" y="37876"/>
                  </a:lnTo>
                  <a:cubicBezTo>
                    <a:pt x="1327" y="37799"/>
                    <a:pt x="1200" y="37774"/>
                    <a:pt x="1046" y="37748"/>
                  </a:cubicBezTo>
                  <a:lnTo>
                    <a:pt x="1046" y="18351"/>
                  </a:lnTo>
                  <a:cubicBezTo>
                    <a:pt x="1276" y="18326"/>
                    <a:pt x="1455" y="18224"/>
                    <a:pt x="1608" y="18070"/>
                  </a:cubicBezTo>
                  <a:close/>
                  <a:moveTo>
                    <a:pt x="11791" y="26416"/>
                  </a:moveTo>
                  <a:lnTo>
                    <a:pt x="21924" y="34686"/>
                  </a:lnTo>
                  <a:lnTo>
                    <a:pt x="22000" y="34762"/>
                  </a:lnTo>
                  <a:cubicBezTo>
                    <a:pt x="21898" y="34915"/>
                    <a:pt x="21847" y="35094"/>
                    <a:pt x="21847" y="35273"/>
                  </a:cubicBezTo>
                  <a:cubicBezTo>
                    <a:pt x="21847" y="35298"/>
                    <a:pt x="21847" y="35324"/>
                    <a:pt x="21847" y="35324"/>
                  </a:cubicBezTo>
                  <a:lnTo>
                    <a:pt x="10822" y="37034"/>
                  </a:lnTo>
                  <a:lnTo>
                    <a:pt x="1863" y="38437"/>
                  </a:lnTo>
                  <a:cubicBezTo>
                    <a:pt x="1812" y="38284"/>
                    <a:pt x="1736" y="38131"/>
                    <a:pt x="1608" y="38003"/>
                  </a:cubicBezTo>
                  <a:lnTo>
                    <a:pt x="10643" y="26544"/>
                  </a:lnTo>
                  <a:cubicBezTo>
                    <a:pt x="10770" y="26620"/>
                    <a:pt x="10949" y="26697"/>
                    <a:pt x="11128" y="26697"/>
                  </a:cubicBezTo>
                  <a:cubicBezTo>
                    <a:pt x="11383" y="26697"/>
                    <a:pt x="11638" y="26569"/>
                    <a:pt x="11791" y="26416"/>
                  </a:cubicBezTo>
                  <a:close/>
                  <a:moveTo>
                    <a:pt x="45762" y="24145"/>
                  </a:moveTo>
                  <a:cubicBezTo>
                    <a:pt x="45915" y="24272"/>
                    <a:pt x="46119" y="24349"/>
                    <a:pt x="46323" y="24349"/>
                  </a:cubicBezTo>
                  <a:cubicBezTo>
                    <a:pt x="46400" y="24349"/>
                    <a:pt x="46476" y="24349"/>
                    <a:pt x="46553" y="24323"/>
                  </a:cubicBezTo>
                  <a:lnTo>
                    <a:pt x="52985" y="40734"/>
                  </a:lnTo>
                  <a:cubicBezTo>
                    <a:pt x="52781" y="40836"/>
                    <a:pt x="52602" y="41041"/>
                    <a:pt x="52525" y="41270"/>
                  </a:cubicBezTo>
                  <a:lnTo>
                    <a:pt x="31163" y="36906"/>
                  </a:lnTo>
                  <a:lnTo>
                    <a:pt x="45762" y="24145"/>
                  </a:lnTo>
                  <a:close/>
                  <a:moveTo>
                    <a:pt x="23685" y="35579"/>
                  </a:moveTo>
                  <a:lnTo>
                    <a:pt x="23813" y="35604"/>
                  </a:lnTo>
                  <a:lnTo>
                    <a:pt x="30729" y="37008"/>
                  </a:lnTo>
                  <a:lnTo>
                    <a:pt x="18836" y="47396"/>
                  </a:lnTo>
                  <a:cubicBezTo>
                    <a:pt x="18810" y="47370"/>
                    <a:pt x="18759" y="47345"/>
                    <a:pt x="18734" y="47319"/>
                  </a:cubicBezTo>
                  <a:lnTo>
                    <a:pt x="21158" y="40275"/>
                  </a:lnTo>
                  <a:lnTo>
                    <a:pt x="22562" y="36191"/>
                  </a:lnTo>
                  <a:cubicBezTo>
                    <a:pt x="22638" y="36217"/>
                    <a:pt x="22715" y="36217"/>
                    <a:pt x="22792" y="36217"/>
                  </a:cubicBezTo>
                  <a:cubicBezTo>
                    <a:pt x="23200" y="36217"/>
                    <a:pt x="23557" y="35962"/>
                    <a:pt x="23685" y="35579"/>
                  </a:cubicBezTo>
                  <a:close/>
                  <a:moveTo>
                    <a:pt x="21873" y="35528"/>
                  </a:moveTo>
                  <a:cubicBezTo>
                    <a:pt x="21949" y="35783"/>
                    <a:pt x="22128" y="36013"/>
                    <a:pt x="22383" y="36140"/>
                  </a:cubicBezTo>
                  <a:lnTo>
                    <a:pt x="20980" y="40224"/>
                  </a:lnTo>
                  <a:lnTo>
                    <a:pt x="18555" y="47243"/>
                  </a:lnTo>
                  <a:lnTo>
                    <a:pt x="18453" y="47243"/>
                  </a:lnTo>
                  <a:cubicBezTo>
                    <a:pt x="18249" y="47243"/>
                    <a:pt x="18070" y="47345"/>
                    <a:pt x="17942" y="47498"/>
                  </a:cubicBezTo>
                  <a:lnTo>
                    <a:pt x="12404" y="44563"/>
                  </a:lnTo>
                  <a:lnTo>
                    <a:pt x="1812" y="39024"/>
                  </a:lnTo>
                  <a:cubicBezTo>
                    <a:pt x="1863" y="38922"/>
                    <a:pt x="1889" y="38820"/>
                    <a:pt x="1889" y="38693"/>
                  </a:cubicBezTo>
                  <a:cubicBezTo>
                    <a:pt x="1889" y="38667"/>
                    <a:pt x="1889" y="38641"/>
                    <a:pt x="1889" y="38641"/>
                  </a:cubicBezTo>
                  <a:lnTo>
                    <a:pt x="21873" y="35528"/>
                  </a:lnTo>
                  <a:close/>
                  <a:moveTo>
                    <a:pt x="30959" y="37059"/>
                  </a:moveTo>
                  <a:lnTo>
                    <a:pt x="52474" y="41474"/>
                  </a:lnTo>
                  <a:cubicBezTo>
                    <a:pt x="52474" y="41500"/>
                    <a:pt x="52474" y="41551"/>
                    <a:pt x="52474" y="41577"/>
                  </a:cubicBezTo>
                  <a:cubicBezTo>
                    <a:pt x="52474" y="41602"/>
                    <a:pt x="52474" y="41602"/>
                    <a:pt x="52500" y="41628"/>
                  </a:cubicBezTo>
                  <a:lnTo>
                    <a:pt x="44282" y="43108"/>
                  </a:lnTo>
                  <a:lnTo>
                    <a:pt x="19014" y="47651"/>
                  </a:lnTo>
                  <a:cubicBezTo>
                    <a:pt x="18989" y="47600"/>
                    <a:pt x="18989" y="47574"/>
                    <a:pt x="18963" y="47523"/>
                  </a:cubicBezTo>
                  <a:lnTo>
                    <a:pt x="30959" y="37059"/>
                  </a:lnTo>
                  <a:close/>
                  <a:moveTo>
                    <a:pt x="52653" y="42113"/>
                  </a:moveTo>
                  <a:cubicBezTo>
                    <a:pt x="52704" y="42189"/>
                    <a:pt x="52781" y="42240"/>
                    <a:pt x="52832" y="42317"/>
                  </a:cubicBezTo>
                  <a:lnTo>
                    <a:pt x="45992" y="53036"/>
                  </a:lnTo>
                  <a:cubicBezTo>
                    <a:pt x="45864" y="52985"/>
                    <a:pt x="45736" y="52934"/>
                    <a:pt x="45583" y="52934"/>
                  </a:cubicBezTo>
                  <a:cubicBezTo>
                    <a:pt x="45124" y="52934"/>
                    <a:pt x="44766" y="53240"/>
                    <a:pt x="44664" y="53623"/>
                  </a:cubicBezTo>
                  <a:lnTo>
                    <a:pt x="34864" y="52066"/>
                  </a:lnTo>
                  <a:lnTo>
                    <a:pt x="35604" y="51632"/>
                  </a:lnTo>
                  <a:lnTo>
                    <a:pt x="45966" y="45839"/>
                  </a:lnTo>
                  <a:lnTo>
                    <a:pt x="52653" y="42113"/>
                  </a:lnTo>
                  <a:close/>
                  <a:moveTo>
                    <a:pt x="53010" y="42419"/>
                  </a:moveTo>
                  <a:cubicBezTo>
                    <a:pt x="53138" y="42470"/>
                    <a:pt x="53265" y="42521"/>
                    <a:pt x="53419" y="42521"/>
                  </a:cubicBezTo>
                  <a:cubicBezTo>
                    <a:pt x="53546" y="42521"/>
                    <a:pt x="53648" y="42495"/>
                    <a:pt x="53750" y="42444"/>
                  </a:cubicBezTo>
                  <a:lnTo>
                    <a:pt x="60616" y="56201"/>
                  </a:lnTo>
                  <a:lnTo>
                    <a:pt x="60616" y="56201"/>
                  </a:lnTo>
                  <a:lnTo>
                    <a:pt x="51709" y="54772"/>
                  </a:lnTo>
                  <a:lnTo>
                    <a:pt x="46502" y="53929"/>
                  </a:lnTo>
                  <a:cubicBezTo>
                    <a:pt x="46502" y="53904"/>
                    <a:pt x="46528" y="53904"/>
                    <a:pt x="46528" y="53878"/>
                  </a:cubicBezTo>
                  <a:cubicBezTo>
                    <a:pt x="46528" y="53572"/>
                    <a:pt x="46374" y="53317"/>
                    <a:pt x="46170" y="53138"/>
                  </a:cubicBezTo>
                  <a:lnTo>
                    <a:pt x="46579" y="52500"/>
                  </a:lnTo>
                  <a:lnTo>
                    <a:pt x="53010" y="42419"/>
                  </a:lnTo>
                  <a:close/>
                  <a:moveTo>
                    <a:pt x="52525" y="41832"/>
                  </a:moveTo>
                  <a:cubicBezTo>
                    <a:pt x="52525" y="41857"/>
                    <a:pt x="52551" y="41908"/>
                    <a:pt x="52551" y="41934"/>
                  </a:cubicBezTo>
                  <a:lnTo>
                    <a:pt x="42163" y="47753"/>
                  </a:lnTo>
                  <a:lnTo>
                    <a:pt x="34557" y="51990"/>
                  </a:lnTo>
                  <a:lnTo>
                    <a:pt x="34430" y="51990"/>
                  </a:lnTo>
                  <a:lnTo>
                    <a:pt x="34455" y="52041"/>
                  </a:lnTo>
                  <a:lnTo>
                    <a:pt x="26901" y="56277"/>
                  </a:lnTo>
                  <a:lnTo>
                    <a:pt x="23557" y="58141"/>
                  </a:lnTo>
                  <a:cubicBezTo>
                    <a:pt x="23379" y="57911"/>
                    <a:pt x="23098" y="57732"/>
                    <a:pt x="22792" y="57732"/>
                  </a:cubicBezTo>
                  <a:cubicBezTo>
                    <a:pt x="22690" y="57732"/>
                    <a:pt x="22613" y="57758"/>
                    <a:pt x="22536" y="57783"/>
                  </a:cubicBezTo>
                  <a:lnTo>
                    <a:pt x="19857" y="51096"/>
                  </a:lnTo>
                  <a:lnTo>
                    <a:pt x="18759" y="48391"/>
                  </a:lnTo>
                  <a:cubicBezTo>
                    <a:pt x="18938" y="48263"/>
                    <a:pt x="19065" y="48085"/>
                    <a:pt x="19065" y="47855"/>
                  </a:cubicBezTo>
                  <a:lnTo>
                    <a:pt x="24987" y="46783"/>
                  </a:lnTo>
                  <a:lnTo>
                    <a:pt x="52525" y="41832"/>
                  </a:lnTo>
                  <a:close/>
                  <a:moveTo>
                    <a:pt x="54108" y="42215"/>
                  </a:moveTo>
                  <a:lnTo>
                    <a:pt x="74909" y="58421"/>
                  </a:lnTo>
                  <a:cubicBezTo>
                    <a:pt x="74909" y="58447"/>
                    <a:pt x="74883" y="58472"/>
                    <a:pt x="74883" y="58498"/>
                  </a:cubicBezTo>
                  <a:lnTo>
                    <a:pt x="60871" y="56226"/>
                  </a:lnTo>
                  <a:lnTo>
                    <a:pt x="53929" y="42368"/>
                  </a:lnTo>
                  <a:cubicBezTo>
                    <a:pt x="54006" y="42317"/>
                    <a:pt x="54057" y="42266"/>
                    <a:pt x="54108" y="42215"/>
                  </a:cubicBezTo>
                  <a:close/>
                  <a:moveTo>
                    <a:pt x="60973" y="56456"/>
                  </a:moveTo>
                  <a:lnTo>
                    <a:pt x="74858" y="58702"/>
                  </a:lnTo>
                  <a:lnTo>
                    <a:pt x="63321" y="61203"/>
                  </a:lnTo>
                  <a:lnTo>
                    <a:pt x="60973" y="56456"/>
                  </a:lnTo>
                  <a:close/>
                  <a:moveTo>
                    <a:pt x="46476" y="54134"/>
                  </a:moveTo>
                  <a:lnTo>
                    <a:pt x="60718" y="56405"/>
                  </a:lnTo>
                  <a:lnTo>
                    <a:pt x="63117" y="61229"/>
                  </a:lnTo>
                  <a:lnTo>
                    <a:pt x="58447" y="62250"/>
                  </a:lnTo>
                  <a:cubicBezTo>
                    <a:pt x="58370" y="61969"/>
                    <a:pt x="58115" y="61790"/>
                    <a:pt x="57808" y="61790"/>
                  </a:cubicBezTo>
                  <a:cubicBezTo>
                    <a:pt x="57604" y="61790"/>
                    <a:pt x="57426" y="61867"/>
                    <a:pt x="57298" y="61995"/>
                  </a:cubicBezTo>
                  <a:lnTo>
                    <a:pt x="46400" y="54338"/>
                  </a:lnTo>
                  <a:cubicBezTo>
                    <a:pt x="46425" y="54261"/>
                    <a:pt x="46451" y="54185"/>
                    <a:pt x="46476" y="54134"/>
                  </a:cubicBezTo>
                  <a:close/>
                  <a:moveTo>
                    <a:pt x="1736" y="39203"/>
                  </a:moveTo>
                  <a:lnTo>
                    <a:pt x="4543" y="40683"/>
                  </a:lnTo>
                  <a:lnTo>
                    <a:pt x="17866" y="47676"/>
                  </a:lnTo>
                  <a:cubicBezTo>
                    <a:pt x="17840" y="47727"/>
                    <a:pt x="17815" y="47779"/>
                    <a:pt x="17815" y="47855"/>
                  </a:cubicBezTo>
                  <a:cubicBezTo>
                    <a:pt x="17815" y="47983"/>
                    <a:pt x="17866" y="48085"/>
                    <a:pt x="17917" y="48187"/>
                  </a:cubicBezTo>
                  <a:lnTo>
                    <a:pt x="1940" y="62530"/>
                  </a:lnTo>
                  <a:lnTo>
                    <a:pt x="1582" y="62862"/>
                  </a:lnTo>
                  <a:cubicBezTo>
                    <a:pt x="1429" y="62735"/>
                    <a:pt x="1251" y="62633"/>
                    <a:pt x="1046" y="62607"/>
                  </a:cubicBezTo>
                  <a:lnTo>
                    <a:pt x="1046" y="39611"/>
                  </a:lnTo>
                  <a:cubicBezTo>
                    <a:pt x="1327" y="39586"/>
                    <a:pt x="1582" y="39433"/>
                    <a:pt x="1736" y="39203"/>
                  </a:cubicBezTo>
                  <a:close/>
                  <a:moveTo>
                    <a:pt x="18070" y="48340"/>
                  </a:moveTo>
                  <a:cubicBezTo>
                    <a:pt x="18172" y="48417"/>
                    <a:pt x="18300" y="48468"/>
                    <a:pt x="18453" y="48468"/>
                  </a:cubicBezTo>
                  <a:lnTo>
                    <a:pt x="18580" y="48468"/>
                  </a:lnTo>
                  <a:lnTo>
                    <a:pt x="22358" y="57860"/>
                  </a:lnTo>
                  <a:cubicBezTo>
                    <a:pt x="22051" y="58013"/>
                    <a:pt x="21847" y="58319"/>
                    <a:pt x="21847" y="58677"/>
                  </a:cubicBezTo>
                  <a:cubicBezTo>
                    <a:pt x="21847" y="58728"/>
                    <a:pt x="21847" y="58753"/>
                    <a:pt x="21847" y="58779"/>
                  </a:cubicBezTo>
                  <a:lnTo>
                    <a:pt x="1838" y="63245"/>
                  </a:lnTo>
                  <a:cubicBezTo>
                    <a:pt x="1812" y="63169"/>
                    <a:pt x="1761" y="63066"/>
                    <a:pt x="1710" y="62990"/>
                  </a:cubicBezTo>
                  <a:lnTo>
                    <a:pt x="7019" y="58243"/>
                  </a:lnTo>
                  <a:lnTo>
                    <a:pt x="18070" y="48340"/>
                  </a:lnTo>
                  <a:close/>
                  <a:moveTo>
                    <a:pt x="46272" y="54491"/>
                  </a:moveTo>
                  <a:lnTo>
                    <a:pt x="57196" y="62173"/>
                  </a:lnTo>
                  <a:cubicBezTo>
                    <a:pt x="57145" y="62275"/>
                    <a:pt x="57119" y="62377"/>
                    <a:pt x="57119" y="62479"/>
                  </a:cubicBezTo>
                  <a:cubicBezTo>
                    <a:pt x="57119" y="62505"/>
                    <a:pt x="57119" y="62505"/>
                    <a:pt x="57119" y="62530"/>
                  </a:cubicBezTo>
                  <a:lnTo>
                    <a:pt x="46732" y="64776"/>
                  </a:lnTo>
                  <a:cubicBezTo>
                    <a:pt x="46604" y="64419"/>
                    <a:pt x="46298" y="64164"/>
                    <a:pt x="45915" y="64113"/>
                  </a:cubicBezTo>
                  <a:lnTo>
                    <a:pt x="45685" y="54823"/>
                  </a:lnTo>
                  <a:cubicBezTo>
                    <a:pt x="45915" y="54797"/>
                    <a:pt x="46145" y="54670"/>
                    <a:pt x="46272" y="54491"/>
                  </a:cubicBezTo>
                  <a:close/>
                  <a:moveTo>
                    <a:pt x="99206" y="51607"/>
                  </a:moveTo>
                  <a:lnTo>
                    <a:pt x="118960" y="60872"/>
                  </a:lnTo>
                  <a:cubicBezTo>
                    <a:pt x="118935" y="60948"/>
                    <a:pt x="118935" y="61025"/>
                    <a:pt x="118935" y="61101"/>
                  </a:cubicBezTo>
                  <a:cubicBezTo>
                    <a:pt x="118935" y="61127"/>
                    <a:pt x="118935" y="61127"/>
                    <a:pt x="118935" y="61152"/>
                  </a:cubicBezTo>
                  <a:lnTo>
                    <a:pt x="103009" y="64802"/>
                  </a:lnTo>
                  <a:lnTo>
                    <a:pt x="98772" y="51990"/>
                  </a:lnTo>
                  <a:cubicBezTo>
                    <a:pt x="98951" y="51913"/>
                    <a:pt x="99104" y="51760"/>
                    <a:pt x="99206" y="51607"/>
                  </a:cubicBezTo>
                  <a:close/>
                  <a:moveTo>
                    <a:pt x="34685" y="52219"/>
                  </a:moveTo>
                  <a:lnTo>
                    <a:pt x="44639" y="53827"/>
                  </a:lnTo>
                  <a:cubicBezTo>
                    <a:pt x="44639" y="53853"/>
                    <a:pt x="44639" y="53853"/>
                    <a:pt x="44639" y="53878"/>
                  </a:cubicBezTo>
                  <a:cubicBezTo>
                    <a:pt x="44639" y="54185"/>
                    <a:pt x="44766" y="54440"/>
                    <a:pt x="44996" y="54619"/>
                  </a:cubicBezTo>
                  <a:lnTo>
                    <a:pt x="40989" y="60897"/>
                  </a:lnTo>
                  <a:lnTo>
                    <a:pt x="37493" y="66333"/>
                  </a:lnTo>
                  <a:cubicBezTo>
                    <a:pt x="37416" y="66308"/>
                    <a:pt x="37339" y="66282"/>
                    <a:pt x="37237" y="66257"/>
                  </a:cubicBezTo>
                  <a:lnTo>
                    <a:pt x="34685" y="52219"/>
                  </a:lnTo>
                  <a:close/>
                  <a:moveTo>
                    <a:pt x="34481" y="52270"/>
                  </a:moveTo>
                  <a:lnTo>
                    <a:pt x="37033" y="66282"/>
                  </a:lnTo>
                  <a:cubicBezTo>
                    <a:pt x="36906" y="66308"/>
                    <a:pt x="36778" y="66359"/>
                    <a:pt x="36676" y="66461"/>
                  </a:cubicBezTo>
                  <a:lnTo>
                    <a:pt x="23659" y="59059"/>
                  </a:lnTo>
                  <a:cubicBezTo>
                    <a:pt x="23710" y="58957"/>
                    <a:pt x="23736" y="58830"/>
                    <a:pt x="23736" y="58677"/>
                  </a:cubicBezTo>
                  <a:cubicBezTo>
                    <a:pt x="23736" y="58549"/>
                    <a:pt x="23710" y="58421"/>
                    <a:pt x="23659" y="58319"/>
                  </a:cubicBezTo>
                  <a:lnTo>
                    <a:pt x="34481" y="52270"/>
                  </a:lnTo>
                  <a:close/>
                  <a:moveTo>
                    <a:pt x="97624" y="51683"/>
                  </a:moveTo>
                  <a:cubicBezTo>
                    <a:pt x="97726" y="51811"/>
                    <a:pt x="97879" y="51939"/>
                    <a:pt x="98057" y="51990"/>
                  </a:cubicBezTo>
                  <a:lnTo>
                    <a:pt x="94229" y="66206"/>
                  </a:lnTo>
                  <a:lnTo>
                    <a:pt x="94127" y="66206"/>
                  </a:lnTo>
                  <a:cubicBezTo>
                    <a:pt x="93872" y="66206"/>
                    <a:pt x="93668" y="66333"/>
                    <a:pt x="93540" y="66538"/>
                  </a:cubicBezTo>
                  <a:lnTo>
                    <a:pt x="81162" y="61101"/>
                  </a:lnTo>
                  <a:lnTo>
                    <a:pt x="97624" y="51683"/>
                  </a:lnTo>
                  <a:close/>
                  <a:moveTo>
                    <a:pt x="98593" y="52041"/>
                  </a:moveTo>
                  <a:lnTo>
                    <a:pt x="102805" y="64828"/>
                  </a:lnTo>
                  <a:lnTo>
                    <a:pt x="94791" y="66665"/>
                  </a:lnTo>
                  <a:cubicBezTo>
                    <a:pt x="94714" y="66486"/>
                    <a:pt x="94586" y="66333"/>
                    <a:pt x="94408" y="66257"/>
                  </a:cubicBezTo>
                  <a:lnTo>
                    <a:pt x="98236" y="52041"/>
                  </a:lnTo>
                  <a:cubicBezTo>
                    <a:pt x="98287" y="52066"/>
                    <a:pt x="98338" y="52066"/>
                    <a:pt x="98389" y="52066"/>
                  </a:cubicBezTo>
                  <a:cubicBezTo>
                    <a:pt x="98466" y="52066"/>
                    <a:pt x="98517" y="52066"/>
                    <a:pt x="98593" y="52041"/>
                  </a:cubicBezTo>
                  <a:close/>
                  <a:moveTo>
                    <a:pt x="45149" y="54721"/>
                  </a:moveTo>
                  <a:cubicBezTo>
                    <a:pt x="45251" y="54772"/>
                    <a:pt x="45379" y="54797"/>
                    <a:pt x="45507" y="54823"/>
                  </a:cubicBezTo>
                  <a:lnTo>
                    <a:pt x="45711" y="64138"/>
                  </a:lnTo>
                  <a:cubicBezTo>
                    <a:pt x="45251" y="64189"/>
                    <a:pt x="44894" y="64572"/>
                    <a:pt x="44894" y="65057"/>
                  </a:cubicBezTo>
                  <a:cubicBezTo>
                    <a:pt x="44894" y="65108"/>
                    <a:pt x="44894" y="65134"/>
                    <a:pt x="44894" y="65159"/>
                  </a:cubicBezTo>
                  <a:lnTo>
                    <a:pt x="37850" y="66691"/>
                  </a:lnTo>
                  <a:cubicBezTo>
                    <a:pt x="37799" y="66589"/>
                    <a:pt x="37748" y="66512"/>
                    <a:pt x="37671" y="66461"/>
                  </a:cubicBezTo>
                  <a:lnTo>
                    <a:pt x="40223" y="62454"/>
                  </a:lnTo>
                  <a:lnTo>
                    <a:pt x="45149" y="54721"/>
                  </a:lnTo>
                  <a:close/>
                  <a:moveTo>
                    <a:pt x="74909" y="58906"/>
                  </a:moveTo>
                  <a:cubicBezTo>
                    <a:pt x="74909" y="58957"/>
                    <a:pt x="74960" y="59008"/>
                    <a:pt x="74985" y="59059"/>
                  </a:cubicBezTo>
                  <a:lnTo>
                    <a:pt x="67635" y="68248"/>
                  </a:lnTo>
                  <a:cubicBezTo>
                    <a:pt x="67507" y="68145"/>
                    <a:pt x="67328" y="68094"/>
                    <a:pt x="67150" y="68094"/>
                  </a:cubicBezTo>
                  <a:cubicBezTo>
                    <a:pt x="67022" y="68094"/>
                    <a:pt x="66920" y="68120"/>
                    <a:pt x="66818" y="68145"/>
                  </a:cubicBezTo>
                  <a:lnTo>
                    <a:pt x="63423" y="61382"/>
                  </a:lnTo>
                  <a:lnTo>
                    <a:pt x="74909" y="58906"/>
                  </a:lnTo>
                  <a:close/>
                  <a:moveTo>
                    <a:pt x="63219" y="61408"/>
                  </a:moveTo>
                  <a:lnTo>
                    <a:pt x="66614" y="68248"/>
                  </a:lnTo>
                  <a:cubicBezTo>
                    <a:pt x="66563" y="68299"/>
                    <a:pt x="66486" y="68350"/>
                    <a:pt x="66435" y="68426"/>
                  </a:cubicBezTo>
                  <a:lnTo>
                    <a:pt x="58421" y="62786"/>
                  </a:lnTo>
                  <a:cubicBezTo>
                    <a:pt x="58472" y="62709"/>
                    <a:pt x="58498" y="62582"/>
                    <a:pt x="58498" y="62479"/>
                  </a:cubicBezTo>
                  <a:cubicBezTo>
                    <a:pt x="58498" y="62454"/>
                    <a:pt x="58498" y="62454"/>
                    <a:pt x="58498" y="62428"/>
                  </a:cubicBezTo>
                  <a:lnTo>
                    <a:pt x="63219" y="61408"/>
                  </a:lnTo>
                  <a:close/>
                  <a:moveTo>
                    <a:pt x="75878" y="59008"/>
                  </a:moveTo>
                  <a:lnTo>
                    <a:pt x="80728" y="61127"/>
                  </a:lnTo>
                  <a:lnTo>
                    <a:pt x="67915" y="68477"/>
                  </a:lnTo>
                  <a:cubicBezTo>
                    <a:pt x="67864" y="68452"/>
                    <a:pt x="67839" y="68401"/>
                    <a:pt x="67813" y="68375"/>
                  </a:cubicBezTo>
                  <a:lnTo>
                    <a:pt x="75138" y="59187"/>
                  </a:lnTo>
                  <a:cubicBezTo>
                    <a:pt x="75215" y="59213"/>
                    <a:pt x="75317" y="59238"/>
                    <a:pt x="75419" y="59238"/>
                  </a:cubicBezTo>
                  <a:cubicBezTo>
                    <a:pt x="75598" y="59238"/>
                    <a:pt x="75776" y="59136"/>
                    <a:pt x="75878" y="59008"/>
                  </a:cubicBezTo>
                  <a:close/>
                  <a:moveTo>
                    <a:pt x="80957" y="61229"/>
                  </a:moveTo>
                  <a:lnTo>
                    <a:pt x="93463" y="66716"/>
                  </a:lnTo>
                  <a:cubicBezTo>
                    <a:pt x="93438" y="66767"/>
                    <a:pt x="93438" y="66818"/>
                    <a:pt x="93438" y="66869"/>
                  </a:cubicBezTo>
                  <a:lnTo>
                    <a:pt x="84964" y="67533"/>
                  </a:lnTo>
                  <a:lnTo>
                    <a:pt x="68069" y="68860"/>
                  </a:lnTo>
                  <a:cubicBezTo>
                    <a:pt x="68043" y="68783"/>
                    <a:pt x="68017" y="68732"/>
                    <a:pt x="67992" y="68656"/>
                  </a:cubicBezTo>
                  <a:lnTo>
                    <a:pt x="80957" y="61229"/>
                  </a:lnTo>
                  <a:close/>
                  <a:moveTo>
                    <a:pt x="118986" y="61356"/>
                  </a:moveTo>
                  <a:lnTo>
                    <a:pt x="110997" y="65746"/>
                  </a:lnTo>
                  <a:lnTo>
                    <a:pt x="104515" y="69345"/>
                  </a:lnTo>
                  <a:lnTo>
                    <a:pt x="103060" y="64981"/>
                  </a:lnTo>
                  <a:lnTo>
                    <a:pt x="118986" y="61356"/>
                  </a:lnTo>
                  <a:close/>
                  <a:moveTo>
                    <a:pt x="23557" y="59238"/>
                  </a:moveTo>
                  <a:lnTo>
                    <a:pt x="36548" y="66614"/>
                  </a:lnTo>
                  <a:cubicBezTo>
                    <a:pt x="36497" y="66742"/>
                    <a:pt x="36446" y="66844"/>
                    <a:pt x="36446" y="66997"/>
                  </a:cubicBezTo>
                  <a:cubicBezTo>
                    <a:pt x="36446" y="67227"/>
                    <a:pt x="36574" y="67456"/>
                    <a:pt x="36752" y="67584"/>
                  </a:cubicBezTo>
                  <a:lnTo>
                    <a:pt x="34175" y="72050"/>
                  </a:lnTo>
                  <a:lnTo>
                    <a:pt x="23481" y="59340"/>
                  </a:lnTo>
                  <a:cubicBezTo>
                    <a:pt x="23506" y="59315"/>
                    <a:pt x="23532" y="59264"/>
                    <a:pt x="23557" y="59238"/>
                  </a:cubicBezTo>
                  <a:close/>
                  <a:moveTo>
                    <a:pt x="119088" y="61535"/>
                  </a:moveTo>
                  <a:cubicBezTo>
                    <a:pt x="119088" y="61561"/>
                    <a:pt x="119114" y="61586"/>
                    <a:pt x="119139" y="61612"/>
                  </a:cubicBezTo>
                  <a:lnTo>
                    <a:pt x="111891" y="71412"/>
                  </a:lnTo>
                  <a:lnTo>
                    <a:pt x="107705" y="77078"/>
                  </a:lnTo>
                  <a:cubicBezTo>
                    <a:pt x="107552" y="77002"/>
                    <a:pt x="107399" y="76951"/>
                    <a:pt x="107220" y="76951"/>
                  </a:cubicBezTo>
                  <a:cubicBezTo>
                    <a:pt x="107143" y="76951"/>
                    <a:pt x="107092" y="76951"/>
                    <a:pt x="107016" y="76976"/>
                  </a:cubicBezTo>
                  <a:lnTo>
                    <a:pt x="104566" y="69524"/>
                  </a:lnTo>
                  <a:lnTo>
                    <a:pt x="111431" y="65746"/>
                  </a:lnTo>
                  <a:lnTo>
                    <a:pt x="119088" y="61535"/>
                  </a:lnTo>
                  <a:close/>
                  <a:moveTo>
                    <a:pt x="119981" y="61739"/>
                  </a:moveTo>
                  <a:lnTo>
                    <a:pt x="127664" y="73199"/>
                  </a:lnTo>
                  <a:lnTo>
                    <a:pt x="123172" y="78916"/>
                  </a:lnTo>
                  <a:lnTo>
                    <a:pt x="108164" y="77869"/>
                  </a:lnTo>
                  <a:cubicBezTo>
                    <a:pt x="108164" y="77614"/>
                    <a:pt x="108037" y="77385"/>
                    <a:pt x="107858" y="77206"/>
                  </a:cubicBezTo>
                  <a:lnTo>
                    <a:pt x="119318" y="61739"/>
                  </a:lnTo>
                  <a:cubicBezTo>
                    <a:pt x="119420" y="61790"/>
                    <a:pt x="119547" y="61816"/>
                    <a:pt x="119675" y="61816"/>
                  </a:cubicBezTo>
                  <a:cubicBezTo>
                    <a:pt x="119777" y="61816"/>
                    <a:pt x="119879" y="61790"/>
                    <a:pt x="119981" y="61739"/>
                  </a:cubicBezTo>
                  <a:close/>
                  <a:moveTo>
                    <a:pt x="142288" y="55027"/>
                  </a:moveTo>
                  <a:cubicBezTo>
                    <a:pt x="142288" y="55052"/>
                    <a:pt x="142314" y="55052"/>
                    <a:pt x="142339" y="55052"/>
                  </a:cubicBezTo>
                  <a:lnTo>
                    <a:pt x="132283" y="78916"/>
                  </a:lnTo>
                  <a:cubicBezTo>
                    <a:pt x="132232" y="78916"/>
                    <a:pt x="132156" y="78890"/>
                    <a:pt x="132105" y="78890"/>
                  </a:cubicBezTo>
                  <a:cubicBezTo>
                    <a:pt x="131977" y="78890"/>
                    <a:pt x="131875" y="78916"/>
                    <a:pt x="131773" y="78967"/>
                  </a:cubicBezTo>
                  <a:lnTo>
                    <a:pt x="127919" y="73224"/>
                  </a:lnTo>
                  <a:lnTo>
                    <a:pt x="142288" y="55027"/>
                  </a:lnTo>
                  <a:close/>
                  <a:moveTo>
                    <a:pt x="102881" y="65032"/>
                  </a:moveTo>
                  <a:lnTo>
                    <a:pt x="104336" y="69422"/>
                  </a:lnTo>
                  <a:lnTo>
                    <a:pt x="86955" y="78992"/>
                  </a:lnTo>
                  <a:cubicBezTo>
                    <a:pt x="86930" y="78967"/>
                    <a:pt x="86904" y="78941"/>
                    <a:pt x="86879" y="78916"/>
                  </a:cubicBezTo>
                  <a:lnTo>
                    <a:pt x="91268" y="71770"/>
                  </a:lnTo>
                  <a:lnTo>
                    <a:pt x="93846" y="67558"/>
                  </a:lnTo>
                  <a:cubicBezTo>
                    <a:pt x="93923" y="67609"/>
                    <a:pt x="94025" y="67609"/>
                    <a:pt x="94127" y="67609"/>
                  </a:cubicBezTo>
                  <a:cubicBezTo>
                    <a:pt x="94510" y="67609"/>
                    <a:pt x="94842" y="67303"/>
                    <a:pt x="94842" y="66920"/>
                  </a:cubicBezTo>
                  <a:cubicBezTo>
                    <a:pt x="94842" y="66895"/>
                    <a:pt x="94842" y="66869"/>
                    <a:pt x="94842" y="66844"/>
                  </a:cubicBezTo>
                  <a:lnTo>
                    <a:pt x="102881" y="65032"/>
                  </a:lnTo>
                  <a:close/>
                  <a:moveTo>
                    <a:pt x="104387" y="69626"/>
                  </a:moveTo>
                  <a:lnTo>
                    <a:pt x="106837" y="77053"/>
                  </a:lnTo>
                  <a:cubicBezTo>
                    <a:pt x="106531" y="77180"/>
                    <a:pt x="106301" y="77512"/>
                    <a:pt x="106276" y="77869"/>
                  </a:cubicBezTo>
                  <a:lnTo>
                    <a:pt x="87083" y="79222"/>
                  </a:lnTo>
                  <a:cubicBezTo>
                    <a:pt x="87083" y="79197"/>
                    <a:pt x="87057" y="79197"/>
                    <a:pt x="87057" y="79171"/>
                  </a:cubicBezTo>
                  <a:lnTo>
                    <a:pt x="104387" y="69626"/>
                  </a:lnTo>
                  <a:close/>
                  <a:moveTo>
                    <a:pt x="142518" y="55129"/>
                  </a:moveTo>
                  <a:cubicBezTo>
                    <a:pt x="142569" y="55155"/>
                    <a:pt x="142620" y="55180"/>
                    <a:pt x="142696" y="55180"/>
                  </a:cubicBezTo>
                  <a:lnTo>
                    <a:pt x="142696" y="77818"/>
                  </a:lnTo>
                  <a:lnTo>
                    <a:pt x="132794" y="79426"/>
                  </a:lnTo>
                  <a:cubicBezTo>
                    <a:pt x="132743" y="79248"/>
                    <a:pt x="132640" y="79095"/>
                    <a:pt x="132462" y="78992"/>
                  </a:cubicBezTo>
                  <a:lnTo>
                    <a:pt x="142518" y="55129"/>
                  </a:lnTo>
                  <a:close/>
                  <a:moveTo>
                    <a:pt x="127791" y="73378"/>
                  </a:moveTo>
                  <a:lnTo>
                    <a:pt x="131620" y="79069"/>
                  </a:lnTo>
                  <a:cubicBezTo>
                    <a:pt x="131492" y="79171"/>
                    <a:pt x="131415" y="79324"/>
                    <a:pt x="131364" y="79477"/>
                  </a:cubicBezTo>
                  <a:lnTo>
                    <a:pt x="128914" y="79299"/>
                  </a:lnTo>
                  <a:lnTo>
                    <a:pt x="123401" y="78916"/>
                  </a:lnTo>
                  <a:lnTo>
                    <a:pt x="127791" y="73378"/>
                  </a:lnTo>
                  <a:close/>
                  <a:moveTo>
                    <a:pt x="58319" y="62964"/>
                  </a:moveTo>
                  <a:lnTo>
                    <a:pt x="63959" y="66920"/>
                  </a:lnTo>
                  <a:lnTo>
                    <a:pt x="66307" y="68579"/>
                  </a:lnTo>
                  <a:cubicBezTo>
                    <a:pt x="66231" y="68707"/>
                    <a:pt x="66205" y="68860"/>
                    <a:pt x="66205" y="69039"/>
                  </a:cubicBezTo>
                  <a:cubicBezTo>
                    <a:pt x="66205" y="69447"/>
                    <a:pt x="66461" y="69779"/>
                    <a:pt x="66818" y="69906"/>
                  </a:cubicBezTo>
                  <a:lnTo>
                    <a:pt x="64674" y="78023"/>
                  </a:lnTo>
                  <a:lnTo>
                    <a:pt x="64113" y="80218"/>
                  </a:lnTo>
                  <a:lnTo>
                    <a:pt x="64010" y="80218"/>
                  </a:lnTo>
                  <a:cubicBezTo>
                    <a:pt x="63959" y="80218"/>
                    <a:pt x="63934" y="80218"/>
                    <a:pt x="63883" y="80243"/>
                  </a:cubicBezTo>
                  <a:lnTo>
                    <a:pt x="58115" y="63092"/>
                  </a:lnTo>
                  <a:cubicBezTo>
                    <a:pt x="58191" y="63066"/>
                    <a:pt x="58268" y="63015"/>
                    <a:pt x="58319" y="62964"/>
                  </a:cubicBezTo>
                  <a:close/>
                  <a:moveTo>
                    <a:pt x="57145" y="62735"/>
                  </a:moveTo>
                  <a:cubicBezTo>
                    <a:pt x="57247" y="62990"/>
                    <a:pt x="57502" y="63169"/>
                    <a:pt x="57808" y="63169"/>
                  </a:cubicBezTo>
                  <a:lnTo>
                    <a:pt x="57936" y="63169"/>
                  </a:lnTo>
                  <a:lnTo>
                    <a:pt x="63704" y="80294"/>
                  </a:lnTo>
                  <a:cubicBezTo>
                    <a:pt x="63628" y="80320"/>
                    <a:pt x="63577" y="80371"/>
                    <a:pt x="63551" y="80396"/>
                  </a:cubicBezTo>
                  <a:lnTo>
                    <a:pt x="46604" y="65619"/>
                  </a:lnTo>
                  <a:cubicBezTo>
                    <a:pt x="46706" y="65440"/>
                    <a:pt x="46783" y="65261"/>
                    <a:pt x="46783" y="65057"/>
                  </a:cubicBezTo>
                  <a:cubicBezTo>
                    <a:pt x="46783" y="65032"/>
                    <a:pt x="46783" y="65006"/>
                    <a:pt x="46757" y="64955"/>
                  </a:cubicBezTo>
                  <a:lnTo>
                    <a:pt x="57145" y="62735"/>
                  </a:lnTo>
                  <a:close/>
                  <a:moveTo>
                    <a:pt x="93438" y="67073"/>
                  </a:moveTo>
                  <a:cubicBezTo>
                    <a:pt x="93438" y="67073"/>
                    <a:pt x="93463" y="67099"/>
                    <a:pt x="93463" y="67125"/>
                  </a:cubicBezTo>
                  <a:lnTo>
                    <a:pt x="79426" y="73658"/>
                  </a:lnTo>
                  <a:lnTo>
                    <a:pt x="64623" y="80549"/>
                  </a:lnTo>
                  <a:cubicBezTo>
                    <a:pt x="64546" y="80422"/>
                    <a:pt x="64444" y="80320"/>
                    <a:pt x="64291" y="80269"/>
                  </a:cubicBezTo>
                  <a:lnTo>
                    <a:pt x="66205" y="72969"/>
                  </a:lnTo>
                  <a:lnTo>
                    <a:pt x="66997" y="69958"/>
                  </a:lnTo>
                  <a:cubicBezTo>
                    <a:pt x="67048" y="69983"/>
                    <a:pt x="67099" y="69983"/>
                    <a:pt x="67124" y="69983"/>
                  </a:cubicBezTo>
                  <a:cubicBezTo>
                    <a:pt x="67660" y="69983"/>
                    <a:pt x="68069" y="69575"/>
                    <a:pt x="68069" y="69064"/>
                  </a:cubicBezTo>
                  <a:lnTo>
                    <a:pt x="87670" y="67507"/>
                  </a:lnTo>
                  <a:lnTo>
                    <a:pt x="93438" y="67073"/>
                  </a:lnTo>
                  <a:close/>
                  <a:moveTo>
                    <a:pt x="93540" y="67303"/>
                  </a:moveTo>
                  <a:cubicBezTo>
                    <a:pt x="93566" y="67354"/>
                    <a:pt x="93617" y="67405"/>
                    <a:pt x="93693" y="67456"/>
                  </a:cubicBezTo>
                  <a:lnTo>
                    <a:pt x="86725" y="78814"/>
                  </a:lnTo>
                  <a:cubicBezTo>
                    <a:pt x="86649" y="78788"/>
                    <a:pt x="86572" y="78763"/>
                    <a:pt x="86496" y="78763"/>
                  </a:cubicBezTo>
                  <a:cubicBezTo>
                    <a:pt x="86190" y="78763"/>
                    <a:pt x="85934" y="78992"/>
                    <a:pt x="85909" y="79299"/>
                  </a:cubicBezTo>
                  <a:lnTo>
                    <a:pt x="64725" y="80805"/>
                  </a:lnTo>
                  <a:cubicBezTo>
                    <a:pt x="64725" y="80779"/>
                    <a:pt x="64725" y="80754"/>
                    <a:pt x="64700" y="80728"/>
                  </a:cubicBezTo>
                  <a:lnTo>
                    <a:pt x="79656" y="73760"/>
                  </a:lnTo>
                  <a:lnTo>
                    <a:pt x="93540" y="67303"/>
                  </a:lnTo>
                  <a:close/>
                  <a:moveTo>
                    <a:pt x="23328" y="59468"/>
                  </a:moveTo>
                  <a:lnTo>
                    <a:pt x="34073" y="72229"/>
                  </a:lnTo>
                  <a:lnTo>
                    <a:pt x="28432" y="82081"/>
                  </a:lnTo>
                  <a:cubicBezTo>
                    <a:pt x="28304" y="82030"/>
                    <a:pt x="28177" y="81979"/>
                    <a:pt x="28049" y="81979"/>
                  </a:cubicBezTo>
                  <a:cubicBezTo>
                    <a:pt x="27998" y="81979"/>
                    <a:pt x="27973" y="82004"/>
                    <a:pt x="27947" y="82004"/>
                  </a:cubicBezTo>
                  <a:lnTo>
                    <a:pt x="24323" y="65312"/>
                  </a:lnTo>
                  <a:lnTo>
                    <a:pt x="23072" y="59570"/>
                  </a:lnTo>
                  <a:cubicBezTo>
                    <a:pt x="23174" y="59544"/>
                    <a:pt x="23251" y="59519"/>
                    <a:pt x="23328" y="59468"/>
                  </a:cubicBezTo>
                  <a:close/>
                  <a:moveTo>
                    <a:pt x="21898" y="58983"/>
                  </a:moveTo>
                  <a:cubicBezTo>
                    <a:pt x="22026" y="59366"/>
                    <a:pt x="22383" y="59621"/>
                    <a:pt x="22792" y="59621"/>
                  </a:cubicBezTo>
                  <a:lnTo>
                    <a:pt x="22894" y="59621"/>
                  </a:lnTo>
                  <a:lnTo>
                    <a:pt x="27743" y="82055"/>
                  </a:lnTo>
                  <a:cubicBezTo>
                    <a:pt x="27590" y="82106"/>
                    <a:pt x="27437" y="82183"/>
                    <a:pt x="27335" y="82310"/>
                  </a:cubicBezTo>
                  <a:lnTo>
                    <a:pt x="1761" y="64011"/>
                  </a:lnTo>
                  <a:cubicBezTo>
                    <a:pt x="1838" y="63883"/>
                    <a:pt x="1889" y="63730"/>
                    <a:pt x="1889" y="63551"/>
                  </a:cubicBezTo>
                  <a:cubicBezTo>
                    <a:pt x="1889" y="63526"/>
                    <a:pt x="1889" y="63475"/>
                    <a:pt x="1889" y="63449"/>
                  </a:cubicBezTo>
                  <a:lnTo>
                    <a:pt x="21898" y="58983"/>
                  </a:lnTo>
                  <a:close/>
                  <a:moveTo>
                    <a:pt x="1659" y="64189"/>
                  </a:moveTo>
                  <a:lnTo>
                    <a:pt x="20061" y="77359"/>
                  </a:lnTo>
                  <a:lnTo>
                    <a:pt x="27207" y="82464"/>
                  </a:lnTo>
                  <a:cubicBezTo>
                    <a:pt x="27181" y="82515"/>
                    <a:pt x="27156" y="82566"/>
                    <a:pt x="27156" y="82617"/>
                  </a:cubicBezTo>
                  <a:lnTo>
                    <a:pt x="1582" y="76746"/>
                  </a:lnTo>
                  <a:cubicBezTo>
                    <a:pt x="1582" y="76721"/>
                    <a:pt x="1582" y="76721"/>
                    <a:pt x="1582" y="76695"/>
                  </a:cubicBezTo>
                  <a:cubicBezTo>
                    <a:pt x="1582" y="76389"/>
                    <a:pt x="1353" y="76108"/>
                    <a:pt x="1046" y="76057"/>
                  </a:cubicBezTo>
                  <a:lnTo>
                    <a:pt x="1046" y="64496"/>
                  </a:lnTo>
                  <a:cubicBezTo>
                    <a:pt x="1276" y="64470"/>
                    <a:pt x="1506" y="64343"/>
                    <a:pt x="1659" y="64189"/>
                  </a:cubicBezTo>
                  <a:close/>
                  <a:moveTo>
                    <a:pt x="142339" y="78074"/>
                  </a:moveTo>
                  <a:lnTo>
                    <a:pt x="132283" y="84684"/>
                  </a:lnTo>
                  <a:cubicBezTo>
                    <a:pt x="132130" y="84531"/>
                    <a:pt x="131951" y="84403"/>
                    <a:pt x="131747" y="84378"/>
                  </a:cubicBezTo>
                  <a:lnTo>
                    <a:pt x="132130" y="80371"/>
                  </a:lnTo>
                  <a:cubicBezTo>
                    <a:pt x="132513" y="80345"/>
                    <a:pt x="132845" y="80039"/>
                    <a:pt x="132845" y="79631"/>
                  </a:cubicBezTo>
                  <a:cubicBezTo>
                    <a:pt x="132819" y="79631"/>
                    <a:pt x="132819" y="79605"/>
                    <a:pt x="132819" y="79605"/>
                  </a:cubicBezTo>
                  <a:lnTo>
                    <a:pt x="142339" y="78074"/>
                  </a:lnTo>
                  <a:close/>
                  <a:moveTo>
                    <a:pt x="142671" y="78074"/>
                  </a:moveTo>
                  <a:lnTo>
                    <a:pt x="142671" y="82489"/>
                  </a:lnTo>
                  <a:lnTo>
                    <a:pt x="142696" y="82489"/>
                  </a:lnTo>
                  <a:lnTo>
                    <a:pt x="132436" y="84965"/>
                  </a:lnTo>
                  <a:cubicBezTo>
                    <a:pt x="132411" y="84939"/>
                    <a:pt x="132411" y="84888"/>
                    <a:pt x="132385" y="84863"/>
                  </a:cubicBezTo>
                  <a:lnTo>
                    <a:pt x="142671" y="78074"/>
                  </a:lnTo>
                  <a:close/>
                  <a:moveTo>
                    <a:pt x="106301" y="78074"/>
                  </a:moveTo>
                  <a:cubicBezTo>
                    <a:pt x="106301" y="78099"/>
                    <a:pt x="106327" y="78125"/>
                    <a:pt x="106327" y="78176"/>
                  </a:cubicBezTo>
                  <a:lnTo>
                    <a:pt x="87874" y="85807"/>
                  </a:lnTo>
                  <a:lnTo>
                    <a:pt x="86700" y="79937"/>
                  </a:lnTo>
                  <a:cubicBezTo>
                    <a:pt x="86904" y="79835"/>
                    <a:pt x="87057" y="79656"/>
                    <a:pt x="87083" y="79426"/>
                  </a:cubicBezTo>
                  <a:lnTo>
                    <a:pt x="94535" y="78890"/>
                  </a:lnTo>
                  <a:lnTo>
                    <a:pt x="106301" y="78074"/>
                  </a:lnTo>
                  <a:close/>
                  <a:moveTo>
                    <a:pt x="37493" y="67660"/>
                  </a:moveTo>
                  <a:lnTo>
                    <a:pt x="45941" y="86011"/>
                  </a:lnTo>
                  <a:lnTo>
                    <a:pt x="34328" y="72203"/>
                  </a:lnTo>
                  <a:lnTo>
                    <a:pt x="36931" y="67686"/>
                  </a:lnTo>
                  <a:cubicBezTo>
                    <a:pt x="37008" y="67712"/>
                    <a:pt x="37084" y="67737"/>
                    <a:pt x="37186" y="67737"/>
                  </a:cubicBezTo>
                  <a:cubicBezTo>
                    <a:pt x="37288" y="67737"/>
                    <a:pt x="37390" y="67712"/>
                    <a:pt x="37493" y="67660"/>
                  </a:cubicBezTo>
                  <a:close/>
                  <a:moveTo>
                    <a:pt x="44945" y="65363"/>
                  </a:moveTo>
                  <a:cubicBezTo>
                    <a:pt x="45047" y="65695"/>
                    <a:pt x="45379" y="65976"/>
                    <a:pt x="45762" y="66002"/>
                  </a:cubicBezTo>
                  <a:lnTo>
                    <a:pt x="46221" y="86011"/>
                  </a:lnTo>
                  <a:cubicBezTo>
                    <a:pt x="46196" y="86011"/>
                    <a:pt x="46196" y="86037"/>
                    <a:pt x="46170" y="86037"/>
                  </a:cubicBezTo>
                  <a:lnTo>
                    <a:pt x="37646" y="67533"/>
                  </a:lnTo>
                  <a:cubicBezTo>
                    <a:pt x="37824" y="67405"/>
                    <a:pt x="37901" y="67201"/>
                    <a:pt x="37901" y="66997"/>
                  </a:cubicBezTo>
                  <a:cubicBezTo>
                    <a:pt x="37901" y="66946"/>
                    <a:pt x="37901" y="66920"/>
                    <a:pt x="37901" y="66869"/>
                  </a:cubicBezTo>
                  <a:lnTo>
                    <a:pt x="44945" y="65363"/>
                  </a:lnTo>
                  <a:close/>
                  <a:moveTo>
                    <a:pt x="46476" y="65746"/>
                  </a:moveTo>
                  <a:lnTo>
                    <a:pt x="63398" y="80549"/>
                  </a:lnTo>
                  <a:cubicBezTo>
                    <a:pt x="63321" y="80651"/>
                    <a:pt x="63296" y="80805"/>
                    <a:pt x="63296" y="80958"/>
                  </a:cubicBezTo>
                  <a:cubicBezTo>
                    <a:pt x="63296" y="80983"/>
                    <a:pt x="63296" y="81034"/>
                    <a:pt x="63296" y="81085"/>
                  </a:cubicBezTo>
                  <a:lnTo>
                    <a:pt x="54031" y="84046"/>
                  </a:lnTo>
                  <a:lnTo>
                    <a:pt x="46885" y="86343"/>
                  </a:lnTo>
                  <a:cubicBezTo>
                    <a:pt x="46808" y="86164"/>
                    <a:pt x="46630" y="86037"/>
                    <a:pt x="46425" y="86011"/>
                  </a:cubicBezTo>
                  <a:lnTo>
                    <a:pt x="46272" y="80166"/>
                  </a:lnTo>
                  <a:lnTo>
                    <a:pt x="45941" y="66002"/>
                  </a:lnTo>
                  <a:cubicBezTo>
                    <a:pt x="46145" y="65976"/>
                    <a:pt x="46323" y="65874"/>
                    <a:pt x="46476" y="65746"/>
                  </a:cubicBezTo>
                  <a:close/>
                  <a:moveTo>
                    <a:pt x="34226" y="72408"/>
                  </a:moveTo>
                  <a:lnTo>
                    <a:pt x="45864" y="86215"/>
                  </a:lnTo>
                  <a:cubicBezTo>
                    <a:pt x="45813" y="86266"/>
                    <a:pt x="45787" y="86343"/>
                    <a:pt x="45762" y="86419"/>
                  </a:cubicBezTo>
                  <a:lnTo>
                    <a:pt x="28968" y="83025"/>
                  </a:lnTo>
                  <a:cubicBezTo>
                    <a:pt x="28968" y="82999"/>
                    <a:pt x="28994" y="82974"/>
                    <a:pt x="28994" y="82948"/>
                  </a:cubicBezTo>
                  <a:cubicBezTo>
                    <a:pt x="28994" y="82617"/>
                    <a:pt x="28815" y="82361"/>
                    <a:pt x="28585" y="82183"/>
                  </a:cubicBezTo>
                  <a:lnTo>
                    <a:pt x="34226" y="72408"/>
                  </a:lnTo>
                  <a:close/>
                  <a:moveTo>
                    <a:pt x="85909" y="79503"/>
                  </a:moveTo>
                  <a:cubicBezTo>
                    <a:pt x="85934" y="79631"/>
                    <a:pt x="86011" y="79733"/>
                    <a:pt x="86113" y="79809"/>
                  </a:cubicBezTo>
                  <a:lnTo>
                    <a:pt x="81059" y="88053"/>
                  </a:lnTo>
                  <a:cubicBezTo>
                    <a:pt x="80932" y="87976"/>
                    <a:pt x="80804" y="87951"/>
                    <a:pt x="80651" y="87951"/>
                  </a:cubicBezTo>
                  <a:cubicBezTo>
                    <a:pt x="80319" y="87951"/>
                    <a:pt x="80013" y="88129"/>
                    <a:pt x="79860" y="88410"/>
                  </a:cubicBezTo>
                  <a:lnTo>
                    <a:pt x="72509" y="84888"/>
                  </a:lnTo>
                  <a:lnTo>
                    <a:pt x="64700" y="81162"/>
                  </a:lnTo>
                  <a:cubicBezTo>
                    <a:pt x="64725" y="81111"/>
                    <a:pt x="64751" y="81060"/>
                    <a:pt x="64751" y="81009"/>
                  </a:cubicBezTo>
                  <a:lnTo>
                    <a:pt x="85909" y="79503"/>
                  </a:lnTo>
                  <a:close/>
                  <a:moveTo>
                    <a:pt x="86266" y="79911"/>
                  </a:moveTo>
                  <a:cubicBezTo>
                    <a:pt x="86343" y="79937"/>
                    <a:pt x="86419" y="79962"/>
                    <a:pt x="86496" y="79962"/>
                  </a:cubicBezTo>
                  <a:lnTo>
                    <a:pt x="86521" y="79962"/>
                  </a:lnTo>
                  <a:lnTo>
                    <a:pt x="87695" y="85884"/>
                  </a:lnTo>
                  <a:lnTo>
                    <a:pt x="84326" y="87262"/>
                  </a:lnTo>
                  <a:lnTo>
                    <a:pt x="81493" y="88436"/>
                  </a:lnTo>
                  <a:cubicBezTo>
                    <a:pt x="81417" y="88334"/>
                    <a:pt x="81340" y="88232"/>
                    <a:pt x="81238" y="88155"/>
                  </a:cubicBezTo>
                  <a:lnTo>
                    <a:pt x="86266" y="79911"/>
                  </a:lnTo>
                  <a:close/>
                  <a:moveTo>
                    <a:pt x="108164" y="78074"/>
                  </a:moveTo>
                  <a:lnTo>
                    <a:pt x="110793" y="78252"/>
                  </a:lnTo>
                  <a:lnTo>
                    <a:pt x="123018" y="79095"/>
                  </a:lnTo>
                  <a:lnTo>
                    <a:pt x="115617" y="88487"/>
                  </a:lnTo>
                  <a:cubicBezTo>
                    <a:pt x="115464" y="88385"/>
                    <a:pt x="115285" y="88334"/>
                    <a:pt x="115107" y="88334"/>
                  </a:cubicBezTo>
                  <a:cubicBezTo>
                    <a:pt x="114953" y="88334"/>
                    <a:pt x="114800" y="88385"/>
                    <a:pt x="114647" y="88461"/>
                  </a:cubicBezTo>
                  <a:lnTo>
                    <a:pt x="112912" y="85909"/>
                  </a:lnTo>
                  <a:lnTo>
                    <a:pt x="107858" y="78610"/>
                  </a:lnTo>
                  <a:cubicBezTo>
                    <a:pt x="108011" y="78482"/>
                    <a:pt x="108113" y="78278"/>
                    <a:pt x="108164" y="78074"/>
                  </a:cubicBezTo>
                  <a:close/>
                  <a:moveTo>
                    <a:pt x="123274" y="79120"/>
                  </a:moveTo>
                  <a:lnTo>
                    <a:pt x="131364" y="79682"/>
                  </a:lnTo>
                  <a:cubicBezTo>
                    <a:pt x="131364" y="79758"/>
                    <a:pt x="131390" y="79835"/>
                    <a:pt x="131415" y="79886"/>
                  </a:cubicBezTo>
                  <a:lnTo>
                    <a:pt x="124244" y="83969"/>
                  </a:lnTo>
                  <a:lnTo>
                    <a:pt x="115872" y="88742"/>
                  </a:lnTo>
                  <a:cubicBezTo>
                    <a:pt x="115847" y="88691"/>
                    <a:pt x="115796" y="88640"/>
                    <a:pt x="115770" y="88614"/>
                  </a:cubicBezTo>
                  <a:lnTo>
                    <a:pt x="123274" y="79120"/>
                  </a:lnTo>
                  <a:close/>
                  <a:moveTo>
                    <a:pt x="131517" y="80064"/>
                  </a:moveTo>
                  <a:cubicBezTo>
                    <a:pt x="131620" y="80192"/>
                    <a:pt x="131747" y="80294"/>
                    <a:pt x="131926" y="80345"/>
                  </a:cubicBezTo>
                  <a:lnTo>
                    <a:pt x="131543" y="84352"/>
                  </a:lnTo>
                  <a:cubicBezTo>
                    <a:pt x="131007" y="84352"/>
                    <a:pt x="130599" y="84761"/>
                    <a:pt x="130599" y="85296"/>
                  </a:cubicBezTo>
                  <a:cubicBezTo>
                    <a:pt x="130599" y="85322"/>
                    <a:pt x="130599" y="85373"/>
                    <a:pt x="130624" y="85424"/>
                  </a:cubicBezTo>
                  <a:lnTo>
                    <a:pt x="116000" y="88972"/>
                  </a:lnTo>
                  <a:cubicBezTo>
                    <a:pt x="115974" y="88946"/>
                    <a:pt x="115974" y="88921"/>
                    <a:pt x="115974" y="88895"/>
                  </a:cubicBezTo>
                  <a:lnTo>
                    <a:pt x="130190" y="80830"/>
                  </a:lnTo>
                  <a:lnTo>
                    <a:pt x="131517" y="80064"/>
                  </a:lnTo>
                  <a:close/>
                  <a:moveTo>
                    <a:pt x="64623" y="81341"/>
                  </a:moveTo>
                  <a:lnTo>
                    <a:pt x="68120" y="83025"/>
                  </a:lnTo>
                  <a:lnTo>
                    <a:pt x="79758" y="88589"/>
                  </a:lnTo>
                  <a:cubicBezTo>
                    <a:pt x="79732" y="88691"/>
                    <a:pt x="79707" y="88793"/>
                    <a:pt x="79707" y="88895"/>
                  </a:cubicBezTo>
                  <a:cubicBezTo>
                    <a:pt x="79707" y="88946"/>
                    <a:pt x="79732" y="88997"/>
                    <a:pt x="79732" y="89074"/>
                  </a:cubicBezTo>
                  <a:lnTo>
                    <a:pt x="70570" y="91805"/>
                  </a:lnTo>
                  <a:lnTo>
                    <a:pt x="64470" y="81519"/>
                  </a:lnTo>
                  <a:cubicBezTo>
                    <a:pt x="64521" y="81468"/>
                    <a:pt x="64572" y="81417"/>
                    <a:pt x="64623" y="81341"/>
                  </a:cubicBezTo>
                  <a:close/>
                  <a:moveTo>
                    <a:pt x="64291" y="81621"/>
                  </a:moveTo>
                  <a:lnTo>
                    <a:pt x="70391" y="91856"/>
                  </a:lnTo>
                  <a:lnTo>
                    <a:pt x="63194" y="94025"/>
                  </a:lnTo>
                  <a:cubicBezTo>
                    <a:pt x="63092" y="93847"/>
                    <a:pt x="62939" y="93744"/>
                    <a:pt x="62760" y="93719"/>
                  </a:cubicBezTo>
                  <a:lnTo>
                    <a:pt x="64036" y="81672"/>
                  </a:lnTo>
                  <a:cubicBezTo>
                    <a:pt x="64138" y="81672"/>
                    <a:pt x="64215" y="81672"/>
                    <a:pt x="64291" y="81621"/>
                  </a:cubicBezTo>
                  <a:close/>
                  <a:moveTo>
                    <a:pt x="63372" y="81264"/>
                  </a:moveTo>
                  <a:cubicBezTo>
                    <a:pt x="63398" y="81341"/>
                    <a:pt x="63449" y="81417"/>
                    <a:pt x="63526" y="81494"/>
                  </a:cubicBezTo>
                  <a:lnTo>
                    <a:pt x="53470" y="96322"/>
                  </a:lnTo>
                  <a:cubicBezTo>
                    <a:pt x="53342" y="96246"/>
                    <a:pt x="53189" y="96220"/>
                    <a:pt x="53036" y="96220"/>
                  </a:cubicBezTo>
                  <a:cubicBezTo>
                    <a:pt x="52883" y="96220"/>
                    <a:pt x="52730" y="96246"/>
                    <a:pt x="52602" y="96322"/>
                  </a:cubicBezTo>
                  <a:lnTo>
                    <a:pt x="46757" y="87083"/>
                  </a:lnTo>
                  <a:cubicBezTo>
                    <a:pt x="46885" y="86981"/>
                    <a:pt x="46961" y="86802"/>
                    <a:pt x="46961" y="86624"/>
                  </a:cubicBezTo>
                  <a:cubicBezTo>
                    <a:pt x="46961" y="86598"/>
                    <a:pt x="46961" y="86573"/>
                    <a:pt x="46961" y="86522"/>
                  </a:cubicBezTo>
                  <a:lnTo>
                    <a:pt x="54108" y="84225"/>
                  </a:lnTo>
                  <a:lnTo>
                    <a:pt x="63372" y="81264"/>
                  </a:lnTo>
                  <a:close/>
                  <a:moveTo>
                    <a:pt x="63704" y="81596"/>
                  </a:moveTo>
                  <a:cubicBezTo>
                    <a:pt x="63730" y="81621"/>
                    <a:pt x="63781" y="81647"/>
                    <a:pt x="63832" y="81672"/>
                  </a:cubicBezTo>
                  <a:lnTo>
                    <a:pt x="62556" y="93719"/>
                  </a:lnTo>
                  <a:cubicBezTo>
                    <a:pt x="62249" y="93770"/>
                    <a:pt x="62020" y="94025"/>
                    <a:pt x="62020" y="94331"/>
                  </a:cubicBezTo>
                  <a:cubicBezTo>
                    <a:pt x="62020" y="94331"/>
                    <a:pt x="62020" y="94357"/>
                    <a:pt x="62020" y="94357"/>
                  </a:cubicBezTo>
                  <a:lnTo>
                    <a:pt x="53904" y="96782"/>
                  </a:lnTo>
                  <a:cubicBezTo>
                    <a:pt x="53852" y="96654"/>
                    <a:pt x="53750" y="96526"/>
                    <a:pt x="53623" y="96424"/>
                  </a:cubicBezTo>
                  <a:lnTo>
                    <a:pt x="63704" y="81596"/>
                  </a:lnTo>
                  <a:close/>
                  <a:moveTo>
                    <a:pt x="130650" y="85603"/>
                  </a:moveTo>
                  <a:cubicBezTo>
                    <a:pt x="130777" y="85909"/>
                    <a:pt x="131033" y="86139"/>
                    <a:pt x="131364" y="86215"/>
                  </a:cubicBezTo>
                  <a:lnTo>
                    <a:pt x="130292" y="97011"/>
                  </a:lnTo>
                  <a:lnTo>
                    <a:pt x="115974" y="89635"/>
                  </a:lnTo>
                  <a:cubicBezTo>
                    <a:pt x="116025" y="89533"/>
                    <a:pt x="116051" y="89406"/>
                    <a:pt x="116051" y="89278"/>
                  </a:cubicBezTo>
                  <a:cubicBezTo>
                    <a:pt x="116051" y="89252"/>
                    <a:pt x="116051" y="89201"/>
                    <a:pt x="116025" y="89150"/>
                  </a:cubicBezTo>
                  <a:lnTo>
                    <a:pt x="130650" y="85603"/>
                  </a:lnTo>
                  <a:close/>
                  <a:moveTo>
                    <a:pt x="106403" y="78354"/>
                  </a:moveTo>
                  <a:cubicBezTo>
                    <a:pt x="106454" y="78456"/>
                    <a:pt x="106531" y="78559"/>
                    <a:pt x="106633" y="78635"/>
                  </a:cubicBezTo>
                  <a:lnTo>
                    <a:pt x="105357" y="80626"/>
                  </a:lnTo>
                  <a:lnTo>
                    <a:pt x="91422" y="102269"/>
                  </a:lnTo>
                  <a:cubicBezTo>
                    <a:pt x="91345" y="102243"/>
                    <a:pt x="91243" y="102218"/>
                    <a:pt x="91141" y="102218"/>
                  </a:cubicBezTo>
                  <a:lnTo>
                    <a:pt x="91115" y="102218"/>
                  </a:lnTo>
                  <a:lnTo>
                    <a:pt x="87925" y="86011"/>
                  </a:lnTo>
                  <a:lnTo>
                    <a:pt x="106403" y="78354"/>
                  </a:lnTo>
                  <a:close/>
                  <a:moveTo>
                    <a:pt x="87721" y="86088"/>
                  </a:moveTo>
                  <a:lnTo>
                    <a:pt x="89431" y="94689"/>
                  </a:lnTo>
                  <a:lnTo>
                    <a:pt x="90937" y="102269"/>
                  </a:lnTo>
                  <a:cubicBezTo>
                    <a:pt x="90886" y="102269"/>
                    <a:pt x="90860" y="102294"/>
                    <a:pt x="90835" y="102294"/>
                  </a:cubicBezTo>
                  <a:lnTo>
                    <a:pt x="84122" y="93336"/>
                  </a:lnTo>
                  <a:lnTo>
                    <a:pt x="81289" y="89584"/>
                  </a:lnTo>
                  <a:cubicBezTo>
                    <a:pt x="81493" y="89406"/>
                    <a:pt x="81595" y="89176"/>
                    <a:pt x="81595" y="88895"/>
                  </a:cubicBezTo>
                  <a:cubicBezTo>
                    <a:pt x="81595" y="88793"/>
                    <a:pt x="81595" y="88717"/>
                    <a:pt x="81570" y="88640"/>
                  </a:cubicBezTo>
                  <a:lnTo>
                    <a:pt x="86700" y="86522"/>
                  </a:lnTo>
                  <a:lnTo>
                    <a:pt x="87721" y="86088"/>
                  </a:lnTo>
                  <a:close/>
                  <a:moveTo>
                    <a:pt x="107679" y="78737"/>
                  </a:moveTo>
                  <a:lnTo>
                    <a:pt x="109185" y="80881"/>
                  </a:lnTo>
                  <a:lnTo>
                    <a:pt x="114494" y="88563"/>
                  </a:lnTo>
                  <a:cubicBezTo>
                    <a:pt x="114290" y="88742"/>
                    <a:pt x="114162" y="88997"/>
                    <a:pt x="114162" y="89278"/>
                  </a:cubicBezTo>
                  <a:cubicBezTo>
                    <a:pt x="114162" y="89431"/>
                    <a:pt x="114188" y="89559"/>
                    <a:pt x="114239" y="89661"/>
                  </a:cubicBezTo>
                  <a:lnTo>
                    <a:pt x="91677" y="102473"/>
                  </a:lnTo>
                  <a:cubicBezTo>
                    <a:pt x="91651" y="102448"/>
                    <a:pt x="91626" y="102422"/>
                    <a:pt x="91600" y="102397"/>
                  </a:cubicBezTo>
                  <a:lnTo>
                    <a:pt x="106812" y="78737"/>
                  </a:lnTo>
                  <a:cubicBezTo>
                    <a:pt x="106939" y="78814"/>
                    <a:pt x="107067" y="78839"/>
                    <a:pt x="107220" y="78839"/>
                  </a:cubicBezTo>
                  <a:cubicBezTo>
                    <a:pt x="107399" y="78839"/>
                    <a:pt x="107552" y="78814"/>
                    <a:pt x="107679" y="78737"/>
                  </a:cubicBezTo>
                  <a:close/>
                  <a:moveTo>
                    <a:pt x="142671" y="82693"/>
                  </a:moveTo>
                  <a:lnTo>
                    <a:pt x="142671" y="102830"/>
                  </a:lnTo>
                  <a:lnTo>
                    <a:pt x="142696" y="102830"/>
                  </a:lnTo>
                  <a:cubicBezTo>
                    <a:pt x="142492" y="102856"/>
                    <a:pt x="142314" y="102984"/>
                    <a:pt x="142186" y="103137"/>
                  </a:cubicBezTo>
                  <a:lnTo>
                    <a:pt x="130497" y="97113"/>
                  </a:lnTo>
                  <a:lnTo>
                    <a:pt x="131543" y="86241"/>
                  </a:lnTo>
                  <a:cubicBezTo>
                    <a:pt x="132079" y="86241"/>
                    <a:pt x="132487" y="85807"/>
                    <a:pt x="132487" y="85296"/>
                  </a:cubicBezTo>
                  <a:cubicBezTo>
                    <a:pt x="132487" y="85245"/>
                    <a:pt x="132487" y="85220"/>
                    <a:pt x="132462" y="85169"/>
                  </a:cubicBezTo>
                  <a:lnTo>
                    <a:pt x="142671" y="82693"/>
                  </a:lnTo>
                  <a:close/>
                  <a:moveTo>
                    <a:pt x="114341" y="89839"/>
                  </a:moveTo>
                  <a:cubicBezTo>
                    <a:pt x="114417" y="89942"/>
                    <a:pt x="114545" y="90044"/>
                    <a:pt x="114673" y="90120"/>
                  </a:cubicBezTo>
                  <a:lnTo>
                    <a:pt x="108802" y="105893"/>
                  </a:lnTo>
                  <a:lnTo>
                    <a:pt x="100074" y="104362"/>
                  </a:lnTo>
                  <a:lnTo>
                    <a:pt x="91830" y="102907"/>
                  </a:lnTo>
                  <a:cubicBezTo>
                    <a:pt x="91830" y="102907"/>
                    <a:pt x="91830" y="102907"/>
                    <a:pt x="91830" y="102881"/>
                  </a:cubicBezTo>
                  <a:cubicBezTo>
                    <a:pt x="91830" y="102805"/>
                    <a:pt x="91804" y="102728"/>
                    <a:pt x="91779" y="102652"/>
                  </a:cubicBezTo>
                  <a:lnTo>
                    <a:pt x="114341" y="89839"/>
                  </a:lnTo>
                  <a:close/>
                  <a:moveTo>
                    <a:pt x="115898" y="89814"/>
                  </a:moveTo>
                  <a:lnTo>
                    <a:pt x="130267" y="97215"/>
                  </a:lnTo>
                  <a:lnTo>
                    <a:pt x="129144" y="108930"/>
                  </a:lnTo>
                  <a:cubicBezTo>
                    <a:pt x="129042" y="108930"/>
                    <a:pt x="128940" y="108956"/>
                    <a:pt x="128863" y="109007"/>
                  </a:cubicBezTo>
                  <a:lnTo>
                    <a:pt x="115719" y="89993"/>
                  </a:lnTo>
                  <a:cubicBezTo>
                    <a:pt x="115770" y="89942"/>
                    <a:pt x="115847" y="89865"/>
                    <a:pt x="115898" y="89814"/>
                  </a:cubicBezTo>
                  <a:close/>
                  <a:moveTo>
                    <a:pt x="70493" y="92034"/>
                  </a:moveTo>
                  <a:lnTo>
                    <a:pt x="80651" y="109160"/>
                  </a:lnTo>
                  <a:lnTo>
                    <a:pt x="63117" y="94740"/>
                  </a:lnTo>
                  <a:cubicBezTo>
                    <a:pt x="63219" y="94638"/>
                    <a:pt x="63270" y="94485"/>
                    <a:pt x="63270" y="94331"/>
                  </a:cubicBezTo>
                  <a:cubicBezTo>
                    <a:pt x="63270" y="94280"/>
                    <a:pt x="63270" y="94229"/>
                    <a:pt x="63270" y="94204"/>
                  </a:cubicBezTo>
                  <a:lnTo>
                    <a:pt x="70493" y="92034"/>
                  </a:lnTo>
                  <a:close/>
                  <a:moveTo>
                    <a:pt x="79783" y="89252"/>
                  </a:moveTo>
                  <a:cubicBezTo>
                    <a:pt x="79911" y="89584"/>
                    <a:pt x="80217" y="89814"/>
                    <a:pt x="80575" y="89839"/>
                  </a:cubicBezTo>
                  <a:lnTo>
                    <a:pt x="80804" y="102728"/>
                  </a:lnTo>
                  <a:lnTo>
                    <a:pt x="80932" y="109237"/>
                  </a:lnTo>
                  <a:lnTo>
                    <a:pt x="70672" y="91983"/>
                  </a:lnTo>
                  <a:lnTo>
                    <a:pt x="79783" y="89252"/>
                  </a:lnTo>
                  <a:close/>
                  <a:moveTo>
                    <a:pt x="130471" y="97318"/>
                  </a:moveTo>
                  <a:lnTo>
                    <a:pt x="142109" y="103315"/>
                  </a:lnTo>
                  <a:cubicBezTo>
                    <a:pt x="142084" y="103392"/>
                    <a:pt x="142058" y="103468"/>
                    <a:pt x="142058" y="103545"/>
                  </a:cubicBezTo>
                  <a:cubicBezTo>
                    <a:pt x="142058" y="103622"/>
                    <a:pt x="142058" y="103698"/>
                    <a:pt x="142084" y="103749"/>
                  </a:cubicBezTo>
                  <a:lnTo>
                    <a:pt x="129731" y="109237"/>
                  </a:lnTo>
                  <a:cubicBezTo>
                    <a:pt x="129654" y="109109"/>
                    <a:pt x="129501" y="109007"/>
                    <a:pt x="129323" y="108956"/>
                  </a:cubicBezTo>
                  <a:lnTo>
                    <a:pt x="130471" y="97318"/>
                  </a:lnTo>
                  <a:close/>
                  <a:moveTo>
                    <a:pt x="62071" y="94561"/>
                  </a:moveTo>
                  <a:cubicBezTo>
                    <a:pt x="62122" y="94714"/>
                    <a:pt x="62249" y="94842"/>
                    <a:pt x="62428" y="94918"/>
                  </a:cubicBezTo>
                  <a:lnTo>
                    <a:pt x="60871" y="109313"/>
                  </a:lnTo>
                  <a:lnTo>
                    <a:pt x="53623" y="97879"/>
                  </a:lnTo>
                  <a:cubicBezTo>
                    <a:pt x="53827" y="97726"/>
                    <a:pt x="53980" y="97445"/>
                    <a:pt x="53980" y="97164"/>
                  </a:cubicBezTo>
                  <a:cubicBezTo>
                    <a:pt x="53980" y="97088"/>
                    <a:pt x="53980" y="97037"/>
                    <a:pt x="53955" y="96986"/>
                  </a:cubicBezTo>
                  <a:lnTo>
                    <a:pt x="62071" y="94561"/>
                  </a:lnTo>
                  <a:close/>
                  <a:moveTo>
                    <a:pt x="115566" y="90095"/>
                  </a:moveTo>
                  <a:lnTo>
                    <a:pt x="119675" y="96041"/>
                  </a:lnTo>
                  <a:lnTo>
                    <a:pt x="128710" y="109109"/>
                  </a:lnTo>
                  <a:cubicBezTo>
                    <a:pt x="128633" y="109186"/>
                    <a:pt x="128557" y="109288"/>
                    <a:pt x="128531" y="109390"/>
                  </a:cubicBezTo>
                  <a:lnTo>
                    <a:pt x="108981" y="105944"/>
                  </a:lnTo>
                  <a:lnTo>
                    <a:pt x="114877" y="90197"/>
                  </a:lnTo>
                  <a:cubicBezTo>
                    <a:pt x="114953" y="90222"/>
                    <a:pt x="115030" y="90222"/>
                    <a:pt x="115107" y="90222"/>
                  </a:cubicBezTo>
                  <a:cubicBezTo>
                    <a:pt x="115260" y="90222"/>
                    <a:pt x="115413" y="90171"/>
                    <a:pt x="115566" y="90095"/>
                  </a:cubicBezTo>
                  <a:close/>
                  <a:moveTo>
                    <a:pt x="81136" y="89712"/>
                  </a:moveTo>
                  <a:lnTo>
                    <a:pt x="84173" y="93719"/>
                  </a:lnTo>
                  <a:lnTo>
                    <a:pt x="90681" y="102422"/>
                  </a:lnTo>
                  <a:cubicBezTo>
                    <a:pt x="90554" y="102550"/>
                    <a:pt x="90477" y="102703"/>
                    <a:pt x="90477" y="102881"/>
                  </a:cubicBezTo>
                  <a:cubicBezTo>
                    <a:pt x="90477" y="102984"/>
                    <a:pt x="90503" y="103086"/>
                    <a:pt x="90554" y="103162"/>
                  </a:cubicBezTo>
                  <a:lnTo>
                    <a:pt x="81136" y="109415"/>
                  </a:lnTo>
                  <a:lnTo>
                    <a:pt x="81008" y="102805"/>
                  </a:lnTo>
                  <a:lnTo>
                    <a:pt x="80779" y="89814"/>
                  </a:lnTo>
                  <a:cubicBezTo>
                    <a:pt x="80906" y="89814"/>
                    <a:pt x="81034" y="89763"/>
                    <a:pt x="81136" y="89712"/>
                  </a:cubicBezTo>
                  <a:close/>
                  <a:moveTo>
                    <a:pt x="62964" y="94867"/>
                  </a:moveTo>
                  <a:lnTo>
                    <a:pt x="80753" y="109492"/>
                  </a:lnTo>
                  <a:lnTo>
                    <a:pt x="61050" y="109492"/>
                  </a:lnTo>
                  <a:lnTo>
                    <a:pt x="61764" y="102805"/>
                  </a:lnTo>
                  <a:lnTo>
                    <a:pt x="62607" y="94944"/>
                  </a:lnTo>
                  <a:lnTo>
                    <a:pt x="62658" y="94944"/>
                  </a:lnTo>
                  <a:cubicBezTo>
                    <a:pt x="62760" y="94944"/>
                    <a:pt x="62862" y="94918"/>
                    <a:pt x="62964" y="94867"/>
                  </a:cubicBezTo>
                  <a:close/>
                  <a:moveTo>
                    <a:pt x="91779" y="103111"/>
                  </a:moveTo>
                  <a:lnTo>
                    <a:pt x="108726" y="106097"/>
                  </a:lnTo>
                  <a:lnTo>
                    <a:pt x="107450" y="109492"/>
                  </a:lnTo>
                  <a:lnTo>
                    <a:pt x="81366" y="109492"/>
                  </a:lnTo>
                  <a:lnTo>
                    <a:pt x="90656" y="103341"/>
                  </a:lnTo>
                  <a:cubicBezTo>
                    <a:pt x="90784" y="103468"/>
                    <a:pt x="90962" y="103571"/>
                    <a:pt x="91141" y="103571"/>
                  </a:cubicBezTo>
                  <a:cubicBezTo>
                    <a:pt x="91447" y="103571"/>
                    <a:pt x="91702" y="103366"/>
                    <a:pt x="91779" y="103111"/>
                  </a:cubicBezTo>
                  <a:close/>
                  <a:moveTo>
                    <a:pt x="108905" y="106123"/>
                  </a:moveTo>
                  <a:lnTo>
                    <a:pt x="128021" y="109492"/>
                  </a:lnTo>
                  <a:lnTo>
                    <a:pt x="107654" y="109492"/>
                  </a:lnTo>
                  <a:lnTo>
                    <a:pt x="108905" y="106123"/>
                  </a:lnTo>
                  <a:close/>
                  <a:moveTo>
                    <a:pt x="142160" y="103928"/>
                  </a:moveTo>
                  <a:cubicBezTo>
                    <a:pt x="142288" y="104107"/>
                    <a:pt x="142467" y="104234"/>
                    <a:pt x="142696" y="104260"/>
                  </a:cubicBezTo>
                  <a:lnTo>
                    <a:pt x="142696" y="109492"/>
                  </a:lnTo>
                  <a:lnTo>
                    <a:pt x="129833" y="109492"/>
                  </a:lnTo>
                  <a:cubicBezTo>
                    <a:pt x="129833" y="109466"/>
                    <a:pt x="129833" y="109441"/>
                    <a:pt x="129807" y="109415"/>
                  </a:cubicBezTo>
                  <a:lnTo>
                    <a:pt x="142160" y="103928"/>
                  </a:lnTo>
                  <a:close/>
                  <a:moveTo>
                    <a:pt x="944" y="1"/>
                  </a:moveTo>
                  <a:cubicBezTo>
                    <a:pt x="638" y="1"/>
                    <a:pt x="383" y="256"/>
                    <a:pt x="383" y="588"/>
                  </a:cubicBezTo>
                  <a:cubicBezTo>
                    <a:pt x="383" y="868"/>
                    <a:pt x="587" y="1098"/>
                    <a:pt x="842" y="1149"/>
                  </a:cubicBezTo>
                  <a:lnTo>
                    <a:pt x="842" y="16462"/>
                  </a:lnTo>
                  <a:cubicBezTo>
                    <a:pt x="357" y="16514"/>
                    <a:pt x="0" y="16922"/>
                    <a:pt x="0" y="17407"/>
                  </a:cubicBezTo>
                  <a:cubicBezTo>
                    <a:pt x="0" y="17892"/>
                    <a:pt x="357" y="18300"/>
                    <a:pt x="842" y="18351"/>
                  </a:cubicBezTo>
                  <a:lnTo>
                    <a:pt x="842" y="37748"/>
                  </a:lnTo>
                  <a:cubicBezTo>
                    <a:pt x="357" y="37799"/>
                    <a:pt x="0" y="38208"/>
                    <a:pt x="0" y="38693"/>
                  </a:cubicBezTo>
                  <a:cubicBezTo>
                    <a:pt x="0" y="39177"/>
                    <a:pt x="357" y="39560"/>
                    <a:pt x="842" y="39611"/>
                  </a:cubicBezTo>
                  <a:lnTo>
                    <a:pt x="842" y="62607"/>
                  </a:lnTo>
                  <a:cubicBezTo>
                    <a:pt x="357" y="62658"/>
                    <a:pt x="0" y="63066"/>
                    <a:pt x="0" y="63551"/>
                  </a:cubicBezTo>
                  <a:cubicBezTo>
                    <a:pt x="0" y="64036"/>
                    <a:pt x="357" y="64445"/>
                    <a:pt x="842" y="64496"/>
                  </a:cubicBezTo>
                  <a:lnTo>
                    <a:pt x="842" y="76057"/>
                  </a:lnTo>
                  <a:cubicBezTo>
                    <a:pt x="536" y="76108"/>
                    <a:pt x="306" y="76364"/>
                    <a:pt x="306" y="76695"/>
                  </a:cubicBezTo>
                  <a:cubicBezTo>
                    <a:pt x="306" y="77053"/>
                    <a:pt x="587" y="77333"/>
                    <a:pt x="944" y="77333"/>
                  </a:cubicBezTo>
                  <a:cubicBezTo>
                    <a:pt x="1225" y="77333"/>
                    <a:pt x="1455" y="77180"/>
                    <a:pt x="1557" y="76925"/>
                  </a:cubicBezTo>
                  <a:lnTo>
                    <a:pt x="27105" y="82821"/>
                  </a:lnTo>
                  <a:cubicBezTo>
                    <a:pt x="27105" y="82872"/>
                    <a:pt x="27079" y="82897"/>
                    <a:pt x="27079" y="82923"/>
                  </a:cubicBezTo>
                  <a:cubicBezTo>
                    <a:pt x="27079" y="83459"/>
                    <a:pt x="27513" y="83867"/>
                    <a:pt x="28024" y="83867"/>
                  </a:cubicBezTo>
                  <a:cubicBezTo>
                    <a:pt x="28458" y="83867"/>
                    <a:pt x="28815" y="83586"/>
                    <a:pt x="28943" y="83204"/>
                  </a:cubicBezTo>
                  <a:lnTo>
                    <a:pt x="45711" y="86598"/>
                  </a:lnTo>
                  <a:cubicBezTo>
                    <a:pt x="45711" y="86598"/>
                    <a:pt x="45711" y="86624"/>
                    <a:pt x="45711" y="86624"/>
                  </a:cubicBezTo>
                  <a:cubicBezTo>
                    <a:pt x="45711" y="86955"/>
                    <a:pt x="45992" y="87236"/>
                    <a:pt x="46323" y="87236"/>
                  </a:cubicBezTo>
                  <a:cubicBezTo>
                    <a:pt x="46425" y="87236"/>
                    <a:pt x="46502" y="87211"/>
                    <a:pt x="46579" y="87185"/>
                  </a:cubicBezTo>
                  <a:lnTo>
                    <a:pt x="52449" y="96424"/>
                  </a:lnTo>
                  <a:cubicBezTo>
                    <a:pt x="52219" y="96577"/>
                    <a:pt x="52091" y="96858"/>
                    <a:pt x="52091" y="97139"/>
                  </a:cubicBezTo>
                  <a:cubicBezTo>
                    <a:pt x="52091" y="97675"/>
                    <a:pt x="52500" y="98083"/>
                    <a:pt x="53036" y="98083"/>
                  </a:cubicBezTo>
                  <a:cubicBezTo>
                    <a:pt x="53163" y="98083"/>
                    <a:pt x="53317" y="98058"/>
                    <a:pt x="53444" y="97981"/>
                  </a:cubicBezTo>
                  <a:lnTo>
                    <a:pt x="60846" y="109619"/>
                  </a:lnTo>
                  <a:lnTo>
                    <a:pt x="60820" y="109696"/>
                  </a:lnTo>
                  <a:lnTo>
                    <a:pt x="60871" y="109696"/>
                  </a:lnTo>
                  <a:lnTo>
                    <a:pt x="60999" y="109900"/>
                  </a:lnTo>
                  <a:lnTo>
                    <a:pt x="61024" y="109696"/>
                  </a:lnTo>
                  <a:lnTo>
                    <a:pt x="80932" y="109696"/>
                  </a:lnTo>
                  <a:lnTo>
                    <a:pt x="80932" y="109773"/>
                  </a:lnTo>
                  <a:lnTo>
                    <a:pt x="81008" y="109747"/>
                  </a:lnTo>
                  <a:lnTo>
                    <a:pt x="81136" y="109977"/>
                  </a:lnTo>
                  <a:lnTo>
                    <a:pt x="81136" y="109696"/>
                  </a:lnTo>
                  <a:lnTo>
                    <a:pt x="128506" y="109696"/>
                  </a:lnTo>
                  <a:cubicBezTo>
                    <a:pt x="128531" y="110028"/>
                    <a:pt x="128812" y="110283"/>
                    <a:pt x="129169" y="110283"/>
                  </a:cubicBezTo>
                  <a:cubicBezTo>
                    <a:pt x="129501" y="110283"/>
                    <a:pt x="129782" y="110028"/>
                    <a:pt x="129807" y="109696"/>
                  </a:cubicBezTo>
                  <a:lnTo>
                    <a:pt x="142875" y="109696"/>
                  </a:lnTo>
                  <a:lnTo>
                    <a:pt x="142875" y="104260"/>
                  </a:lnTo>
                  <a:cubicBezTo>
                    <a:pt x="143232" y="104209"/>
                    <a:pt x="143513" y="103902"/>
                    <a:pt x="143513" y="103545"/>
                  </a:cubicBezTo>
                  <a:cubicBezTo>
                    <a:pt x="143513" y="103188"/>
                    <a:pt x="143232" y="102881"/>
                    <a:pt x="142875" y="102830"/>
                  </a:cubicBezTo>
                  <a:lnTo>
                    <a:pt x="142875" y="82642"/>
                  </a:lnTo>
                  <a:lnTo>
                    <a:pt x="142875" y="82438"/>
                  </a:lnTo>
                  <a:lnTo>
                    <a:pt x="142875" y="77997"/>
                  </a:lnTo>
                  <a:lnTo>
                    <a:pt x="142875" y="77716"/>
                  </a:lnTo>
                  <a:lnTo>
                    <a:pt x="142875" y="55180"/>
                  </a:lnTo>
                  <a:cubicBezTo>
                    <a:pt x="143360" y="55129"/>
                    <a:pt x="143717" y="54721"/>
                    <a:pt x="143717" y="54236"/>
                  </a:cubicBezTo>
                  <a:cubicBezTo>
                    <a:pt x="143717" y="53725"/>
                    <a:pt x="143309" y="53291"/>
                    <a:pt x="142773" y="53291"/>
                  </a:cubicBezTo>
                  <a:cubicBezTo>
                    <a:pt x="142262" y="53291"/>
                    <a:pt x="141829" y="53725"/>
                    <a:pt x="141829" y="54236"/>
                  </a:cubicBezTo>
                  <a:cubicBezTo>
                    <a:pt x="141829" y="54516"/>
                    <a:pt x="141956" y="54746"/>
                    <a:pt x="142135" y="54925"/>
                  </a:cubicBezTo>
                  <a:lnTo>
                    <a:pt x="127791" y="73046"/>
                  </a:lnTo>
                  <a:lnTo>
                    <a:pt x="120160" y="61637"/>
                  </a:lnTo>
                  <a:cubicBezTo>
                    <a:pt x="120288" y="61510"/>
                    <a:pt x="120390" y="61305"/>
                    <a:pt x="120390" y="61101"/>
                  </a:cubicBezTo>
                  <a:cubicBezTo>
                    <a:pt x="120390" y="60693"/>
                    <a:pt x="120058" y="60361"/>
                    <a:pt x="119675" y="60361"/>
                  </a:cubicBezTo>
                  <a:cubicBezTo>
                    <a:pt x="119394" y="60361"/>
                    <a:pt x="119190" y="60489"/>
                    <a:pt x="119037" y="60693"/>
                  </a:cubicBezTo>
                  <a:lnTo>
                    <a:pt x="99283" y="51428"/>
                  </a:lnTo>
                  <a:cubicBezTo>
                    <a:pt x="99308" y="51326"/>
                    <a:pt x="99334" y="51224"/>
                    <a:pt x="99334" y="51122"/>
                  </a:cubicBezTo>
                  <a:cubicBezTo>
                    <a:pt x="99334" y="50586"/>
                    <a:pt x="98900" y="50178"/>
                    <a:pt x="98389" y="50178"/>
                  </a:cubicBezTo>
                  <a:cubicBezTo>
                    <a:pt x="97879" y="50178"/>
                    <a:pt x="97445" y="50612"/>
                    <a:pt x="97445" y="51122"/>
                  </a:cubicBezTo>
                  <a:cubicBezTo>
                    <a:pt x="97445" y="51250"/>
                    <a:pt x="97470" y="51377"/>
                    <a:pt x="97522" y="51505"/>
                  </a:cubicBezTo>
                  <a:lnTo>
                    <a:pt x="80957" y="60999"/>
                  </a:lnTo>
                  <a:lnTo>
                    <a:pt x="75955" y="58804"/>
                  </a:lnTo>
                  <a:cubicBezTo>
                    <a:pt x="75955" y="58779"/>
                    <a:pt x="75981" y="58728"/>
                    <a:pt x="75981" y="58677"/>
                  </a:cubicBezTo>
                  <a:cubicBezTo>
                    <a:pt x="75981" y="58370"/>
                    <a:pt x="75725" y="58115"/>
                    <a:pt x="75419" y="58115"/>
                  </a:cubicBezTo>
                  <a:cubicBezTo>
                    <a:pt x="75266" y="58115"/>
                    <a:pt x="75138" y="58166"/>
                    <a:pt x="75036" y="58268"/>
                  </a:cubicBezTo>
                  <a:lnTo>
                    <a:pt x="54235" y="42061"/>
                  </a:lnTo>
                  <a:cubicBezTo>
                    <a:pt x="54312" y="41934"/>
                    <a:pt x="54363" y="41755"/>
                    <a:pt x="54363" y="41577"/>
                  </a:cubicBezTo>
                  <a:cubicBezTo>
                    <a:pt x="54363" y="41041"/>
                    <a:pt x="53955" y="40632"/>
                    <a:pt x="53419" y="40632"/>
                  </a:cubicBezTo>
                  <a:cubicBezTo>
                    <a:pt x="53342" y="40632"/>
                    <a:pt x="53265" y="40632"/>
                    <a:pt x="53189" y="40658"/>
                  </a:cubicBezTo>
                  <a:lnTo>
                    <a:pt x="46732" y="24247"/>
                  </a:lnTo>
                  <a:cubicBezTo>
                    <a:pt x="47012" y="24119"/>
                    <a:pt x="47191" y="23838"/>
                    <a:pt x="47191" y="23507"/>
                  </a:cubicBezTo>
                  <a:cubicBezTo>
                    <a:pt x="47191" y="23047"/>
                    <a:pt x="46808" y="22664"/>
                    <a:pt x="46349" y="22664"/>
                  </a:cubicBezTo>
                  <a:cubicBezTo>
                    <a:pt x="45889" y="22664"/>
                    <a:pt x="45507" y="23022"/>
                    <a:pt x="45481" y="23456"/>
                  </a:cubicBezTo>
                  <a:lnTo>
                    <a:pt x="20265" y="25064"/>
                  </a:lnTo>
                  <a:lnTo>
                    <a:pt x="18325" y="17534"/>
                  </a:lnTo>
                  <a:cubicBezTo>
                    <a:pt x="18529" y="17432"/>
                    <a:pt x="18708" y="17203"/>
                    <a:pt x="18708" y="16947"/>
                  </a:cubicBezTo>
                  <a:cubicBezTo>
                    <a:pt x="18708" y="16590"/>
                    <a:pt x="18402" y="16309"/>
                    <a:pt x="18070" y="16309"/>
                  </a:cubicBezTo>
                  <a:cubicBezTo>
                    <a:pt x="17917" y="16309"/>
                    <a:pt x="17789" y="16360"/>
                    <a:pt x="17687" y="16437"/>
                  </a:cubicBezTo>
                  <a:lnTo>
                    <a:pt x="1429" y="894"/>
                  </a:lnTo>
                  <a:cubicBezTo>
                    <a:pt x="1480" y="817"/>
                    <a:pt x="1506" y="690"/>
                    <a:pt x="1506" y="588"/>
                  </a:cubicBezTo>
                  <a:cubicBezTo>
                    <a:pt x="1506" y="256"/>
                    <a:pt x="1251" y="1"/>
                    <a:pt x="9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39"/>
            </a:p>
          </p:txBody>
        </p:sp>
        <p:sp>
          <p:nvSpPr>
            <p:cNvPr id="21" name="Google Shape;21;p3"/>
            <p:cNvSpPr/>
            <p:nvPr/>
          </p:nvSpPr>
          <p:spPr>
            <a:xfrm rot="-1203209" flipH="1">
              <a:off x="3720293" y="2268118"/>
              <a:ext cx="7047648" cy="5408061"/>
            </a:xfrm>
            <a:custGeom>
              <a:avLst/>
              <a:gdLst/>
              <a:ahLst/>
              <a:cxnLst/>
              <a:rect l="l" t="t" r="r" b="b"/>
              <a:pathLst>
                <a:path w="143718" h="110283" extrusionOk="0">
                  <a:moveTo>
                    <a:pt x="1276" y="1047"/>
                  </a:moveTo>
                  <a:lnTo>
                    <a:pt x="17534" y="16565"/>
                  </a:lnTo>
                  <a:cubicBezTo>
                    <a:pt x="17483" y="16667"/>
                    <a:pt x="17457" y="16743"/>
                    <a:pt x="17432" y="16845"/>
                  </a:cubicBezTo>
                  <a:lnTo>
                    <a:pt x="1889" y="17279"/>
                  </a:lnTo>
                  <a:cubicBezTo>
                    <a:pt x="1812" y="16845"/>
                    <a:pt x="1480" y="16514"/>
                    <a:pt x="1046" y="16462"/>
                  </a:cubicBezTo>
                  <a:lnTo>
                    <a:pt x="1046" y="1149"/>
                  </a:lnTo>
                  <a:cubicBezTo>
                    <a:pt x="1123" y="1124"/>
                    <a:pt x="1225" y="1098"/>
                    <a:pt x="1276" y="1047"/>
                  </a:cubicBezTo>
                  <a:close/>
                  <a:moveTo>
                    <a:pt x="17432" y="17050"/>
                  </a:moveTo>
                  <a:cubicBezTo>
                    <a:pt x="17457" y="17177"/>
                    <a:pt x="17508" y="17279"/>
                    <a:pt x="17585" y="17381"/>
                  </a:cubicBezTo>
                  <a:lnTo>
                    <a:pt x="11638" y="24936"/>
                  </a:lnTo>
                  <a:cubicBezTo>
                    <a:pt x="11485" y="24859"/>
                    <a:pt x="11306" y="24808"/>
                    <a:pt x="11128" y="24808"/>
                  </a:cubicBezTo>
                  <a:cubicBezTo>
                    <a:pt x="10873" y="24808"/>
                    <a:pt x="10643" y="24910"/>
                    <a:pt x="10464" y="25064"/>
                  </a:cubicBezTo>
                  <a:lnTo>
                    <a:pt x="1736" y="17917"/>
                  </a:lnTo>
                  <a:cubicBezTo>
                    <a:pt x="1812" y="17790"/>
                    <a:pt x="1863" y="17637"/>
                    <a:pt x="1889" y="17483"/>
                  </a:cubicBezTo>
                  <a:lnTo>
                    <a:pt x="17432" y="17050"/>
                  </a:lnTo>
                  <a:close/>
                  <a:moveTo>
                    <a:pt x="17764" y="17483"/>
                  </a:moveTo>
                  <a:cubicBezTo>
                    <a:pt x="17840" y="17534"/>
                    <a:pt x="17942" y="17585"/>
                    <a:pt x="18070" y="17585"/>
                  </a:cubicBezTo>
                  <a:cubicBezTo>
                    <a:pt x="18070" y="17585"/>
                    <a:pt x="18095" y="17560"/>
                    <a:pt x="18121" y="17560"/>
                  </a:cubicBezTo>
                  <a:lnTo>
                    <a:pt x="20061" y="25089"/>
                  </a:lnTo>
                  <a:lnTo>
                    <a:pt x="12047" y="25574"/>
                  </a:lnTo>
                  <a:cubicBezTo>
                    <a:pt x="12021" y="25395"/>
                    <a:pt x="11919" y="25191"/>
                    <a:pt x="11791" y="25064"/>
                  </a:cubicBezTo>
                  <a:lnTo>
                    <a:pt x="17764" y="17483"/>
                  </a:lnTo>
                  <a:close/>
                  <a:moveTo>
                    <a:pt x="20112" y="25268"/>
                  </a:moveTo>
                  <a:lnTo>
                    <a:pt x="22460" y="34405"/>
                  </a:lnTo>
                  <a:cubicBezTo>
                    <a:pt x="22332" y="34456"/>
                    <a:pt x="22230" y="34507"/>
                    <a:pt x="22128" y="34609"/>
                  </a:cubicBezTo>
                  <a:lnTo>
                    <a:pt x="14726" y="28560"/>
                  </a:lnTo>
                  <a:lnTo>
                    <a:pt x="11919" y="26263"/>
                  </a:lnTo>
                  <a:cubicBezTo>
                    <a:pt x="12021" y="26135"/>
                    <a:pt x="12072" y="25957"/>
                    <a:pt x="12072" y="25778"/>
                  </a:cubicBezTo>
                  <a:lnTo>
                    <a:pt x="20112" y="25268"/>
                  </a:lnTo>
                  <a:close/>
                  <a:moveTo>
                    <a:pt x="45507" y="23660"/>
                  </a:moveTo>
                  <a:cubicBezTo>
                    <a:pt x="45507" y="23711"/>
                    <a:pt x="45532" y="23762"/>
                    <a:pt x="45532" y="23787"/>
                  </a:cubicBezTo>
                  <a:lnTo>
                    <a:pt x="23583" y="34762"/>
                  </a:lnTo>
                  <a:cubicBezTo>
                    <a:pt x="23404" y="34507"/>
                    <a:pt x="23123" y="34328"/>
                    <a:pt x="22792" y="34328"/>
                  </a:cubicBezTo>
                  <a:cubicBezTo>
                    <a:pt x="22741" y="34328"/>
                    <a:pt x="22690" y="34328"/>
                    <a:pt x="22664" y="34354"/>
                  </a:cubicBezTo>
                  <a:lnTo>
                    <a:pt x="20316" y="25242"/>
                  </a:lnTo>
                  <a:lnTo>
                    <a:pt x="45507" y="23660"/>
                  </a:lnTo>
                  <a:close/>
                  <a:moveTo>
                    <a:pt x="45634" y="23966"/>
                  </a:moveTo>
                  <a:cubicBezTo>
                    <a:pt x="45634" y="23992"/>
                    <a:pt x="45634" y="23992"/>
                    <a:pt x="45634" y="23992"/>
                  </a:cubicBezTo>
                  <a:lnTo>
                    <a:pt x="30908" y="36855"/>
                  </a:lnTo>
                  <a:lnTo>
                    <a:pt x="23736" y="35375"/>
                  </a:lnTo>
                  <a:cubicBezTo>
                    <a:pt x="23736" y="35349"/>
                    <a:pt x="23736" y="35298"/>
                    <a:pt x="23736" y="35273"/>
                  </a:cubicBezTo>
                  <a:cubicBezTo>
                    <a:pt x="23736" y="35170"/>
                    <a:pt x="23710" y="35043"/>
                    <a:pt x="23685" y="34941"/>
                  </a:cubicBezTo>
                  <a:lnTo>
                    <a:pt x="45634" y="23966"/>
                  </a:lnTo>
                  <a:close/>
                  <a:moveTo>
                    <a:pt x="1608" y="18070"/>
                  </a:moveTo>
                  <a:lnTo>
                    <a:pt x="10337" y="25217"/>
                  </a:lnTo>
                  <a:cubicBezTo>
                    <a:pt x="10235" y="25370"/>
                    <a:pt x="10183" y="25548"/>
                    <a:pt x="10183" y="25753"/>
                  </a:cubicBezTo>
                  <a:cubicBezTo>
                    <a:pt x="10183" y="26008"/>
                    <a:pt x="10311" y="26238"/>
                    <a:pt x="10464" y="26416"/>
                  </a:cubicBezTo>
                  <a:lnTo>
                    <a:pt x="1455" y="37876"/>
                  </a:lnTo>
                  <a:cubicBezTo>
                    <a:pt x="1327" y="37799"/>
                    <a:pt x="1200" y="37774"/>
                    <a:pt x="1046" y="37748"/>
                  </a:cubicBezTo>
                  <a:lnTo>
                    <a:pt x="1046" y="18351"/>
                  </a:lnTo>
                  <a:cubicBezTo>
                    <a:pt x="1276" y="18326"/>
                    <a:pt x="1455" y="18224"/>
                    <a:pt x="1608" y="18070"/>
                  </a:cubicBezTo>
                  <a:close/>
                  <a:moveTo>
                    <a:pt x="11791" y="26416"/>
                  </a:moveTo>
                  <a:lnTo>
                    <a:pt x="21924" y="34686"/>
                  </a:lnTo>
                  <a:lnTo>
                    <a:pt x="22000" y="34762"/>
                  </a:lnTo>
                  <a:cubicBezTo>
                    <a:pt x="21898" y="34915"/>
                    <a:pt x="21847" y="35094"/>
                    <a:pt x="21847" y="35273"/>
                  </a:cubicBezTo>
                  <a:cubicBezTo>
                    <a:pt x="21847" y="35298"/>
                    <a:pt x="21847" y="35324"/>
                    <a:pt x="21847" y="35324"/>
                  </a:cubicBezTo>
                  <a:lnTo>
                    <a:pt x="10822" y="37034"/>
                  </a:lnTo>
                  <a:lnTo>
                    <a:pt x="1863" y="38437"/>
                  </a:lnTo>
                  <a:cubicBezTo>
                    <a:pt x="1812" y="38284"/>
                    <a:pt x="1736" y="38131"/>
                    <a:pt x="1608" y="38003"/>
                  </a:cubicBezTo>
                  <a:lnTo>
                    <a:pt x="10643" y="26544"/>
                  </a:lnTo>
                  <a:cubicBezTo>
                    <a:pt x="10770" y="26620"/>
                    <a:pt x="10949" y="26697"/>
                    <a:pt x="11128" y="26697"/>
                  </a:cubicBezTo>
                  <a:cubicBezTo>
                    <a:pt x="11383" y="26697"/>
                    <a:pt x="11638" y="26569"/>
                    <a:pt x="11791" y="26416"/>
                  </a:cubicBezTo>
                  <a:close/>
                  <a:moveTo>
                    <a:pt x="45762" y="24145"/>
                  </a:moveTo>
                  <a:cubicBezTo>
                    <a:pt x="45915" y="24272"/>
                    <a:pt x="46119" y="24349"/>
                    <a:pt x="46323" y="24349"/>
                  </a:cubicBezTo>
                  <a:cubicBezTo>
                    <a:pt x="46400" y="24349"/>
                    <a:pt x="46476" y="24349"/>
                    <a:pt x="46553" y="24323"/>
                  </a:cubicBezTo>
                  <a:lnTo>
                    <a:pt x="52985" y="40734"/>
                  </a:lnTo>
                  <a:cubicBezTo>
                    <a:pt x="52781" y="40836"/>
                    <a:pt x="52602" y="41041"/>
                    <a:pt x="52525" y="41270"/>
                  </a:cubicBezTo>
                  <a:lnTo>
                    <a:pt x="31163" y="36906"/>
                  </a:lnTo>
                  <a:lnTo>
                    <a:pt x="45762" y="24145"/>
                  </a:lnTo>
                  <a:close/>
                  <a:moveTo>
                    <a:pt x="23685" y="35579"/>
                  </a:moveTo>
                  <a:lnTo>
                    <a:pt x="23813" y="35604"/>
                  </a:lnTo>
                  <a:lnTo>
                    <a:pt x="30729" y="37008"/>
                  </a:lnTo>
                  <a:lnTo>
                    <a:pt x="18836" y="47396"/>
                  </a:lnTo>
                  <a:cubicBezTo>
                    <a:pt x="18810" y="47370"/>
                    <a:pt x="18759" y="47345"/>
                    <a:pt x="18734" y="47319"/>
                  </a:cubicBezTo>
                  <a:lnTo>
                    <a:pt x="21158" y="40275"/>
                  </a:lnTo>
                  <a:lnTo>
                    <a:pt x="22562" y="36191"/>
                  </a:lnTo>
                  <a:cubicBezTo>
                    <a:pt x="22638" y="36217"/>
                    <a:pt x="22715" y="36217"/>
                    <a:pt x="22792" y="36217"/>
                  </a:cubicBezTo>
                  <a:cubicBezTo>
                    <a:pt x="23200" y="36217"/>
                    <a:pt x="23557" y="35962"/>
                    <a:pt x="23685" y="35579"/>
                  </a:cubicBezTo>
                  <a:close/>
                  <a:moveTo>
                    <a:pt x="21873" y="35528"/>
                  </a:moveTo>
                  <a:cubicBezTo>
                    <a:pt x="21949" y="35783"/>
                    <a:pt x="22128" y="36013"/>
                    <a:pt x="22383" y="36140"/>
                  </a:cubicBezTo>
                  <a:lnTo>
                    <a:pt x="20980" y="40224"/>
                  </a:lnTo>
                  <a:lnTo>
                    <a:pt x="18555" y="47243"/>
                  </a:lnTo>
                  <a:lnTo>
                    <a:pt x="18453" y="47243"/>
                  </a:lnTo>
                  <a:cubicBezTo>
                    <a:pt x="18249" y="47243"/>
                    <a:pt x="18070" y="47345"/>
                    <a:pt x="17942" y="47498"/>
                  </a:cubicBezTo>
                  <a:lnTo>
                    <a:pt x="12404" y="44563"/>
                  </a:lnTo>
                  <a:lnTo>
                    <a:pt x="1812" y="39024"/>
                  </a:lnTo>
                  <a:cubicBezTo>
                    <a:pt x="1863" y="38922"/>
                    <a:pt x="1889" y="38820"/>
                    <a:pt x="1889" y="38693"/>
                  </a:cubicBezTo>
                  <a:cubicBezTo>
                    <a:pt x="1889" y="38667"/>
                    <a:pt x="1889" y="38641"/>
                    <a:pt x="1889" y="38641"/>
                  </a:cubicBezTo>
                  <a:lnTo>
                    <a:pt x="21873" y="35528"/>
                  </a:lnTo>
                  <a:close/>
                  <a:moveTo>
                    <a:pt x="30959" y="37059"/>
                  </a:moveTo>
                  <a:lnTo>
                    <a:pt x="52474" y="41474"/>
                  </a:lnTo>
                  <a:cubicBezTo>
                    <a:pt x="52474" y="41500"/>
                    <a:pt x="52474" y="41551"/>
                    <a:pt x="52474" y="41577"/>
                  </a:cubicBezTo>
                  <a:cubicBezTo>
                    <a:pt x="52474" y="41602"/>
                    <a:pt x="52474" y="41602"/>
                    <a:pt x="52500" y="41628"/>
                  </a:cubicBezTo>
                  <a:lnTo>
                    <a:pt x="44282" y="43108"/>
                  </a:lnTo>
                  <a:lnTo>
                    <a:pt x="19014" y="47651"/>
                  </a:lnTo>
                  <a:cubicBezTo>
                    <a:pt x="18989" y="47600"/>
                    <a:pt x="18989" y="47574"/>
                    <a:pt x="18963" y="47523"/>
                  </a:cubicBezTo>
                  <a:lnTo>
                    <a:pt x="30959" y="37059"/>
                  </a:lnTo>
                  <a:close/>
                  <a:moveTo>
                    <a:pt x="52653" y="42113"/>
                  </a:moveTo>
                  <a:cubicBezTo>
                    <a:pt x="52704" y="42189"/>
                    <a:pt x="52781" y="42240"/>
                    <a:pt x="52832" y="42317"/>
                  </a:cubicBezTo>
                  <a:lnTo>
                    <a:pt x="45992" y="53036"/>
                  </a:lnTo>
                  <a:cubicBezTo>
                    <a:pt x="45864" y="52985"/>
                    <a:pt x="45736" y="52934"/>
                    <a:pt x="45583" y="52934"/>
                  </a:cubicBezTo>
                  <a:cubicBezTo>
                    <a:pt x="45124" y="52934"/>
                    <a:pt x="44766" y="53240"/>
                    <a:pt x="44664" y="53623"/>
                  </a:cubicBezTo>
                  <a:lnTo>
                    <a:pt x="34864" y="52066"/>
                  </a:lnTo>
                  <a:lnTo>
                    <a:pt x="35604" y="51632"/>
                  </a:lnTo>
                  <a:lnTo>
                    <a:pt x="45966" y="45839"/>
                  </a:lnTo>
                  <a:lnTo>
                    <a:pt x="52653" y="42113"/>
                  </a:lnTo>
                  <a:close/>
                  <a:moveTo>
                    <a:pt x="53010" y="42419"/>
                  </a:moveTo>
                  <a:cubicBezTo>
                    <a:pt x="53138" y="42470"/>
                    <a:pt x="53265" y="42521"/>
                    <a:pt x="53419" y="42521"/>
                  </a:cubicBezTo>
                  <a:cubicBezTo>
                    <a:pt x="53546" y="42521"/>
                    <a:pt x="53648" y="42495"/>
                    <a:pt x="53750" y="42444"/>
                  </a:cubicBezTo>
                  <a:lnTo>
                    <a:pt x="60616" y="56201"/>
                  </a:lnTo>
                  <a:lnTo>
                    <a:pt x="60616" y="56201"/>
                  </a:lnTo>
                  <a:lnTo>
                    <a:pt x="51709" y="54772"/>
                  </a:lnTo>
                  <a:lnTo>
                    <a:pt x="46502" y="53929"/>
                  </a:lnTo>
                  <a:cubicBezTo>
                    <a:pt x="46502" y="53904"/>
                    <a:pt x="46528" y="53904"/>
                    <a:pt x="46528" y="53878"/>
                  </a:cubicBezTo>
                  <a:cubicBezTo>
                    <a:pt x="46528" y="53572"/>
                    <a:pt x="46374" y="53317"/>
                    <a:pt x="46170" y="53138"/>
                  </a:cubicBezTo>
                  <a:lnTo>
                    <a:pt x="46579" y="52500"/>
                  </a:lnTo>
                  <a:lnTo>
                    <a:pt x="53010" y="42419"/>
                  </a:lnTo>
                  <a:close/>
                  <a:moveTo>
                    <a:pt x="52525" y="41832"/>
                  </a:moveTo>
                  <a:cubicBezTo>
                    <a:pt x="52525" y="41857"/>
                    <a:pt x="52551" y="41908"/>
                    <a:pt x="52551" y="41934"/>
                  </a:cubicBezTo>
                  <a:lnTo>
                    <a:pt x="42163" y="47753"/>
                  </a:lnTo>
                  <a:lnTo>
                    <a:pt x="34557" y="51990"/>
                  </a:lnTo>
                  <a:lnTo>
                    <a:pt x="34430" y="51990"/>
                  </a:lnTo>
                  <a:lnTo>
                    <a:pt x="34455" y="52041"/>
                  </a:lnTo>
                  <a:lnTo>
                    <a:pt x="26901" y="56277"/>
                  </a:lnTo>
                  <a:lnTo>
                    <a:pt x="23557" y="58141"/>
                  </a:lnTo>
                  <a:cubicBezTo>
                    <a:pt x="23379" y="57911"/>
                    <a:pt x="23098" y="57732"/>
                    <a:pt x="22792" y="57732"/>
                  </a:cubicBezTo>
                  <a:cubicBezTo>
                    <a:pt x="22690" y="57732"/>
                    <a:pt x="22613" y="57758"/>
                    <a:pt x="22536" y="57783"/>
                  </a:cubicBezTo>
                  <a:lnTo>
                    <a:pt x="19857" y="51096"/>
                  </a:lnTo>
                  <a:lnTo>
                    <a:pt x="18759" y="48391"/>
                  </a:lnTo>
                  <a:cubicBezTo>
                    <a:pt x="18938" y="48263"/>
                    <a:pt x="19065" y="48085"/>
                    <a:pt x="19065" y="47855"/>
                  </a:cubicBezTo>
                  <a:lnTo>
                    <a:pt x="24987" y="46783"/>
                  </a:lnTo>
                  <a:lnTo>
                    <a:pt x="52525" y="41832"/>
                  </a:lnTo>
                  <a:close/>
                  <a:moveTo>
                    <a:pt x="54108" y="42215"/>
                  </a:moveTo>
                  <a:lnTo>
                    <a:pt x="74909" y="58421"/>
                  </a:lnTo>
                  <a:cubicBezTo>
                    <a:pt x="74909" y="58447"/>
                    <a:pt x="74883" y="58472"/>
                    <a:pt x="74883" y="58498"/>
                  </a:cubicBezTo>
                  <a:lnTo>
                    <a:pt x="60871" y="56226"/>
                  </a:lnTo>
                  <a:lnTo>
                    <a:pt x="53929" y="42368"/>
                  </a:lnTo>
                  <a:cubicBezTo>
                    <a:pt x="54006" y="42317"/>
                    <a:pt x="54057" y="42266"/>
                    <a:pt x="54108" y="42215"/>
                  </a:cubicBezTo>
                  <a:close/>
                  <a:moveTo>
                    <a:pt x="60973" y="56456"/>
                  </a:moveTo>
                  <a:lnTo>
                    <a:pt x="74858" y="58702"/>
                  </a:lnTo>
                  <a:lnTo>
                    <a:pt x="63321" y="61203"/>
                  </a:lnTo>
                  <a:lnTo>
                    <a:pt x="60973" y="56456"/>
                  </a:lnTo>
                  <a:close/>
                  <a:moveTo>
                    <a:pt x="46476" y="54134"/>
                  </a:moveTo>
                  <a:lnTo>
                    <a:pt x="60718" y="56405"/>
                  </a:lnTo>
                  <a:lnTo>
                    <a:pt x="63117" y="61229"/>
                  </a:lnTo>
                  <a:lnTo>
                    <a:pt x="58447" y="62250"/>
                  </a:lnTo>
                  <a:cubicBezTo>
                    <a:pt x="58370" y="61969"/>
                    <a:pt x="58115" y="61790"/>
                    <a:pt x="57808" y="61790"/>
                  </a:cubicBezTo>
                  <a:cubicBezTo>
                    <a:pt x="57604" y="61790"/>
                    <a:pt x="57426" y="61867"/>
                    <a:pt x="57298" y="61995"/>
                  </a:cubicBezTo>
                  <a:lnTo>
                    <a:pt x="46400" y="54338"/>
                  </a:lnTo>
                  <a:cubicBezTo>
                    <a:pt x="46425" y="54261"/>
                    <a:pt x="46451" y="54185"/>
                    <a:pt x="46476" y="54134"/>
                  </a:cubicBezTo>
                  <a:close/>
                  <a:moveTo>
                    <a:pt x="1736" y="39203"/>
                  </a:moveTo>
                  <a:lnTo>
                    <a:pt x="4543" y="40683"/>
                  </a:lnTo>
                  <a:lnTo>
                    <a:pt x="17866" y="47676"/>
                  </a:lnTo>
                  <a:cubicBezTo>
                    <a:pt x="17840" y="47727"/>
                    <a:pt x="17815" y="47779"/>
                    <a:pt x="17815" y="47855"/>
                  </a:cubicBezTo>
                  <a:cubicBezTo>
                    <a:pt x="17815" y="47983"/>
                    <a:pt x="17866" y="48085"/>
                    <a:pt x="17917" y="48187"/>
                  </a:cubicBezTo>
                  <a:lnTo>
                    <a:pt x="1940" y="62530"/>
                  </a:lnTo>
                  <a:lnTo>
                    <a:pt x="1582" y="62862"/>
                  </a:lnTo>
                  <a:cubicBezTo>
                    <a:pt x="1429" y="62735"/>
                    <a:pt x="1251" y="62633"/>
                    <a:pt x="1046" y="62607"/>
                  </a:cubicBezTo>
                  <a:lnTo>
                    <a:pt x="1046" y="39611"/>
                  </a:lnTo>
                  <a:cubicBezTo>
                    <a:pt x="1327" y="39586"/>
                    <a:pt x="1582" y="39433"/>
                    <a:pt x="1736" y="39203"/>
                  </a:cubicBezTo>
                  <a:close/>
                  <a:moveTo>
                    <a:pt x="18070" y="48340"/>
                  </a:moveTo>
                  <a:cubicBezTo>
                    <a:pt x="18172" y="48417"/>
                    <a:pt x="18300" y="48468"/>
                    <a:pt x="18453" y="48468"/>
                  </a:cubicBezTo>
                  <a:lnTo>
                    <a:pt x="18580" y="48468"/>
                  </a:lnTo>
                  <a:lnTo>
                    <a:pt x="22358" y="57860"/>
                  </a:lnTo>
                  <a:cubicBezTo>
                    <a:pt x="22051" y="58013"/>
                    <a:pt x="21847" y="58319"/>
                    <a:pt x="21847" y="58677"/>
                  </a:cubicBezTo>
                  <a:cubicBezTo>
                    <a:pt x="21847" y="58728"/>
                    <a:pt x="21847" y="58753"/>
                    <a:pt x="21847" y="58779"/>
                  </a:cubicBezTo>
                  <a:lnTo>
                    <a:pt x="1838" y="63245"/>
                  </a:lnTo>
                  <a:cubicBezTo>
                    <a:pt x="1812" y="63169"/>
                    <a:pt x="1761" y="63066"/>
                    <a:pt x="1710" y="62990"/>
                  </a:cubicBezTo>
                  <a:lnTo>
                    <a:pt x="7019" y="58243"/>
                  </a:lnTo>
                  <a:lnTo>
                    <a:pt x="18070" y="48340"/>
                  </a:lnTo>
                  <a:close/>
                  <a:moveTo>
                    <a:pt x="46272" y="54491"/>
                  </a:moveTo>
                  <a:lnTo>
                    <a:pt x="57196" y="62173"/>
                  </a:lnTo>
                  <a:cubicBezTo>
                    <a:pt x="57145" y="62275"/>
                    <a:pt x="57119" y="62377"/>
                    <a:pt x="57119" y="62479"/>
                  </a:cubicBezTo>
                  <a:cubicBezTo>
                    <a:pt x="57119" y="62505"/>
                    <a:pt x="57119" y="62505"/>
                    <a:pt x="57119" y="62530"/>
                  </a:cubicBezTo>
                  <a:lnTo>
                    <a:pt x="46732" y="64776"/>
                  </a:lnTo>
                  <a:cubicBezTo>
                    <a:pt x="46604" y="64419"/>
                    <a:pt x="46298" y="64164"/>
                    <a:pt x="45915" y="64113"/>
                  </a:cubicBezTo>
                  <a:lnTo>
                    <a:pt x="45685" y="54823"/>
                  </a:lnTo>
                  <a:cubicBezTo>
                    <a:pt x="45915" y="54797"/>
                    <a:pt x="46145" y="54670"/>
                    <a:pt x="46272" y="54491"/>
                  </a:cubicBezTo>
                  <a:close/>
                  <a:moveTo>
                    <a:pt x="99206" y="51607"/>
                  </a:moveTo>
                  <a:lnTo>
                    <a:pt x="118960" y="60872"/>
                  </a:lnTo>
                  <a:cubicBezTo>
                    <a:pt x="118935" y="60948"/>
                    <a:pt x="118935" y="61025"/>
                    <a:pt x="118935" y="61101"/>
                  </a:cubicBezTo>
                  <a:cubicBezTo>
                    <a:pt x="118935" y="61127"/>
                    <a:pt x="118935" y="61127"/>
                    <a:pt x="118935" y="61152"/>
                  </a:cubicBezTo>
                  <a:lnTo>
                    <a:pt x="103009" y="64802"/>
                  </a:lnTo>
                  <a:lnTo>
                    <a:pt x="98772" y="51990"/>
                  </a:lnTo>
                  <a:cubicBezTo>
                    <a:pt x="98951" y="51913"/>
                    <a:pt x="99104" y="51760"/>
                    <a:pt x="99206" y="51607"/>
                  </a:cubicBezTo>
                  <a:close/>
                  <a:moveTo>
                    <a:pt x="34685" y="52219"/>
                  </a:moveTo>
                  <a:lnTo>
                    <a:pt x="44639" y="53827"/>
                  </a:lnTo>
                  <a:cubicBezTo>
                    <a:pt x="44639" y="53853"/>
                    <a:pt x="44639" y="53853"/>
                    <a:pt x="44639" y="53878"/>
                  </a:cubicBezTo>
                  <a:cubicBezTo>
                    <a:pt x="44639" y="54185"/>
                    <a:pt x="44766" y="54440"/>
                    <a:pt x="44996" y="54619"/>
                  </a:cubicBezTo>
                  <a:lnTo>
                    <a:pt x="40989" y="60897"/>
                  </a:lnTo>
                  <a:lnTo>
                    <a:pt x="37493" y="66333"/>
                  </a:lnTo>
                  <a:cubicBezTo>
                    <a:pt x="37416" y="66308"/>
                    <a:pt x="37339" y="66282"/>
                    <a:pt x="37237" y="66257"/>
                  </a:cubicBezTo>
                  <a:lnTo>
                    <a:pt x="34685" y="52219"/>
                  </a:lnTo>
                  <a:close/>
                  <a:moveTo>
                    <a:pt x="34481" y="52270"/>
                  </a:moveTo>
                  <a:lnTo>
                    <a:pt x="37033" y="66282"/>
                  </a:lnTo>
                  <a:cubicBezTo>
                    <a:pt x="36906" y="66308"/>
                    <a:pt x="36778" y="66359"/>
                    <a:pt x="36676" y="66461"/>
                  </a:cubicBezTo>
                  <a:lnTo>
                    <a:pt x="23659" y="59059"/>
                  </a:lnTo>
                  <a:cubicBezTo>
                    <a:pt x="23710" y="58957"/>
                    <a:pt x="23736" y="58830"/>
                    <a:pt x="23736" y="58677"/>
                  </a:cubicBezTo>
                  <a:cubicBezTo>
                    <a:pt x="23736" y="58549"/>
                    <a:pt x="23710" y="58421"/>
                    <a:pt x="23659" y="58319"/>
                  </a:cubicBezTo>
                  <a:lnTo>
                    <a:pt x="34481" y="52270"/>
                  </a:lnTo>
                  <a:close/>
                  <a:moveTo>
                    <a:pt x="97624" y="51683"/>
                  </a:moveTo>
                  <a:cubicBezTo>
                    <a:pt x="97726" y="51811"/>
                    <a:pt x="97879" y="51939"/>
                    <a:pt x="98057" y="51990"/>
                  </a:cubicBezTo>
                  <a:lnTo>
                    <a:pt x="94229" y="66206"/>
                  </a:lnTo>
                  <a:lnTo>
                    <a:pt x="94127" y="66206"/>
                  </a:lnTo>
                  <a:cubicBezTo>
                    <a:pt x="93872" y="66206"/>
                    <a:pt x="93668" y="66333"/>
                    <a:pt x="93540" y="66538"/>
                  </a:cubicBezTo>
                  <a:lnTo>
                    <a:pt x="81162" y="61101"/>
                  </a:lnTo>
                  <a:lnTo>
                    <a:pt x="97624" y="51683"/>
                  </a:lnTo>
                  <a:close/>
                  <a:moveTo>
                    <a:pt x="98593" y="52041"/>
                  </a:moveTo>
                  <a:lnTo>
                    <a:pt x="102805" y="64828"/>
                  </a:lnTo>
                  <a:lnTo>
                    <a:pt x="94791" y="66665"/>
                  </a:lnTo>
                  <a:cubicBezTo>
                    <a:pt x="94714" y="66486"/>
                    <a:pt x="94586" y="66333"/>
                    <a:pt x="94408" y="66257"/>
                  </a:cubicBezTo>
                  <a:lnTo>
                    <a:pt x="98236" y="52041"/>
                  </a:lnTo>
                  <a:cubicBezTo>
                    <a:pt x="98287" y="52066"/>
                    <a:pt x="98338" y="52066"/>
                    <a:pt x="98389" y="52066"/>
                  </a:cubicBezTo>
                  <a:cubicBezTo>
                    <a:pt x="98466" y="52066"/>
                    <a:pt x="98517" y="52066"/>
                    <a:pt x="98593" y="52041"/>
                  </a:cubicBezTo>
                  <a:close/>
                  <a:moveTo>
                    <a:pt x="45149" y="54721"/>
                  </a:moveTo>
                  <a:cubicBezTo>
                    <a:pt x="45251" y="54772"/>
                    <a:pt x="45379" y="54797"/>
                    <a:pt x="45507" y="54823"/>
                  </a:cubicBezTo>
                  <a:lnTo>
                    <a:pt x="45711" y="64138"/>
                  </a:lnTo>
                  <a:cubicBezTo>
                    <a:pt x="45251" y="64189"/>
                    <a:pt x="44894" y="64572"/>
                    <a:pt x="44894" y="65057"/>
                  </a:cubicBezTo>
                  <a:cubicBezTo>
                    <a:pt x="44894" y="65108"/>
                    <a:pt x="44894" y="65134"/>
                    <a:pt x="44894" y="65159"/>
                  </a:cubicBezTo>
                  <a:lnTo>
                    <a:pt x="37850" y="66691"/>
                  </a:lnTo>
                  <a:cubicBezTo>
                    <a:pt x="37799" y="66589"/>
                    <a:pt x="37748" y="66512"/>
                    <a:pt x="37671" y="66461"/>
                  </a:cubicBezTo>
                  <a:lnTo>
                    <a:pt x="40223" y="62454"/>
                  </a:lnTo>
                  <a:lnTo>
                    <a:pt x="45149" y="54721"/>
                  </a:lnTo>
                  <a:close/>
                  <a:moveTo>
                    <a:pt x="74909" y="58906"/>
                  </a:moveTo>
                  <a:cubicBezTo>
                    <a:pt x="74909" y="58957"/>
                    <a:pt x="74960" y="59008"/>
                    <a:pt x="74985" y="59059"/>
                  </a:cubicBezTo>
                  <a:lnTo>
                    <a:pt x="67635" y="68248"/>
                  </a:lnTo>
                  <a:cubicBezTo>
                    <a:pt x="67507" y="68145"/>
                    <a:pt x="67328" y="68094"/>
                    <a:pt x="67150" y="68094"/>
                  </a:cubicBezTo>
                  <a:cubicBezTo>
                    <a:pt x="67022" y="68094"/>
                    <a:pt x="66920" y="68120"/>
                    <a:pt x="66818" y="68145"/>
                  </a:cubicBezTo>
                  <a:lnTo>
                    <a:pt x="63423" y="61382"/>
                  </a:lnTo>
                  <a:lnTo>
                    <a:pt x="74909" y="58906"/>
                  </a:lnTo>
                  <a:close/>
                  <a:moveTo>
                    <a:pt x="63219" y="61408"/>
                  </a:moveTo>
                  <a:lnTo>
                    <a:pt x="66614" y="68248"/>
                  </a:lnTo>
                  <a:cubicBezTo>
                    <a:pt x="66563" y="68299"/>
                    <a:pt x="66486" y="68350"/>
                    <a:pt x="66435" y="68426"/>
                  </a:cubicBezTo>
                  <a:lnTo>
                    <a:pt x="58421" y="62786"/>
                  </a:lnTo>
                  <a:cubicBezTo>
                    <a:pt x="58472" y="62709"/>
                    <a:pt x="58498" y="62582"/>
                    <a:pt x="58498" y="62479"/>
                  </a:cubicBezTo>
                  <a:cubicBezTo>
                    <a:pt x="58498" y="62454"/>
                    <a:pt x="58498" y="62454"/>
                    <a:pt x="58498" y="62428"/>
                  </a:cubicBezTo>
                  <a:lnTo>
                    <a:pt x="63219" y="61408"/>
                  </a:lnTo>
                  <a:close/>
                  <a:moveTo>
                    <a:pt x="75878" y="59008"/>
                  </a:moveTo>
                  <a:lnTo>
                    <a:pt x="80728" y="61127"/>
                  </a:lnTo>
                  <a:lnTo>
                    <a:pt x="67915" y="68477"/>
                  </a:lnTo>
                  <a:cubicBezTo>
                    <a:pt x="67864" y="68452"/>
                    <a:pt x="67839" y="68401"/>
                    <a:pt x="67813" y="68375"/>
                  </a:cubicBezTo>
                  <a:lnTo>
                    <a:pt x="75138" y="59187"/>
                  </a:lnTo>
                  <a:cubicBezTo>
                    <a:pt x="75215" y="59213"/>
                    <a:pt x="75317" y="59238"/>
                    <a:pt x="75419" y="59238"/>
                  </a:cubicBezTo>
                  <a:cubicBezTo>
                    <a:pt x="75598" y="59238"/>
                    <a:pt x="75776" y="59136"/>
                    <a:pt x="75878" y="59008"/>
                  </a:cubicBezTo>
                  <a:close/>
                  <a:moveTo>
                    <a:pt x="80957" y="61229"/>
                  </a:moveTo>
                  <a:lnTo>
                    <a:pt x="93463" y="66716"/>
                  </a:lnTo>
                  <a:cubicBezTo>
                    <a:pt x="93438" y="66767"/>
                    <a:pt x="93438" y="66818"/>
                    <a:pt x="93438" y="66869"/>
                  </a:cubicBezTo>
                  <a:lnTo>
                    <a:pt x="84964" y="67533"/>
                  </a:lnTo>
                  <a:lnTo>
                    <a:pt x="68069" y="68860"/>
                  </a:lnTo>
                  <a:cubicBezTo>
                    <a:pt x="68043" y="68783"/>
                    <a:pt x="68017" y="68732"/>
                    <a:pt x="67992" y="68656"/>
                  </a:cubicBezTo>
                  <a:lnTo>
                    <a:pt x="80957" y="61229"/>
                  </a:lnTo>
                  <a:close/>
                  <a:moveTo>
                    <a:pt x="118986" y="61356"/>
                  </a:moveTo>
                  <a:lnTo>
                    <a:pt x="110997" y="65746"/>
                  </a:lnTo>
                  <a:lnTo>
                    <a:pt x="104515" y="69345"/>
                  </a:lnTo>
                  <a:lnTo>
                    <a:pt x="103060" y="64981"/>
                  </a:lnTo>
                  <a:lnTo>
                    <a:pt x="118986" y="61356"/>
                  </a:lnTo>
                  <a:close/>
                  <a:moveTo>
                    <a:pt x="23557" y="59238"/>
                  </a:moveTo>
                  <a:lnTo>
                    <a:pt x="36548" y="66614"/>
                  </a:lnTo>
                  <a:cubicBezTo>
                    <a:pt x="36497" y="66742"/>
                    <a:pt x="36446" y="66844"/>
                    <a:pt x="36446" y="66997"/>
                  </a:cubicBezTo>
                  <a:cubicBezTo>
                    <a:pt x="36446" y="67227"/>
                    <a:pt x="36574" y="67456"/>
                    <a:pt x="36752" y="67584"/>
                  </a:cubicBezTo>
                  <a:lnTo>
                    <a:pt x="34175" y="72050"/>
                  </a:lnTo>
                  <a:lnTo>
                    <a:pt x="23481" y="59340"/>
                  </a:lnTo>
                  <a:cubicBezTo>
                    <a:pt x="23506" y="59315"/>
                    <a:pt x="23532" y="59264"/>
                    <a:pt x="23557" y="59238"/>
                  </a:cubicBezTo>
                  <a:close/>
                  <a:moveTo>
                    <a:pt x="119088" y="61535"/>
                  </a:moveTo>
                  <a:cubicBezTo>
                    <a:pt x="119088" y="61561"/>
                    <a:pt x="119114" y="61586"/>
                    <a:pt x="119139" y="61612"/>
                  </a:cubicBezTo>
                  <a:lnTo>
                    <a:pt x="111891" y="71412"/>
                  </a:lnTo>
                  <a:lnTo>
                    <a:pt x="107705" y="77078"/>
                  </a:lnTo>
                  <a:cubicBezTo>
                    <a:pt x="107552" y="77002"/>
                    <a:pt x="107399" y="76951"/>
                    <a:pt x="107220" y="76951"/>
                  </a:cubicBezTo>
                  <a:cubicBezTo>
                    <a:pt x="107143" y="76951"/>
                    <a:pt x="107092" y="76951"/>
                    <a:pt x="107016" y="76976"/>
                  </a:cubicBezTo>
                  <a:lnTo>
                    <a:pt x="104566" y="69524"/>
                  </a:lnTo>
                  <a:lnTo>
                    <a:pt x="111431" y="65746"/>
                  </a:lnTo>
                  <a:lnTo>
                    <a:pt x="119088" y="61535"/>
                  </a:lnTo>
                  <a:close/>
                  <a:moveTo>
                    <a:pt x="119981" y="61739"/>
                  </a:moveTo>
                  <a:lnTo>
                    <a:pt x="127664" y="73199"/>
                  </a:lnTo>
                  <a:lnTo>
                    <a:pt x="123172" y="78916"/>
                  </a:lnTo>
                  <a:lnTo>
                    <a:pt x="108164" y="77869"/>
                  </a:lnTo>
                  <a:cubicBezTo>
                    <a:pt x="108164" y="77614"/>
                    <a:pt x="108037" y="77385"/>
                    <a:pt x="107858" y="77206"/>
                  </a:cubicBezTo>
                  <a:lnTo>
                    <a:pt x="119318" y="61739"/>
                  </a:lnTo>
                  <a:cubicBezTo>
                    <a:pt x="119420" y="61790"/>
                    <a:pt x="119547" y="61816"/>
                    <a:pt x="119675" y="61816"/>
                  </a:cubicBezTo>
                  <a:cubicBezTo>
                    <a:pt x="119777" y="61816"/>
                    <a:pt x="119879" y="61790"/>
                    <a:pt x="119981" y="61739"/>
                  </a:cubicBezTo>
                  <a:close/>
                  <a:moveTo>
                    <a:pt x="142288" y="55027"/>
                  </a:moveTo>
                  <a:cubicBezTo>
                    <a:pt x="142288" y="55052"/>
                    <a:pt x="142314" y="55052"/>
                    <a:pt x="142339" y="55052"/>
                  </a:cubicBezTo>
                  <a:lnTo>
                    <a:pt x="132283" y="78916"/>
                  </a:lnTo>
                  <a:cubicBezTo>
                    <a:pt x="132232" y="78916"/>
                    <a:pt x="132156" y="78890"/>
                    <a:pt x="132105" y="78890"/>
                  </a:cubicBezTo>
                  <a:cubicBezTo>
                    <a:pt x="131977" y="78890"/>
                    <a:pt x="131875" y="78916"/>
                    <a:pt x="131773" y="78967"/>
                  </a:cubicBezTo>
                  <a:lnTo>
                    <a:pt x="127919" y="73224"/>
                  </a:lnTo>
                  <a:lnTo>
                    <a:pt x="142288" y="55027"/>
                  </a:lnTo>
                  <a:close/>
                  <a:moveTo>
                    <a:pt x="102881" y="65032"/>
                  </a:moveTo>
                  <a:lnTo>
                    <a:pt x="104336" y="69422"/>
                  </a:lnTo>
                  <a:lnTo>
                    <a:pt x="86955" y="78992"/>
                  </a:lnTo>
                  <a:cubicBezTo>
                    <a:pt x="86930" y="78967"/>
                    <a:pt x="86904" y="78941"/>
                    <a:pt x="86879" y="78916"/>
                  </a:cubicBezTo>
                  <a:lnTo>
                    <a:pt x="91268" y="71770"/>
                  </a:lnTo>
                  <a:lnTo>
                    <a:pt x="93846" y="67558"/>
                  </a:lnTo>
                  <a:cubicBezTo>
                    <a:pt x="93923" y="67609"/>
                    <a:pt x="94025" y="67609"/>
                    <a:pt x="94127" y="67609"/>
                  </a:cubicBezTo>
                  <a:cubicBezTo>
                    <a:pt x="94510" y="67609"/>
                    <a:pt x="94842" y="67303"/>
                    <a:pt x="94842" y="66920"/>
                  </a:cubicBezTo>
                  <a:cubicBezTo>
                    <a:pt x="94842" y="66895"/>
                    <a:pt x="94842" y="66869"/>
                    <a:pt x="94842" y="66844"/>
                  </a:cubicBezTo>
                  <a:lnTo>
                    <a:pt x="102881" y="65032"/>
                  </a:lnTo>
                  <a:close/>
                  <a:moveTo>
                    <a:pt x="104387" y="69626"/>
                  </a:moveTo>
                  <a:lnTo>
                    <a:pt x="106837" y="77053"/>
                  </a:lnTo>
                  <a:cubicBezTo>
                    <a:pt x="106531" y="77180"/>
                    <a:pt x="106301" y="77512"/>
                    <a:pt x="106276" y="77869"/>
                  </a:cubicBezTo>
                  <a:lnTo>
                    <a:pt x="87083" y="79222"/>
                  </a:lnTo>
                  <a:cubicBezTo>
                    <a:pt x="87083" y="79197"/>
                    <a:pt x="87057" y="79197"/>
                    <a:pt x="87057" y="79171"/>
                  </a:cubicBezTo>
                  <a:lnTo>
                    <a:pt x="104387" y="69626"/>
                  </a:lnTo>
                  <a:close/>
                  <a:moveTo>
                    <a:pt x="142518" y="55129"/>
                  </a:moveTo>
                  <a:cubicBezTo>
                    <a:pt x="142569" y="55155"/>
                    <a:pt x="142620" y="55180"/>
                    <a:pt x="142696" y="55180"/>
                  </a:cubicBezTo>
                  <a:lnTo>
                    <a:pt x="142696" y="77818"/>
                  </a:lnTo>
                  <a:lnTo>
                    <a:pt x="132794" y="79426"/>
                  </a:lnTo>
                  <a:cubicBezTo>
                    <a:pt x="132743" y="79248"/>
                    <a:pt x="132640" y="79095"/>
                    <a:pt x="132462" y="78992"/>
                  </a:cubicBezTo>
                  <a:lnTo>
                    <a:pt x="142518" y="55129"/>
                  </a:lnTo>
                  <a:close/>
                  <a:moveTo>
                    <a:pt x="127791" y="73378"/>
                  </a:moveTo>
                  <a:lnTo>
                    <a:pt x="131620" y="79069"/>
                  </a:lnTo>
                  <a:cubicBezTo>
                    <a:pt x="131492" y="79171"/>
                    <a:pt x="131415" y="79324"/>
                    <a:pt x="131364" y="79477"/>
                  </a:cubicBezTo>
                  <a:lnTo>
                    <a:pt x="128914" y="79299"/>
                  </a:lnTo>
                  <a:lnTo>
                    <a:pt x="123401" y="78916"/>
                  </a:lnTo>
                  <a:lnTo>
                    <a:pt x="127791" y="73378"/>
                  </a:lnTo>
                  <a:close/>
                  <a:moveTo>
                    <a:pt x="58319" y="62964"/>
                  </a:moveTo>
                  <a:lnTo>
                    <a:pt x="63959" y="66920"/>
                  </a:lnTo>
                  <a:lnTo>
                    <a:pt x="66307" y="68579"/>
                  </a:lnTo>
                  <a:cubicBezTo>
                    <a:pt x="66231" y="68707"/>
                    <a:pt x="66205" y="68860"/>
                    <a:pt x="66205" y="69039"/>
                  </a:cubicBezTo>
                  <a:cubicBezTo>
                    <a:pt x="66205" y="69447"/>
                    <a:pt x="66461" y="69779"/>
                    <a:pt x="66818" y="69906"/>
                  </a:cubicBezTo>
                  <a:lnTo>
                    <a:pt x="64674" y="78023"/>
                  </a:lnTo>
                  <a:lnTo>
                    <a:pt x="64113" y="80218"/>
                  </a:lnTo>
                  <a:lnTo>
                    <a:pt x="64010" y="80218"/>
                  </a:lnTo>
                  <a:cubicBezTo>
                    <a:pt x="63959" y="80218"/>
                    <a:pt x="63934" y="80218"/>
                    <a:pt x="63883" y="80243"/>
                  </a:cubicBezTo>
                  <a:lnTo>
                    <a:pt x="58115" y="63092"/>
                  </a:lnTo>
                  <a:cubicBezTo>
                    <a:pt x="58191" y="63066"/>
                    <a:pt x="58268" y="63015"/>
                    <a:pt x="58319" y="62964"/>
                  </a:cubicBezTo>
                  <a:close/>
                  <a:moveTo>
                    <a:pt x="57145" y="62735"/>
                  </a:moveTo>
                  <a:cubicBezTo>
                    <a:pt x="57247" y="62990"/>
                    <a:pt x="57502" y="63169"/>
                    <a:pt x="57808" y="63169"/>
                  </a:cubicBezTo>
                  <a:lnTo>
                    <a:pt x="57936" y="63169"/>
                  </a:lnTo>
                  <a:lnTo>
                    <a:pt x="63704" y="80294"/>
                  </a:lnTo>
                  <a:cubicBezTo>
                    <a:pt x="63628" y="80320"/>
                    <a:pt x="63577" y="80371"/>
                    <a:pt x="63551" y="80396"/>
                  </a:cubicBezTo>
                  <a:lnTo>
                    <a:pt x="46604" y="65619"/>
                  </a:lnTo>
                  <a:cubicBezTo>
                    <a:pt x="46706" y="65440"/>
                    <a:pt x="46783" y="65261"/>
                    <a:pt x="46783" y="65057"/>
                  </a:cubicBezTo>
                  <a:cubicBezTo>
                    <a:pt x="46783" y="65032"/>
                    <a:pt x="46783" y="65006"/>
                    <a:pt x="46757" y="64955"/>
                  </a:cubicBezTo>
                  <a:lnTo>
                    <a:pt x="57145" y="62735"/>
                  </a:lnTo>
                  <a:close/>
                  <a:moveTo>
                    <a:pt x="93438" y="67073"/>
                  </a:moveTo>
                  <a:cubicBezTo>
                    <a:pt x="93438" y="67073"/>
                    <a:pt x="93463" y="67099"/>
                    <a:pt x="93463" y="67125"/>
                  </a:cubicBezTo>
                  <a:lnTo>
                    <a:pt x="79426" y="73658"/>
                  </a:lnTo>
                  <a:lnTo>
                    <a:pt x="64623" y="80549"/>
                  </a:lnTo>
                  <a:cubicBezTo>
                    <a:pt x="64546" y="80422"/>
                    <a:pt x="64444" y="80320"/>
                    <a:pt x="64291" y="80269"/>
                  </a:cubicBezTo>
                  <a:lnTo>
                    <a:pt x="66205" y="72969"/>
                  </a:lnTo>
                  <a:lnTo>
                    <a:pt x="66997" y="69958"/>
                  </a:lnTo>
                  <a:cubicBezTo>
                    <a:pt x="67048" y="69983"/>
                    <a:pt x="67099" y="69983"/>
                    <a:pt x="67124" y="69983"/>
                  </a:cubicBezTo>
                  <a:cubicBezTo>
                    <a:pt x="67660" y="69983"/>
                    <a:pt x="68069" y="69575"/>
                    <a:pt x="68069" y="69064"/>
                  </a:cubicBezTo>
                  <a:lnTo>
                    <a:pt x="87670" y="67507"/>
                  </a:lnTo>
                  <a:lnTo>
                    <a:pt x="93438" y="67073"/>
                  </a:lnTo>
                  <a:close/>
                  <a:moveTo>
                    <a:pt x="93540" y="67303"/>
                  </a:moveTo>
                  <a:cubicBezTo>
                    <a:pt x="93566" y="67354"/>
                    <a:pt x="93617" y="67405"/>
                    <a:pt x="93693" y="67456"/>
                  </a:cubicBezTo>
                  <a:lnTo>
                    <a:pt x="86725" y="78814"/>
                  </a:lnTo>
                  <a:cubicBezTo>
                    <a:pt x="86649" y="78788"/>
                    <a:pt x="86572" y="78763"/>
                    <a:pt x="86496" y="78763"/>
                  </a:cubicBezTo>
                  <a:cubicBezTo>
                    <a:pt x="86190" y="78763"/>
                    <a:pt x="85934" y="78992"/>
                    <a:pt x="85909" y="79299"/>
                  </a:cubicBezTo>
                  <a:lnTo>
                    <a:pt x="64725" y="80805"/>
                  </a:lnTo>
                  <a:cubicBezTo>
                    <a:pt x="64725" y="80779"/>
                    <a:pt x="64725" y="80754"/>
                    <a:pt x="64700" y="80728"/>
                  </a:cubicBezTo>
                  <a:lnTo>
                    <a:pt x="79656" y="73760"/>
                  </a:lnTo>
                  <a:lnTo>
                    <a:pt x="93540" y="67303"/>
                  </a:lnTo>
                  <a:close/>
                  <a:moveTo>
                    <a:pt x="23328" y="59468"/>
                  </a:moveTo>
                  <a:lnTo>
                    <a:pt x="34073" y="72229"/>
                  </a:lnTo>
                  <a:lnTo>
                    <a:pt x="28432" y="82081"/>
                  </a:lnTo>
                  <a:cubicBezTo>
                    <a:pt x="28304" y="82030"/>
                    <a:pt x="28177" y="81979"/>
                    <a:pt x="28049" y="81979"/>
                  </a:cubicBezTo>
                  <a:cubicBezTo>
                    <a:pt x="27998" y="81979"/>
                    <a:pt x="27973" y="82004"/>
                    <a:pt x="27947" y="82004"/>
                  </a:cubicBezTo>
                  <a:lnTo>
                    <a:pt x="24323" y="65312"/>
                  </a:lnTo>
                  <a:lnTo>
                    <a:pt x="23072" y="59570"/>
                  </a:lnTo>
                  <a:cubicBezTo>
                    <a:pt x="23174" y="59544"/>
                    <a:pt x="23251" y="59519"/>
                    <a:pt x="23328" y="59468"/>
                  </a:cubicBezTo>
                  <a:close/>
                  <a:moveTo>
                    <a:pt x="21898" y="58983"/>
                  </a:moveTo>
                  <a:cubicBezTo>
                    <a:pt x="22026" y="59366"/>
                    <a:pt x="22383" y="59621"/>
                    <a:pt x="22792" y="59621"/>
                  </a:cubicBezTo>
                  <a:lnTo>
                    <a:pt x="22894" y="59621"/>
                  </a:lnTo>
                  <a:lnTo>
                    <a:pt x="27743" y="82055"/>
                  </a:lnTo>
                  <a:cubicBezTo>
                    <a:pt x="27590" y="82106"/>
                    <a:pt x="27437" y="82183"/>
                    <a:pt x="27335" y="82310"/>
                  </a:cubicBezTo>
                  <a:lnTo>
                    <a:pt x="1761" y="64011"/>
                  </a:lnTo>
                  <a:cubicBezTo>
                    <a:pt x="1838" y="63883"/>
                    <a:pt x="1889" y="63730"/>
                    <a:pt x="1889" y="63551"/>
                  </a:cubicBezTo>
                  <a:cubicBezTo>
                    <a:pt x="1889" y="63526"/>
                    <a:pt x="1889" y="63475"/>
                    <a:pt x="1889" y="63449"/>
                  </a:cubicBezTo>
                  <a:lnTo>
                    <a:pt x="21898" y="58983"/>
                  </a:lnTo>
                  <a:close/>
                  <a:moveTo>
                    <a:pt x="1659" y="64189"/>
                  </a:moveTo>
                  <a:lnTo>
                    <a:pt x="20061" y="77359"/>
                  </a:lnTo>
                  <a:lnTo>
                    <a:pt x="27207" y="82464"/>
                  </a:lnTo>
                  <a:cubicBezTo>
                    <a:pt x="27181" y="82515"/>
                    <a:pt x="27156" y="82566"/>
                    <a:pt x="27156" y="82617"/>
                  </a:cubicBezTo>
                  <a:lnTo>
                    <a:pt x="1582" y="76746"/>
                  </a:lnTo>
                  <a:cubicBezTo>
                    <a:pt x="1582" y="76721"/>
                    <a:pt x="1582" y="76721"/>
                    <a:pt x="1582" y="76695"/>
                  </a:cubicBezTo>
                  <a:cubicBezTo>
                    <a:pt x="1582" y="76389"/>
                    <a:pt x="1353" y="76108"/>
                    <a:pt x="1046" y="76057"/>
                  </a:cubicBezTo>
                  <a:lnTo>
                    <a:pt x="1046" y="64496"/>
                  </a:lnTo>
                  <a:cubicBezTo>
                    <a:pt x="1276" y="64470"/>
                    <a:pt x="1506" y="64343"/>
                    <a:pt x="1659" y="64189"/>
                  </a:cubicBezTo>
                  <a:close/>
                  <a:moveTo>
                    <a:pt x="142339" y="78074"/>
                  </a:moveTo>
                  <a:lnTo>
                    <a:pt x="132283" y="84684"/>
                  </a:lnTo>
                  <a:cubicBezTo>
                    <a:pt x="132130" y="84531"/>
                    <a:pt x="131951" y="84403"/>
                    <a:pt x="131747" y="84378"/>
                  </a:cubicBezTo>
                  <a:lnTo>
                    <a:pt x="132130" y="80371"/>
                  </a:lnTo>
                  <a:cubicBezTo>
                    <a:pt x="132513" y="80345"/>
                    <a:pt x="132845" y="80039"/>
                    <a:pt x="132845" y="79631"/>
                  </a:cubicBezTo>
                  <a:cubicBezTo>
                    <a:pt x="132819" y="79631"/>
                    <a:pt x="132819" y="79605"/>
                    <a:pt x="132819" y="79605"/>
                  </a:cubicBezTo>
                  <a:lnTo>
                    <a:pt x="142339" y="78074"/>
                  </a:lnTo>
                  <a:close/>
                  <a:moveTo>
                    <a:pt x="142671" y="78074"/>
                  </a:moveTo>
                  <a:lnTo>
                    <a:pt x="142671" y="82489"/>
                  </a:lnTo>
                  <a:lnTo>
                    <a:pt x="142696" y="82489"/>
                  </a:lnTo>
                  <a:lnTo>
                    <a:pt x="132436" y="84965"/>
                  </a:lnTo>
                  <a:cubicBezTo>
                    <a:pt x="132411" y="84939"/>
                    <a:pt x="132411" y="84888"/>
                    <a:pt x="132385" y="84863"/>
                  </a:cubicBezTo>
                  <a:lnTo>
                    <a:pt x="142671" y="78074"/>
                  </a:lnTo>
                  <a:close/>
                  <a:moveTo>
                    <a:pt x="106301" y="78074"/>
                  </a:moveTo>
                  <a:cubicBezTo>
                    <a:pt x="106301" y="78099"/>
                    <a:pt x="106327" y="78125"/>
                    <a:pt x="106327" y="78176"/>
                  </a:cubicBezTo>
                  <a:lnTo>
                    <a:pt x="87874" y="85807"/>
                  </a:lnTo>
                  <a:lnTo>
                    <a:pt x="86700" y="79937"/>
                  </a:lnTo>
                  <a:cubicBezTo>
                    <a:pt x="86904" y="79835"/>
                    <a:pt x="87057" y="79656"/>
                    <a:pt x="87083" y="79426"/>
                  </a:cubicBezTo>
                  <a:lnTo>
                    <a:pt x="94535" y="78890"/>
                  </a:lnTo>
                  <a:lnTo>
                    <a:pt x="106301" y="78074"/>
                  </a:lnTo>
                  <a:close/>
                  <a:moveTo>
                    <a:pt x="37493" y="67660"/>
                  </a:moveTo>
                  <a:lnTo>
                    <a:pt x="45941" y="86011"/>
                  </a:lnTo>
                  <a:lnTo>
                    <a:pt x="34328" y="72203"/>
                  </a:lnTo>
                  <a:lnTo>
                    <a:pt x="36931" y="67686"/>
                  </a:lnTo>
                  <a:cubicBezTo>
                    <a:pt x="37008" y="67712"/>
                    <a:pt x="37084" y="67737"/>
                    <a:pt x="37186" y="67737"/>
                  </a:cubicBezTo>
                  <a:cubicBezTo>
                    <a:pt x="37288" y="67737"/>
                    <a:pt x="37390" y="67712"/>
                    <a:pt x="37493" y="67660"/>
                  </a:cubicBezTo>
                  <a:close/>
                  <a:moveTo>
                    <a:pt x="44945" y="65363"/>
                  </a:moveTo>
                  <a:cubicBezTo>
                    <a:pt x="45047" y="65695"/>
                    <a:pt x="45379" y="65976"/>
                    <a:pt x="45762" y="66002"/>
                  </a:cubicBezTo>
                  <a:lnTo>
                    <a:pt x="46221" y="86011"/>
                  </a:lnTo>
                  <a:cubicBezTo>
                    <a:pt x="46196" y="86011"/>
                    <a:pt x="46196" y="86037"/>
                    <a:pt x="46170" y="86037"/>
                  </a:cubicBezTo>
                  <a:lnTo>
                    <a:pt x="37646" y="67533"/>
                  </a:lnTo>
                  <a:cubicBezTo>
                    <a:pt x="37824" y="67405"/>
                    <a:pt x="37901" y="67201"/>
                    <a:pt x="37901" y="66997"/>
                  </a:cubicBezTo>
                  <a:cubicBezTo>
                    <a:pt x="37901" y="66946"/>
                    <a:pt x="37901" y="66920"/>
                    <a:pt x="37901" y="66869"/>
                  </a:cubicBezTo>
                  <a:lnTo>
                    <a:pt x="44945" y="65363"/>
                  </a:lnTo>
                  <a:close/>
                  <a:moveTo>
                    <a:pt x="46476" y="65746"/>
                  </a:moveTo>
                  <a:lnTo>
                    <a:pt x="63398" y="80549"/>
                  </a:lnTo>
                  <a:cubicBezTo>
                    <a:pt x="63321" y="80651"/>
                    <a:pt x="63296" y="80805"/>
                    <a:pt x="63296" y="80958"/>
                  </a:cubicBezTo>
                  <a:cubicBezTo>
                    <a:pt x="63296" y="80983"/>
                    <a:pt x="63296" y="81034"/>
                    <a:pt x="63296" y="81085"/>
                  </a:cubicBezTo>
                  <a:lnTo>
                    <a:pt x="54031" y="84046"/>
                  </a:lnTo>
                  <a:lnTo>
                    <a:pt x="46885" y="86343"/>
                  </a:lnTo>
                  <a:cubicBezTo>
                    <a:pt x="46808" y="86164"/>
                    <a:pt x="46630" y="86037"/>
                    <a:pt x="46425" y="86011"/>
                  </a:cubicBezTo>
                  <a:lnTo>
                    <a:pt x="46272" y="80166"/>
                  </a:lnTo>
                  <a:lnTo>
                    <a:pt x="45941" y="66002"/>
                  </a:lnTo>
                  <a:cubicBezTo>
                    <a:pt x="46145" y="65976"/>
                    <a:pt x="46323" y="65874"/>
                    <a:pt x="46476" y="65746"/>
                  </a:cubicBezTo>
                  <a:close/>
                  <a:moveTo>
                    <a:pt x="34226" y="72408"/>
                  </a:moveTo>
                  <a:lnTo>
                    <a:pt x="45864" y="86215"/>
                  </a:lnTo>
                  <a:cubicBezTo>
                    <a:pt x="45813" y="86266"/>
                    <a:pt x="45787" y="86343"/>
                    <a:pt x="45762" y="86419"/>
                  </a:cubicBezTo>
                  <a:lnTo>
                    <a:pt x="28968" y="83025"/>
                  </a:lnTo>
                  <a:cubicBezTo>
                    <a:pt x="28968" y="82999"/>
                    <a:pt x="28994" y="82974"/>
                    <a:pt x="28994" y="82948"/>
                  </a:cubicBezTo>
                  <a:cubicBezTo>
                    <a:pt x="28994" y="82617"/>
                    <a:pt x="28815" y="82361"/>
                    <a:pt x="28585" y="82183"/>
                  </a:cubicBezTo>
                  <a:lnTo>
                    <a:pt x="34226" y="72408"/>
                  </a:lnTo>
                  <a:close/>
                  <a:moveTo>
                    <a:pt x="85909" y="79503"/>
                  </a:moveTo>
                  <a:cubicBezTo>
                    <a:pt x="85934" y="79631"/>
                    <a:pt x="86011" y="79733"/>
                    <a:pt x="86113" y="79809"/>
                  </a:cubicBezTo>
                  <a:lnTo>
                    <a:pt x="81059" y="88053"/>
                  </a:lnTo>
                  <a:cubicBezTo>
                    <a:pt x="80932" y="87976"/>
                    <a:pt x="80804" y="87951"/>
                    <a:pt x="80651" y="87951"/>
                  </a:cubicBezTo>
                  <a:cubicBezTo>
                    <a:pt x="80319" y="87951"/>
                    <a:pt x="80013" y="88129"/>
                    <a:pt x="79860" y="88410"/>
                  </a:cubicBezTo>
                  <a:lnTo>
                    <a:pt x="72509" y="84888"/>
                  </a:lnTo>
                  <a:lnTo>
                    <a:pt x="64700" y="81162"/>
                  </a:lnTo>
                  <a:cubicBezTo>
                    <a:pt x="64725" y="81111"/>
                    <a:pt x="64751" y="81060"/>
                    <a:pt x="64751" y="81009"/>
                  </a:cubicBezTo>
                  <a:lnTo>
                    <a:pt x="85909" y="79503"/>
                  </a:lnTo>
                  <a:close/>
                  <a:moveTo>
                    <a:pt x="86266" y="79911"/>
                  </a:moveTo>
                  <a:cubicBezTo>
                    <a:pt x="86343" y="79937"/>
                    <a:pt x="86419" y="79962"/>
                    <a:pt x="86496" y="79962"/>
                  </a:cubicBezTo>
                  <a:lnTo>
                    <a:pt x="86521" y="79962"/>
                  </a:lnTo>
                  <a:lnTo>
                    <a:pt x="87695" y="85884"/>
                  </a:lnTo>
                  <a:lnTo>
                    <a:pt x="84326" y="87262"/>
                  </a:lnTo>
                  <a:lnTo>
                    <a:pt x="81493" y="88436"/>
                  </a:lnTo>
                  <a:cubicBezTo>
                    <a:pt x="81417" y="88334"/>
                    <a:pt x="81340" y="88232"/>
                    <a:pt x="81238" y="88155"/>
                  </a:cubicBezTo>
                  <a:lnTo>
                    <a:pt x="86266" y="79911"/>
                  </a:lnTo>
                  <a:close/>
                  <a:moveTo>
                    <a:pt x="108164" y="78074"/>
                  </a:moveTo>
                  <a:lnTo>
                    <a:pt x="110793" y="78252"/>
                  </a:lnTo>
                  <a:lnTo>
                    <a:pt x="123018" y="79095"/>
                  </a:lnTo>
                  <a:lnTo>
                    <a:pt x="115617" y="88487"/>
                  </a:lnTo>
                  <a:cubicBezTo>
                    <a:pt x="115464" y="88385"/>
                    <a:pt x="115285" y="88334"/>
                    <a:pt x="115107" y="88334"/>
                  </a:cubicBezTo>
                  <a:cubicBezTo>
                    <a:pt x="114953" y="88334"/>
                    <a:pt x="114800" y="88385"/>
                    <a:pt x="114647" y="88461"/>
                  </a:cubicBezTo>
                  <a:lnTo>
                    <a:pt x="112912" y="85909"/>
                  </a:lnTo>
                  <a:lnTo>
                    <a:pt x="107858" y="78610"/>
                  </a:lnTo>
                  <a:cubicBezTo>
                    <a:pt x="108011" y="78482"/>
                    <a:pt x="108113" y="78278"/>
                    <a:pt x="108164" y="78074"/>
                  </a:cubicBezTo>
                  <a:close/>
                  <a:moveTo>
                    <a:pt x="123274" y="79120"/>
                  </a:moveTo>
                  <a:lnTo>
                    <a:pt x="131364" y="79682"/>
                  </a:lnTo>
                  <a:cubicBezTo>
                    <a:pt x="131364" y="79758"/>
                    <a:pt x="131390" y="79835"/>
                    <a:pt x="131415" y="79886"/>
                  </a:cubicBezTo>
                  <a:lnTo>
                    <a:pt x="124244" y="83969"/>
                  </a:lnTo>
                  <a:lnTo>
                    <a:pt x="115872" y="88742"/>
                  </a:lnTo>
                  <a:cubicBezTo>
                    <a:pt x="115847" y="88691"/>
                    <a:pt x="115796" y="88640"/>
                    <a:pt x="115770" y="88614"/>
                  </a:cubicBezTo>
                  <a:lnTo>
                    <a:pt x="123274" y="79120"/>
                  </a:lnTo>
                  <a:close/>
                  <a:moveTo>
                    <a:pt x="131517" y="80064"/>
                  </a:moveTo>
                  <a:cubicBezTo>
                    <a:pt x="131620" y="80192"/>
                    <a:pt x="131747" y="80294"/>
                    <a:pt x="131926" y="80345"/>
                  </a:cubicBezTo>
                  <a:lnTo>
                    <a:pt x="131543" y="84352"/>
                  </a:lnTo>
                  <a:cubicBezTo>
                    <a:pt x="131007" y="84352"/>
                    <a:pt x="130599" y="84761"/>
                    <a:pt x="130599" y="85296"/>
                  </a:cubicBezTo>
                  <a:cubicBezTo>
                    <a:pt x="130599" y="85322"/>
                    <a:pt x="130599" y="85373"/>
                    <a:pt x="130624" y="85424"/>
                  </a:cubicBezTo>
                  <a:lnTo>
                    <a:pt x="116000" y="88972"/>
                  </a:lnTo>
                  <a:cubicBezTo>
                    <a:pt x="115974" y="88946"/>
                    <a:pt x="115974" y="88921"/>
                    <a:pt x="115974" y="88895"/>
                  </a:cubicBezTo>
                  <a:lnTo>
                    <a:pt x="130190" y="80830"/>
                  </a:lnTo>
                  <a:lnTo>
                    <a:pt x="131517" y="80064"/>
                  </a:lnTo>
                  <a:close/>
                  <a:moveTo>
                    <a:pt x="64623" y="81341"/>
                  </a:moveTo>
                  <a:lnTo>
                    <a:pt x="68120" y="83025"/>
                  </a:lnTo>
                  <a:lnTo>
                    <a:pt x="79758" y="88589"/>
                  </a:lnTo>
                  <a:cubicBezTo>
                    <a:pt x="79732" y="88691"/>
                    <a:pt x="79707" y="88793"/>
                    <a:pt x="79707" y="88895"/>
                  </a:cubicBezTo>
                  <a:cubicBezTo>
                    <a:pt x="79707" y="88946"/>
                    <a:pt x="79732" y="88997"/>
                    <a:pt x="79732" y="89074"/>
                  </a:cubicBezTo>
                  <a:lnTo>
                    <a:pt x="70570" y="91805"/>
                  </a:lnTo>
                  <a:lnTo>
                    <a:pt x="64470" y="81519"/>
                  </a:lnTo>
                  <a:cubicBezTo>
                    <a:pt x="64521" y="81468"/>
                    <a:pt x="64572" y="81417"/>
                    <a:pt x="64623" y="81341"/>
                  </a:cubicBezTo>
                  <a:close/>
                  <a:moveTo>
                    <a:pt x="64291" y="81621"/>
                  </a:moveTo>
                  <a:lnTo>
                    <a:pt x="70391" y="91856"/>
                  </a:lnTo>
                  <a:lnTo>
                    <a:pt x="63194" y="94025"/>
                  </a:lnTo>
                  <a:cubicBezTo>
                    <a:pt x="63092" y="93847"/>
                    <a:pt x="62939" y="93744"/>
                    <a:pt x="62760" y="93719"/>
                  </a:cubicBezTo>
                  <a:lnTo>
                    <a:pt x="64036" y="81672"/>
                  </a:lnTo>
                  <a:cubicBezTo>
                    <a:pt x="64138" y="81672"/>
                    <a:pt x="64215" y="81672"/>
                    <a:pt x="64291" y="81621"/>
                  </a:cubicBezTo>
                  <a:close/>
                  <a:moveTo>
                    <a:pt x="63372" y="81264"/>
                  </a:moveTo>
                  <a:cubicBezTo>
                    <a:pt x="63398" y="81341"/>
                    <a:pt x="63449" y="81417"/>
                    <a:pt x="63526" y="81494"/>
                  </a:cubicBezTo>
                  <a:lnTo>
                    <a:pt x="53470" y="96322"/>
                  </a:lnTo>
                  <a:cubicBezTo>
                    <a:pt x="53342" y="96246"/>
                    <a:pt x="53189" y="96220"/>
                    <a:pt x="53036" y="96220"/>
                  </a:cubicBezTo>
                  <a:cubicBezTo>
                    <a:pt x="52883" y="96220"/>
                    <a:pt x="52730" y="96246"/>
                    <a:pt x="52602" y="96322"/>
                  </a:cubicBezTo>
                  <a:lnTo>
                    <a:pt x="46757" y="87083"/>
                  </a:lnTo>
                  <a:cubicBezTo>
                    <a:pt x="46885" y="86981"/>
                    <a:pt x="46961" y="86802"/>
                    <a:pt x="46961" y="86624"/>
                  </a:cubicBezTo>
                  <a:cubicBezTo>
                    <a:pt x="46961" y="86598"/>
                    <a:pt x="46961" y="86573"/>
                    <a:pt x="46961" y="86522"/>
                  </a:cubicBezTo>
                  <a:lnTo>
                    <a:pt x="54108" y="84225"/>
                  </a:lnTo>
                  <a:lnTo>
                    <a:pt x="63372" y="81264"/>
                  </a:lnTo>
                  <a:close/>
                  <a:moveTo>
                    <a:pt x="63704" y="81596"/>
                  </a:moveTo>
                  <a:cubicBezTo>
                    <a:pt x="63730" y="81621"/>
                    <a:pt x="63781" y="81647"/>
                    <a:pt x="63832" y="81672"/>
                  </a:cubicBezTo>
                  <a:lnTo>
                    <a:pt x="62556" y="93719"/>
                  </a:lnTo>
                  <a:cubicBezTo>
                    <a:pt x="62249" y="93770"/>
                    <a:pt x="62020" y="94025"/>
                    <a:pt x="62020" y="94331"/>
                  </a:cubicBezTo>
                  <a:cubicBezTo>
                    <a:pt x="62020" y="94331"/>
                    <a:pt x="62020" y="94357"/>
                    <a:pt x="62020" y="94357"/>
                  </a:cubicBezTo>
                  <a:lnTo>
                    <a:pt x="53904" y="96782"/>
                  </a:lnTo>
                  <a:cubicBezTo>
                    <a:pt x="53852" y="96654"/>
                    <a:pt x="53750" y="96526"/>
                    <a:pt x="53623" y="96424"/>
                  </a:cubicBezTo>
                  <a:lnTo>
                    <a:pt x="63704" y="81596"/>
                  </a:lnTo>
                  <a:close/>
                  <a:moveTo>
                    <a:pt x="130650" y="85603"/>
                  </a:moveTo>
                  <a:cubicBezTo>
                    <a:pt x="130777" y="85909"/>
                    <a:pt x="131033" y="86139"/>
                    <a:pt x="131364" y="86215"/>
                  </a:cubicBezTo>
                  <a:lnTo>
                    <a:pt x="130292" y="97011"/>
                  </a:lnTo>
                  <a:lnTo>
                    <a:pt x="115974" y="89635"/>
                  </a:lnTo>
                  <a:cubicBezTo>
                    <a:pt x="116025" y="89533"/>
                    <a:pt x="116051" y="89406"/>
                    <a:pt x="116051" y="89278"/>
                  </a:cubicBezTo>
                  <a:cubicBezTo>
                    <a:pt x="116051" y="89252"/>
                    <a:pt x="116051" y="89201"/>
                    <a:pt x="116025" y="89150"/>
                  </a:cubicBezTo>
                  <a:lnTo>
                    <a:pt x="130650" y="85603"/>
                  </a:lnTo>
                  <a:close/>
                  <a:moveTo>
                    <a:pt x="106403" y="78354"/>
                  </a:moveTo>
                  <a:cubicBezTo>
                    <a:pt x="106454" y="78456"/>
                    <a:pt x="106531" y="78559"/>
                    <a:pt x="106633" y="78635"/>
                  </a:cubicBezTo>
                  <a:lnTo>
                    <a:pt x="105357" y="80626"/>
                  </a:lnTo>
                  <a:lnTo>
                    <a:pt x="91422" y="102269"/>
                  </a:lnTo>
                  <a:cubicBezTo>
                    <a:pt x="91345" y="102243"/>
                    <a:pt x="91243" y="102218"/>
                    <a:pt x="91141" y="102218"/>
                  </a:cubicBezTo>
                  <a:lnTo>
                    <a:pt x="91115" y="102218"/>
                  </a:lnTo>
                  <a:lnTo>
                    <a:pt x="87925" y="86011"/>
                  </a:lnTo>
                  <a:lnTo>
                    <a:pt x="106403" y="78354"/>
                  </a:lnTo>
                  <a:close/>
                  <a:moveTo>
                    <a:pt x="87721" y="86088"/>
                  </a:moveTo>
                  <a:lnTo>
                    <a:pt x="89431" y="94689"/>
                  </a:lnTo>
                  <a:lnTo>
                    <a:pt x="90937" y="102269"/>
                  </a:lnTo>
                  <a:cubicBezTo>
                    <a:pt x="90886" y="102269"/>
                    <a:pt x="90860" y="102294"/>
                    <a:pt x="90835" y="102294"/>
                  </a:cubicBezTo>
                  <a:lnTo>
                    <a:pt x="84122" y="93336"/>
                  </a:lnTo>
                  <a:lnTo>
                    <a:pt x="81289" y="89584"/>
                  </a:lnTo>
                  <a:cubicBezTo>
                    <a:pt x="81493" y="89406"/>
                    <a:pt x="81595" y="89176"/>
                    <a:pt x="81595" y="88895"/>
                  </a:cubicBezTo>
                  <a:cubicBezTo>
                    <a:pt x="81595" y="88793"/>
                    <a:pt x="81595" y="88717"/>
                    <a:pt x="81570" y="88640"/>
                  </a:cubicBezTo>
                  <a:lnTo>
                    <a:pt x="86700" y="86522"/>
                  </a:lnTo>
                  <a:lnTo>
                    <a:pt x="87721" y="86088"/>
                  </a:lnTo>
                  <a:close/>
                  <a:moveTo>
                    <a:pt x="107679" y="78737"/>
                  </a:moveTo>
                  <a:lnTo>
                    <a:pt x="109185" y="80881"/>
                  </a:lnTo>
                  <a:lnTo>
                    <a:pt x="114494" y="88563"/>
                  </a:lnTo>
                  <a:cubicBezTo>
                    <a:pt x="114290" y="88742"/>
                    <a:pt x="114162" y="88997"/>
                    <a:pt x="114162" y="89278"/>
                  </a:cubicBezTo>
                  <a:cubicBezTo>
                    <a:pt x="114162" y="89431"/>
                    <a:pt x="114188" y="89559"/>
                    <a:pt x="114239" y="89661"/>
                  </a:cubicBezTo>
                  <a:lnTo>
                    <a:pt x="91677" y="102473"/>
                  </a:lnTo>
                  <a:cubicBezTo>
                    <a:pt x="91651" y="102448"/>
                    <a:pt x="91626" y="102422"/>
                    <a:pt x="91600" y="102397"/>
                  </a:cubicBezTo>
                  <a:lnTo>
                    <a:pt x="106812" y="78737"/>
                  </a:lnTo>
                  <a:cubicBezTo>
                    <a:pt x="106939" y="78814"/>
                    <a:pt x="107067" y="78839"/>
                    <a:pt x="107220" y="78839"/>
                  </a:cubicBezTo>
                  <a:cubicBezTo>
                    <a:pt x="107399" y="78839"/>
                    <a:pt x="107552" y="78814"/>
                    <a:pt x="107679" y="78737"/>
                  </a:cubicBezTo>
                  <a:close/>
                  <a:moveTo>
                    <a:pt x="142671" y="82693"/>
                  </a:moveTo>
                  <a:lnTo>
                    <a:pt x="142671" y="102830"/>
                  </a:lnTo>
                  <a:lnTo>
                    <a:pt x="142696" y="102830"/>
                  </a:lnTo>
                  <a:cubicBezTo>
                    <a:pt x="142492" y="102856"/>
                    <a:pt x="142314" y="102984"/>
                    <a:pt x="142186" y="103137"/>
                  </a:cubicBezTo>
                  <a:lnTo>
                    <a:pt x="130497" y="97113"/>
                  </a:lnTo>
                  <a:lnTo>
                    <a:pt x="131543" y="86241"/>
                  </a:lnTo>
                  <a:cubicBezTo>
                    <a:pt x="132079" y="86241"/>
                    <a:pt x="132487" y="85807"/>
                    <a:pt x="132487" y="85296"/>
                  </a:cubicBezTo>
                  <a:cubicBezTo>
                    <a:pt x="132487" y="85245"/>
                    <a:pt x="132487" y="85220"/>
                    <a:pt x="132462" y="85169"/>
                  </a:cubicBezTo>
                  <a:lnTo>
                    <a:pt x="142671" y="82693"/>
                  </a:lnTo>
                  <a:close/>
                  <a:moveTo>
                    <a:pt x="114341" y="89839"/>
                  </a:moveTo>
                  <a:cubicBezTo>
                    <a:pt x="114417" y="89942"/>
                    <a:pt x="114545" y="90044"/>
                    <a:pt x="114673" y="90120"/>
                  </a:cubicBezTo>
                  <a:lnTo>
                    <a:pt x="108802" y="105893"/>
                  </a:lnTo>
                  <a:lnTo>
                    <a:pt x="100074" y="104362"/>
                  </a:lnTo>
                  <a:lnTo>
                    <a:pt x="91830" y="102907"/>
                  </a:lnTo>
                  <a:cubicBezTo>
                    <a:pt x="91830" y="102907"/>
                    <a:pt x="91830" y="102907"/>
                    <a:pt x="91830" y="102881"/>
                  </a:cubicBezTo>
                  <a:cubicBezTo>
                    <a:pt x="91830" y="102805"/>
                    <a:pt x="91804" y="102728"/>
                    <a:pt x="91779" y="102652"/>
                  </a:cubicBezTo>
                  <a:lnTo>
                    <a:pt x="114341" y="89839"/>
                  </a:lnTo>
                  <a:close/>
                  <a:moveTo>
                    <a:pt x="115898" y="89814"/>
                  </a:moveTo>
                  <a:lnTo>
                    <a:pt x="130267" y="97215"/>
                  </a:lnTo>
                  <a:lnTo>
                    <a:pt x="129144" y="108930"/>
                  </a:lnTo>
                  <a:cubicBezTo>
                    <a:pt x="129042" y="108930"/>
                    <a:pt x="128940" y="108956"/>
                    <a:pt x="128863" y="109007"/>
                  </a:cubicBezTo>
                  <a:lnTo>
                    <a:pt x="115719" y="89993"/>
                  </a:lnTo>
                  <a:cubicBezTo>
                    <a:pt x="115770" y="89942"/>
                    <a:pt x="115847" y="89865"/>
                    <a:pt x="115898" y="89814"/>
                  </a:cubicBezTo>
                  <a:close/>
                  <a:moveTo>
                    <a:pt x="70493" y="92034"/>
                  </a:moveTo>
                  <a:lnTo>
                    <a:pt x="80651" y="109160"/>
                  </a:lnTo>
                  <a:lnTo>
                    <a:pt x="63117" y="94740"/>
                  </a:lnTo>
                  <a:cubicBezTo>
                    <a:pt x="63219" y="94638"/>
                    <a:pt x="63270" y="94485"/>
                    <a:pt x="63270" y="94331"/>
                  </a:cubicBezTo>
                  <a:cubicBezTo>
                    <a:pt x="63270" y="94280"/>
                    <a:pt x="63270" y="94229"/>
                    <a:pt x="63270" y="94204"/>
                  </a:cubicBezTo>
                  <a:lnTo>
                    <a:pt x="70493" y="92034"/>
                  </a:lnTo>
                  <a:close/>
                  <a:moveTo>
                    <a:pt x="79783" y="89252"/>
                  </a:moveTo>
                  <a:cubicBezTo>
                    <a:pt x="79911" y="89584"/>
                    <a:pt x="80217" y="89814"/>
                    <a:pt x="80575" y="89839"/>
                  </a:cubicBezTo>
                  <a:lnTo>
                    <a:pt x="80804" y="102728"/>
                  </a:lnTo>
                  <a:lnTo>
                    <a:pt x="80932" y="109237"/>
                  </a:lnTo>
                  <a:lnTo>
                    <a:pt x="70672" y="91983"/>
                  </a:lnTo>
                  <a:lnTo>
                    <a:pt x="79783" y="89252"/>
                  </a:lnTo>
                  <a:close/>
                  <a:moveTo>
                    <a:pt x="130471" y="97318"/>
                  </a:moveTo>
                  <a:lnTo>
                    <a:pt x="142109" y="103315"/>
                  </a:lnTo>
                  <a:cubicBezTo>
                    <a:pt x="142084" y="103392"/>
                    <a:pt x="142058" y="103468"/>
                    <a:pt x="142058" y="103545"/>
                  </a:cubicBezTo>
                  <a:cubicBezTo>
                    <a:pt x="142058" y="103622"/>
                    <a:pt x="142058" y="103698"/>
                    <a:pt x="142084" y="103749"/>
                  </a:cubicBezTo>
                  <a:lnTo>
                    <a:pt x="129731" y="109237"/>
                  </a:lnTo>
                  <a:cubicBezTo>
                    <a:pt x="129654" y="109109"/>
                    <a:pt x="129501" y="109007"/>
                    <a:pt x="129323" y="108956"/>
                  </a:cubicBezTo>
                  <a:lnTo>
                    <a:pt x="130471" y="97318"/>
                  </a:lnTo>
                  <a:close/>
                  <a:moveTo>
                    <a:pt x="62071" y="94561"/>
                  </a:moveTo>
                  <a:cubicBezTo>
                    <a:pt x="62122" y="94714"/>
                    <a:pt x="62249" y="94842"/>
                    <a:pt x="62428" y="94918"/>
                  </a:cubicBezTo>
                  <a:lnTo>
                    <a:pt x="60871" y="109313"/>
                  </a:lnTo>
                  <a:lnTo>
                    <a:pt x="53623" y="97879"/>
                  </a:lnTo>
                  <a:cubicBezTo>
                    <a:pt x="53827" y="97726"/>
                    <a:pt x="53980" y="97445"/>
                    <a:pt x="53980" y="97164"/>
                  </a:cubicBezTo>
                  <a:cubicBezTo>
                    <a:pt x="53980" y="97088"/>
                    <a:pt x="53980" y="97037"/>
                    <a:pt x="53955" y="96986"/>
                  </a:cubicBezTo>
                  <a:lnTo>
                    <a:pt x="62071" y="94561"/>
                  </a:lnTo>
                  <a:close/>
                  <a:moveTo>
                    <a:pt x="115566" y="90095"/>
                  </a:moveTo>
                  <a:lnTo>
                    <a:pt x="119675" y="96041"/>
                  </a:lnTo>
                  <a:lnTo>
                    <a:pt x="128710" y="109109"/>
                  </a:lnTo>
                  <a:cubicBezTo>
                    <a:pt x="128633" y="109186"/>
                    <a:pt x="128557" y="109288"/>
                    <a:pt x="128531" y="109390"/>
                  </a:cubicBezTo>
                  <a:lnTo>
                    <a:pt x="108981" y="105944"/>
                  </a:lnTo>
                  <a:lnTo>
                    <a:pt x="114877" y="90197"/>
                  </a:lnTo>
                  <a:cubicBezTo>
                    <a:pt x="114953" y="90222"/>
                    <a:pt x="115030" y="90222"/>
                    <a:pt x="115107" y="90222"/>
                  </a:cubicBezTo>
                  <a:cubicBezTo>
                    <a:pt x="115260" y="90222"/>
                    <a:pt x="115413" y="90171"/>
                    <a:pt x="115566" y="90095"/>
                  </a:cubicBezTo>
                  <a:close/>
                  <a:moveTo>
                    <a:pt x="81136" y="89712"/>
                  </a:moveTo>
                  <a:lnTo>
                    <a:pt x="84173" y="93719"/>
                  </a:lnTo>
                  <a:lnTo>
                    <a:pt x="90681" y="102422"/>
                  </a:lnTo>
                  <a:cubicBezTo>
                    <a:pt x="90554" y="102550"/>
                    <a:pt x="90477" y="102703"/>
                    <a:pt x="90477" y="102881"/>
                  </a:cubicBezTo>
                  <a:cubicBezTo>
                    <a:pt x="90477" y="102984"/>
                    <a:pt x="90503" y="103086"/>
                    <a:pt x="90554" y="103162"/>
                  </a:cubicBezTo>
                  <a:lnTo>
                    <a:pt x="81136" y="109415"/>
                  </a:lnTo>
                  <a:lnTo>
                    <a:pt x="81008" y="102805"/>
                  </a:lnTo>
                  <a:lnTo>
                    <a:pt x="80779" y="89814"/>
                  </a:lnTo>
                  <a:cubicBezTo>
                    <a:pt x="80906" y="89814"/>
                    <a:pt x="81034" y="89763"/>
                    <a:pt x="81136" y="89712"/>
                  </a:cubicBezTo>
                  <a:close/>
                  <a:moveTo>
                    <a:pt x="62964" y="94867"/>
                  </a:moveTo>
                  <a:lnTo>
                    <a:pt x="80753" y="109492"/>
                  </a:lnTo>
                  <a:lnTo>
                    <a:pt x="61050" y="109492"/>
                  </a:lnTo>
                  <a:lnTo>
                    <a:pt x="61764" y="102805"/>
                  </a:lnTo>
                  <a:lnTo>
                    <a:pt x="62607" y="94944"/>
                  </a:lnTo>
                  <a:lnTo>
                    <a:pt x="62658" y="94944"/>
                  </a:lnTo>
                  <a:cubicBezTo>
                    <a:pt x="62760" y="94944"/>
                    <a:pt x="62862" y="94918"/>
                    <a:pt x="62964" y="94867"/>
                  </a:cubicBezTo>
                  <a:close/>
                  <a:moveTo>
                    <a:pt x="91779" y="103111"/>
                  </a:moveTo>
                  <a:lnTo>
                    <a:pt x="108726" y="106097"/>
                  </a:lnTo>
                  <a:lnTo>
                    <a:pt x="107450" y="109492"/>
                  </a:lnTo>
                  <a:lnTo>
                    <a:pt x="81366" y="109492"/>
                  </a:lnTo>
                  <a:lnTo>
                    <a:pt x="90656" y="103341"/>
                  </a:lnTo>
                  <a:cubicBezTo>
                    <a:pt x="90784" y="103468"/>
                    <a:pt x="90962" y="103571"/>
                    <a:pt x="91141" y="103571"/>
                  </a:cubicBezTo>
                  <a:cubicBezTo>
                    <a:pt x="91447" y="103571"/>
                    <a:pt x="91702" y="103366"/>
                    <a:pt x="91779" y="103111"/>
                  </a:cubicBezTo>
                  <a:close/>
                  <a:moveTo>
                    <a:pt x="108905" y="106123"/>
                  </a:moveTo>
                  <a:lnTo>
                    <a:pt x="128021" y="109492"/>
                  </a:lnTo>
                  <a:lnTo>
                    <a:pt x="107654" y="109492"/>
                  </a:lnTo>
                  <a:lnTo>
                    <a:pt x="108905" y="106123"/>
                  </a:lnTo>
                  <a:close/>
                  <a:moveTo>
                    <a:pt x="142160" y="103928"/>
                  </a:moveTo>
                  <a:cubicBezTo>
                    <a:pt x="142288" y="104107"/>
                    <a:pt x="142467" y="104234"/>
                    <a:pt x="142696" y="104260"/>
                  </a:cubicBezTo>
                  <a:lnTo>
                    <a:pt x="142696" y="109492"/>
                  </a:lnTo>
                  <a:lnTo>
                    <a:pt x="129833" y="109492"/>
                  </a:lnTo>
                  <a:cubicBezTo>
                    <a:pt x="129833" y="109466"/>
                    <a:pt x="129833" y="109441"/>
                    <a:pt x="129807" y="109415"/>
                  </a:cubicBezTo>
                  <a:lnTo>
                    <a:pt x="142160" y="103928"/>
                  </a:lnTo>
                  <a:close/>
                  <a:moveTo>
                    <a:pt x="944" y="1"/>
                  </a:moveTo>
                  <a:cubicBezTo>
                    <a:pt x="638" y="1"/>
                    <a:pt x="383" y="256"/>
                    <a:pt x="383" y="588"/>
                  </a:cubicBezTo>
                  <a:cubicBezTo>
                    <a:pt x="383" y="868"/>
                    <a:pt x="587" y="1098"/>
                    <a:pt x="842" y="1149"/>
                  </a:cubicBezTo>
                  <a:lnTo>
                    <a:pt x="842" y="16462"/>
                  </a:lnTo>
                  <a:cubicBezTo>
                    <a:pt x="357" y="16514"/>
                    <a:pt x="0" y="16922"/>
                    <a:pt x="0" y="17407"/>
                  </a:cubicBezTo>
                  <a:cubicBezTo>
                    <a:pt x="0" y="17892"/>
                    <a:pt x="357" y="18300"/>
                    <a:pt x="842" y="18351"/>
                  </a:cubicBezTo>
                  <a:lnTo>
                    <a:pt x="842" y="37748"/>
                  </a:lnTo>
                  <a:cubicBezTo>
                    <a:pt x="357" y="37799"/>
                    <a:pt x="0" y="38208"/>
                    <a:pt x="0" y="38693"/>
                  </a:cubicBezTo>
                  <a:cubicBezTo>
                    <a:pt x="0" y="39177"/>
                    <a:pt x="357" y="39560"/>
                    <a:pt x="842" y="39611"/>
                  </a:cubicBezTo>
                  <a:lnTo>
                    <a:pt x="842" y="62607"/>
                  </a:lnTo>
                  <a:cubicBezTo>
                    <a:pt x="357" y="62658"/>
                    <a:pt x="0" y="63066"/>
                    <a:pt x="0" y="63551"/>
                  </a:cubicBezTo>
                  <a:cubicBezTo>
                    <a:pt x="0" y="64036"/>
                    <a:pt x="357" y="64445"/>
                    <a:pt x="842" y="64496"/>
                  </a:cubicBezTo>
                  <a:lnTo>
                    <a:pt x="842" y="76057"/>
                  </a:lnTo>
                  <a:cubicBezTo>
                    <a:pt x="536" y="76108"/>
                    <a:pt x="306" y="76364"/>
                    <a:pt x="306" y="76695"/>
                  </a:cubicBezTo>
                  <a:cubicBezTo>
                    <a:pt x="306" y="77053"/>
                    <a:pt x="587" y="77333"/>
                    <a:pt x="944" y="77333"/>
                  </a:cubicBezTo>
                  <a:cubicBezTo>
                    <a:pt x="1225" y="77333"/>
                    <a:pt x="1455" y="77180"/>
                    <a:pt x="1557" y="76925"/>
                  </a:cubicBezTo>
                  <a:lnTo>
                    <a:pt x="27105" y="82821"/>
                  </a:lnTo>
                  <a:cubicBezTo>
                    <a:pt x="27105" y="82872"/>
                    <a:pt x="27079" y="82897"/>
                    <a:pt x="27079" y="82923"/>
                  </a:cubicBezTo>
                  <a:cubicBezTo>
                    <a:pt x="27079" y="83459"/>
                    <a:pt x="27513" y="83867"/>
                    <a:pt x="28024" y="83867"/>
                  </a:cubicBezTo>
                  <a:cubicBezTo>
                    <a:pt x="28458" y="83867"/>
                    <a:pt x="28815" y="83586"/>
                    <a:pt x="28943" y="83204"/>
                  </a:cubicBezTo>
                  <a:lnTo>
                    <a:pt x="45711" y="86598"/>
                  </a:lnTo>
                  <a:cubicBezTo>
                    <a:pt x="45711" y="86598"/>
                    <a:pt x="45711" y="86624"/>
                    <a:pt x="45711" y="86624"/>
                  </a:cubicBezTo>
                  <a:cubicBezTo>
                    <a:pt x="45711" y="86955"/>
                    <a:pt x="45992" y="87236"/>
                    <a:pt x="46323" y="87236"/>
                  </a:cubicBezTo>
                  <a:cubicBezTo>
                    <a:pt x="46425" y="87236"/>
                    <a:pt x="46502" y="87211"/>
                    <a:pt x="46579" y="87185"/>
                  </a:cubicBezTo>
                  <a:lnTo>
                    <a:pt x="52449" y="96424"/>
                  </a:lnTo>
                  <a:cubicBezTo>
                    <a:pt x="52219" y="96577"/>
                    <a:pt x="52091" y="96858"/>
                    <a:pt x="52091" y="97139"/>
                  </a:cubicBezTo>
                  <a:cubicBezTo>
                    <a:pt x="52091" y="97675"/>
                    <a:pt x="52500" y="98083"/>
                    <a:pt x="53036" y="98083"/>
                  </a:cubicBezTo>
                  <a:cubicBezTo>
                    <a:pt x="53163" y="98083"/>
                    <a:pt x="53317" y="98058"/>
                    <a:pt x="53444" y="97981"/>
                  </a:cubicBezTo>
                  <a:lnTo>
                    <a:pt x="60846" y="109619"/>
                  </a:lnTo>
                  <a:lnTo>
                    <a:pt x="60820" y="109696"/>
                  </a:lnTo>
                  <a:lnTo>
                    <a:pt x="60871" y="109696"/>
                  </a:lnTo>
                  <a:lnTo>
                    <a:pt x="60999" y="109900"/>
                  </a:lnTo>
                  <a:lnTo>
                    <a:pt x="61024" y="109696"/>
                  </a:lnTo>
                  <a:lnTo>
                    <a:pt x="80932" y="109696"/>
                  </a:lnTo>
                  <a:lnTo>
                    <a:pt x="80932" y="109773"/>
                  </a:lnTo>
                  <a:lnTo>
                    <a:pt x="81008" y="109747"/>
                  </a:lnTo>
                  <a:lnTo>
                    <a:pt x="81136" y="109977"/>
                  </a:lnTo>
                  <a:lnTo>
                    <a:pt x="81136" y="109696"/>
                  </a:lnTo>
                  <a:lnTo>
                    <a:pt x="128506" y="109696"/>
                  </a:lnTo>
                  <a:cubicBezTo>
                    <a:pt x="128531" y="110028"/>
                    <a:pt x="128812" y="110283"/>
                    <a:pt x="129169" y="110283"/>
                  </a:cubicBezTo>
                  <a:cubicBezTo>
                    <a:pt x="129501" y="110283"/>
                    <a:pt x="129782" y="110028"/>
                    <a:pt x="129807" y="109696"/>
                  </a:cubicBezTo>
                  <a:lnTo>
                    <a:pt x="142875" y="109696"/>
                  </a:lnTo>
                  <a:lnTo>
                    <a:pt x="142875" y="104260"/>
                  </a:lnTo>
                  <a:cubicBezTo>
                    <a:pt x="143232" y="104209"/>
                    <a:pt x="143513" y="103902"/>
                    <a:pt x="143513" y="103545"/>
                  </a:cubicBezTo>
                  <a:cubicBezTo>
                    <a:pt x="143513" y="103188"/>
                    <a:pt x="143232" y="102881"/>
                    <a:pt x="142875" y="102830"/>
                  </a:cubicBezTo>
                  <a:lnTo>
                    <a:pt x="142875" y="82642"/>
                  </a:lnTo>
                  <a:lnTo>
                    <a:pt x="142875" y="82438"/>
                  </a:lnTo>
                  <a:lnTo>
                    <a:pt x="142875" y="77997"/>
                  </a:lnTo>
                  <a:lnTo>
                    <a:pt x="142875" y="77716"/>
                  </a:lnTo>
                  <a:lnTo>
                    <a:pt x="142875" y="55180"/>
                  </a:lnTo>
                  <a:cubicBezTo>
                    <a:pt x="143360" y="55129"/>
                    <a:pt x="143717" y="54721"/>
                    <a:pt x="143717" y="54236"/>
                  </a:cubicBezTo>
                  <a:cubicBezTo>
                    <a:pt x="143717" y="53725"/>
                    <a:pt x="143309" y="53291"/>
                    <a:pt x="142773" y="53291"/>
                  </a:cubicBezTo>
                  <a:cubicBezTo>
                    <a:pt x="142262" y="53291"/>
                    <a:pt x="141829" y="53725"/>
                    <a:pt x="141829" y="54236"/>
                  </a:cubicBezTo>
                  <a:cubicBezTo>
                    <a:pt x="141829" y="54516"/>
                    <a:pt x="141956" y="54746"/>
                    <a:pt x="142135" y="54925"/>
                  </a:cubicBezTo>
                  <a:lnTo>
                    <a:pt x="127791" y="73046"/>
                  </a:lnTo>
                  <a:lnTo>
                    <a:pt x="120160" y="61637"/>
                  </a:lnTo>
                  <a:cubicBezTo>
                    <a:pt x="120288" y="61510"/>
                    <a:pt x="120390" y="61305"/>
                    <a:pt x="120390" y="61101"/>
                  </a:cubicBezTo>
                  <a:cubicBezTo>
                    <a:pt x="120390" y="60693"/>
                    <a:pt x="120058" y="60361"/>
                    <a:pt x="119675" y="60361"/>
                  </a:cubicBezTo>
                  <a:cubicBezTo>
                    <a:pt x="119394" y="60361"/>
                    <a:pt x="119190" y="60489"/>
                    <a:pt x="119037" y="60693"/>
                  </a:cubicBezTo>
                  <a:lnTo>
                    <a:pt x="99283" y="51428"/>
                  </a:lnTo>
                  <a:cubicBezTo>
                    <a:pt x="99308" y="51326"/>
                    <a:pt x="99334" y="51224"/>
                    <a:pt x="99334" y="51122"/>
                  </a:cubicBezTo>
                  <a:cubicBezTo>
                    <a:pt x="99334" y="50586"/>
                    <a:pt x="98900" y="50178"/>
                    <a:pt x="98389" y="50178"/>
                  </a:cubicBezTo>
                  <a:cubicBezTo>
                    <a:pt x="97879" y="50178"/>
                    <a:pt x="97445" y="50612"/>
                    <a:pt x="97445" y="51122"/>
                  </a:cubicBezTo>
                  <a:cubicBezTo>
                    <a:pt x="97445" y="51250"/>
                    <a:pt x="97470" y="51377"/>
                    <a:pt x="97522" y="51505"/>
                  </a:cubicBezTo>
                  <a:lnTo>
                    <a:pt x="80957" y="60999"/>
                  </a:lnTo>
                  <a:lnTo>
                    <a:pt x="75955" y="58804"/>
                  </a:lnTo>
                  <a:cubicBezTo>
                    <a:pt x="75955" y="58779"/>
                    <a:pt x="75981" y="58728"/>
                    <a:pt x="75981" y="58677"/>
                  </a:cubicBezTo>
                  <a:cubicBezTo>
                    <a:pt x="75981" y="58370"/>
                    <a:pt x="75725" y="58115"/>
                    <a:pt x="75419" y="58115"/>
                  </a:cubicBezTo>
                  <a:cubicBezTo>
                    <a:pt x="75266" y="58115"/>
                    <a:pt x="75138" y="58166"/>
                    <a:pt x="75036" y="58268"/>
                  </a:cubicBezTo>
                  <a:lnTo>
                    <a:pt x="54235" y="42061"/>
                  </a:lnTo>
                  <a:cubicBezTo>
                    <a:pt x="54312" y="41934"/>
                    <a:pt x="54363" y="41755"/>
                    <a:pt x="54363" y="41577"/>
                  </a:cubicBezTo>
                  <a:cubicBezTo>
                    <a:pt x="54363" y="41041"/>
                    <a:pt x="53955" y="40632"/>
                    <a:pt x="53419" y="40632"/>
                  </a:cubicBezTo>
                  <a:cubicBezTo>
                    <a:pt x="53342" y="40632"/>
                    <a:pt x="53265" y="40632"/>
                    <a:pt x="53189" y="40658"/>
                  </a:cubicBezTo>
                  <a:lnTo>
                    <a:pt x="46732" y="24247"/>
                  </a:lnTo>
                  <a:cubicBezTo>
                    <a:pt x="47012" y="24119"/>
                    <a:pt x="47191" y="23838"/>
                    <a:pt x="47191" y="23507"/>
                  </a:cubicBezTo>
                  <a:cubicBezTo>
                    <a:pt x="47191" y="23047"/>
                    <a:pt x="46808" y="22664"/>
                    <a:pt x="46349" y="22664"/>
                  </a:cubicBezTo>
                  <a:cubicBezTo>
                    <a:pt x="45889" y="22664"/>
                    <a:pt x="45507" y="23022"/>
                    <a:pt x="45481" y="23456"/>
                  </a:cubicBezTo>
                  <a:lnTo>
                    <a:pt x="20265" y="25064"/>
                  </a:lnTo>
                  <a:lnTo>
                    <a:pt x="18325" y="17534"/>
                  </a:lnTo>
                  <a:cubicBezTo>
                    <a:pt x="18529" y="17432"/>
                    <a:pt x="18708" y="17203"/>
                    <a:pt x="18708" y="16947"/>
                  </a:cubicBezTo>
                  <a:cubicBezTo>
                    <a:pt x="18708" y="16590"/>
                    <a:pt x="18402" y="16309"/>
                    <a:pt x="18070" y="16309"/>
                  </a:cubicBezTo>
                  <a:cubicBezTo>
                    <a:pt x="17917" y="16309"/>
                    <a:pt x="17789" y="16360"/>
                    <a:pt x="17687" y="16437"/>
                  </a:cubicBezTo>
                  <a:lnTo>
                    <a:pt x="1429" y="894"/>
                  </a:lnTo>
                  <a:cubicBezTo>
                    <a:pt x="1480" y="817"/>
                    <a:pt x="1506" y="690"/>
                    <a:pt x="1506" y="588"/>
                  </a:cubicBezTo>
                  <a:cubicBezTo>
                    <a:pt x="1506" y="256"/>
                    <a:pt x="1251" y="1"/>
                    <a:pt x="9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39"/>
            </a:p>
          </p:txBody>
        </p:sp>
      </p:grpSp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4156338" y="4021128"/>
            <a:ext cx="6303438" cy="15201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 idx="2" hasCustomPrompt="1"/>
          </p:nvPr>
        </p:nvSpPr>
        <p:spPr>
          <a:xfrm>
            <a:off x="6414930" y="2306836"/>
            <a:ext cx="1786254" cy="1348179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oogle Shape;32;p5"/>
          <p:cNvGrpSpPr/>
          <p:nvPr/>
        </p:nvGrpSpPr>
        <p:grpSpPr>
          <a:xfrm>
            <a:off x="12850490" y="161"/>
            <a:ext cx="1764947" cy="8237373"/>
            <a:chOff x="8422599" y="100"/>
            <a:chExt cx="721397" cy="5143397"/>
          </a:xfrm>
        </p:grpSpPr>
        <p:sp>
          <p:nvSpPr>
            <p:cNvPr id="33" name="Google Shape;33;p5"/>
            <p:cNvSpPr/>
            <p:nvPr/>
          </p:nvSpPr>
          <p:spPr>
            <a:xfrm rot="-5400000">
              <a:off x="6211643" y="2211056"/>
              <a:ext cx="5143297" cy="721385"/>
            </a:xfrm>
            <a:custGeom>
              <a:avLst/>
              <a:gdLst/>
              <a:ahLst/>
              <a:cxnLst/>
              <a:rect l="l" t="t" r="r" b="b"/>
              <a:pathLst>
                <a:path w="172913" h="39839" extrusionOk="0">
                  <a:moveTo>
                    <a:pt x="172913" y="1"/>
                  </a:moveTo>
                  <a:lnTo>
                    <a:pt x="0" y="16958"/>
                  </a:lnTo>
                  <a:lnTo>
                    <a:pt x="0" y="39839"/>
                  </a:lnTo>
                  <a:lnTo>
                    <a:pt x="172913" y="39839"/>
                  </a:lnTo>
                  <a:lnTo>
                    <a:pt x="17291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39"/>
            </a:p>
          </p:txBody>
        </p:sp>
        <p:sp>
          <p:nvSpPr>
            <p:cNvPr id="34" name="Google Shape;34;p5"/>
            <p:cNvSpPr/>
            <p:nvPr/>
          </p:nvSpPr>
          <p:spPr>
            <a:xfrm rot="-5400000" flipH="1">
              <a:off x="6331919" y="2331420"/>
              <a:ext cx="5143297" cy="480857"/>
            </a:xfrm>
            <a:custGeom>
              <a:avLst/>
              <a:gdLst/>
              <a:ahLst/>
              <a:cxnLst/>
              <a:rect l="l" t="t" r="r" b="b"/>
              <a:pathLst>
                <a:path w="172913" h="39839" extrusionOk="0">
                  <a:moveTo>
                    <a:pt x="172913" y="1"/>
                  </a:moveTo>
                  <a:lnTo>
                    <a:pt x="0" y="16958"/>
                  </a:lnTo>
                  <a:lnTo>
                    <a:pt x="0" y="39839"/>
                  </a:lnTo>
                  <a:lnTo>
                    <a:pt x="172913" y="39839"/>
                  </a:lnTo>
                  <a:lnTo>
                    <a:pt x="17291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39"/>
            </a:p>
          </p:txBody>
        </p:sp>
      </p:grpSp>
      <p:sp>
        <p:nvSpPr>
          <p:cNvPr id="35" name="Google Shape;35;p5"/>
          <p:cNvSpPr/>
          <p:nvPr/>
        </p:nvSpPr>
        <p:spPr>
          <a:xfrm rot="5400000" flipH="1">
            <a:off x="-5330858" y="962203"/>
            <a:ext cx="11286990" cy="8644355"/>
          </a:xfrm>
          <a:custGeom>
            <a:avLst/>
            <a:gdLst/>
            <a:ahLst/>
            <a:cxnLst/>
            <a:rect l="l" t="t" r="r" b="b"/>
            <a:pathLst>
              <a:path w="143718" h="110283" extrusionOk="0">
                <a:moveTo>
                  <a:pt x="1276" y="1047"/>
                </a:moveTo>
                <a:lnTo>
                  <a:pt x="17534" y="16565"/>
                </a:lnTo>
                <a:cubicBezTo>
                  <a:pt x="17483" y="16667"/>
                  <a:pt x="17457" y="16743"/>
                  <a:pt x="17432" y="16845"/>
                </a:cubicBezTo>
                <a:lnTo>
                  <a:pt x="1889" y="17279"/>
                </a:lnTo>
                <a:cubicBezTo>
                  <a:pt x="1812" y="16845"/>
                  <a:pt x="1480" y="16514"/>
                  <a:pt x="1046" y="16462"/>
                </a:cubicBezTo>
                <a:lnTo>
                  <a:pt x="1046" y="1149"/>
                </a:lnTo>
                <a:cubicBezTo>
                  <a:pt x="1123" y="1124"/>
                  <a:pt x="1225" y="1098"/>
                  <a:pt x="1276" y="1047"/>
                </a:cubicBezTo>
                <a:close/>
                <a:moveTo>
                  <a:pt x="17432" y="17050"/>
                </a:moveTo>
                <a:cubicBezTo>
                  <a:pt x="17457" y="17177"/>
                  <a:pt x="17508" y="17279"/>
                  <a:pt x="17585" y="17381"/>
                </a:cubicBezTo>
                <a:lnTo>
                  <a:pt x="11638" y="24936"/>
                </a:lnTo>
                <a:cubicBezTo>
                  <a:pt x="11485" y="24859"/>
                  <a:pt x="11306" y="24808"/>
                  <a:pt x="11128" y="24808"/>
                </a:cubicBezTo>
                <a:cubicBezTo>
                  <a:pt x="10873" y="24808"/>
                  <a:pt x="10643" y="24910"/>
                  <a:pt x="10464" y="25064"/>
                </a:cubicBezTo>
                <a:lnTo>
                  <a:pt x="1736" y="17917"/>
                </a:lnTo>
                <a:cubicBezTo>
                  <a:pt x="1812" y="17790"/>
                  <a:pt x="1863" y="17637"/>
                  <a:pt x="1889" y="17483"/>
                </a:cubicBezTo>
                <a:lnTo>
                  <a:pt x="17432" y="17050"/>
                </a:lnTo>
                <a:close/>
                <a:moveTo>
                  <a:pt x="17764" y="17483"/>
                </a:moveTo>
                <a:cubicBezTo>
                  <a:pt x="17840" y="17534"/>
                  <a:pt x="17942" y="17585"/>
                  <a:pt x="18070" y="17585"/>
                </a:cubicBezTo>
                <a:cubicBezTo>
                  <a:pt x="18070" y="17585"/>
                  <a:pt x="18095" y="17560"/>
                  <a:pt x="18121" y="17560"/>
                </a:cubicBezTo>
                <a:lnTo>
                  <a:pt x="20061" y="25089"/>
                </a:lnTo>
                <a:lnTo>
                  <a:pt x="12047" y="25574"/>
                </a:lnTo>
                <a:cubicBezTo>
                  <a:pt x="12021" y="25395"/>
                  <a:pt x="11919" y="25191"/>
                  <a:pt x="11791" y="25064"/>
                </a:cubicBezTo>
                <a:lnTo>
                  <a:pt x="17764" y="17483"/>
                </a:lnTo>
                <a:close/>
                <a:moveTo>
                  <a:pt x="20112" y="25268"/>
                </a:moveTo>
                <a:lnTo>
                  <a:pt x="22460" y="34405"/>
                </a:lnTo>
                <a:cubicBezTo>
                  <a:pt x="22332" y="34456"/>
                  <a:pt x="22230" y="34507"/>
                  <a:pt x="22128" y="34609"/>
                </a:cubicBezTo>
                <a:lnTo>
                  <a:pt x="14726" y="28560"/>
                </a:lnTo>
                <a:lnTo>
                  <a:pt x="11919" y="26263"/>
                </a:lnTo>
                <a:cubicBezTo>
                  <a:pt x="12021" y="26135"/>
                  <a:pt x="12072" y="25957"/>
                  <a:pt x="12072" y="25778"/>
                </a:cubicBezTo>
                <a:lnTo>
                  <a:pt x="20112" y="25268"/>
                </a:lnTo>
                <a:close/>
                <a:moveTo>
                  <a:pt x="45507" y="23660"/>
                </a:moveTo>
                <a:cubicBezTo>
                  <a:pt x="45507" y="23711"/>
                  <a:pt x="45532" y="23762"/>
                  <a:pt x="45532" y="23787"/>
                </a:cubicBezTo>
                <a:lnTo>
                  <a:pt x="23583" y="34762"/>
                </a:lnTo>
                <a:cubicBezTo>
                  <a:pt x="23404" y="34507"/>
                  <a:pt x="23123" y="34328"/>
                  <a:pt x="22792" y="34328"/>
                </a:cubicBezTo>
                <a:cubicBezTo>
                  <a:pt x="22741" y="34328"/>
                  <a:pt x="22690" y="34328"/>
                  <a:pt x="22664" y="34354"/>
                </a:cubicBezTo>
                <a:lnTo>
                  <a:pt x="20316" y="25242"/>
                </a:lnTo>
                <a:lnTo>
                  <a:pt x="45507" y="23660"/>
                </a:lnTo>
                <a:close/>
                <a:moveTo>
                  <a:pt x="45634" y="23966"/>
                </a:moveTo>
                <a:cubicBezTo>
                  <a:pt x="45634" y="23992"/>
                  <a:pt x="45634" y="23992"/>
                  <a:pt x="45634" y="23992"/>
                </a:cubicBezTo>
                <a:lnTo>
                  <a:pt x="30908" y="36855"/>
                </a:lnTo>
                <a:lnTo>
                  <a:pt x="23736" y="35375"/>
                </a:lnTo>
                <a:cubicBezTo>
                  <a:pt x="23736" y="35349"/>
                  <a:pt x="23736" y="35298"/>
                  <a:pt x="23736" y="35273"/>
                </a:cubicBezTo>
                <a:cubicBezTo>
                  <a:pt x="23736" y="35170"/>
                  <a:pt x="23710" y="35043"/>
                  <a:pt x="23685" y="34941"/>
                </a:cubicBezTo>
                <a:lnTo>
                  <a:pt x="45634" y="23966"/>
                </a:lnTo>
                <a:close/>
                <a:moveTo>
                  <a:pt x="1608" y="18070"/>
                </a:moveTo>
                <a:lnTo>
                  <a:pt x="10337" y="25217"/>
                </a:lnTo>
                <a:cubicBezTo>
                  <a:pt x="10235" y="25370"/>
                  <a:pt x="10183" y="25548"/>
                  <a:pt x="10183" y="25753"/>
                </a:cubicBezTo>
                <a:cubicBezTo>
                  <a:pt x="10183" y="26008"/>
                  <a:pt x="10311" y="26238"/>
                  <a:pt x="10464" y="26416"/>
                </a:cubicBezTo>
                <a:lnTo>
                  <a:pt x="1455" y="37876"/>
                </a:lnTo>
                <a:cubicBezTo>
                  <a:pt x="1327" y="37799"/>
                  <a:pt x="1200" y="37774"/>
                  <a:pt x="1046" y="37748"/>
                </a:cubicBezTo>
                <a:lnTo>
                  <a:pt x="1046" y="18351"/>
                </a:lnTo>
                <a:cubicBezTo>
                  <a:pt x="1276" y="18326"/>
                  <a:pt x="1455" y="18224"/>
                  <a:pt x="1608" y="18070"/>
                </a:cubicBezTo>
                <a:close/>
                <a:moveTo>
                  <a:pt x="11791" y="26416"/>
                </a:moveTo>
                <a:lnTo>
                  <a:pt x="21924" y="34686"/>
                </a:lnTo>
                <a:lnTo>
                  <a:pt x="22000" y="34762"/>
                </a:lnTo>
                <a:cubicBezTo>
                  <a:pt x="21898" y="34915"/>
                  <a:pt x="21847" y="35094"/>
                  <a:pt x="21847" y="35273"/>
                </a:cubicBezTo>
                <a:cubicBezTo>
                  <a:pt x="21847" y="35298"/>
                  <a:pt x="21847" y="35324"/>
                  <a:pt x="21847" y="35324"/>
                </a:cubicBezTo>
                <a:lnTo>
                  <a:pt x="10822" y="37034"/>
                </a:lnTo>
                <a:lnTo>
                  <a:pt x="1863" y="38437"/>
                </a:lnTo>
                <a:cubicBezTo>
                  <a:pt x="1812" y="38284"/>
                  <a:pt x="1736" y="38131"/>
                  <a:pt x="1608" y="38003"/>
                </a:cubicBezTo>
                <a:lnTo>
                  <a:pt x="10643" y="26544"/>
                </a:lnTo>
                <a:cubicBezTo>
                  <a:pt x="10770" y="26620"/>
                  <a:pt x="10949" y="26697"/>
                  <a:pt x="11128" y="26697"/>
                </a:cubicBezTo>
                <a:cubicBezTo>
                  <a:pt x="11383" y="26697"/>
                  <a:pt x="11638" y="26569"/>
                  <a:pt x="11791" y="26416"/>
                </a:cubicBezTo>
                <a:close/>
                <a:moveTo>
                  <a:pt x="45762" y="24145"/>
                </a:moveTo>
                <a:cubicBezTo>
                  <a:pt x="45915" y="24272"/>
                  <a:pt x="46119" y="24349"/>
                  <a:pt x="46323" y="24349"/>
                </a:cubicBezTo>
                <a:cubicBezTo>
                  <a:pt x="46400" y="24349"/>
                  <a:pt x="46476" y="24349"/>
                  <a:pt x="46553" y="24323"/>
                </a:cubicBezTo>
                <a:lnTo>
                  <a:pt x="52985" y="40734"/>
                </a:lnTo>
                <a:cubicBezTo>
                  <a:pt x="52781" y="40836"/>
                  <a:pt x="52602" y="41041"/>
                  <a:pt x="52525" y="41270"/>
                </a:cubicBezTo>
                <a:lnTo>
                  <a:pt x="31163" y="36906"/>
                </a:lnTo>
                <a:lnTo>
                  <a:pt x="45762" y="24145"/>
                </a:lnTo>
                <a:close/>
                <a:moveTo>
                  <a:pt x="23685" y="35579"/>
                </a:moveTo>
                <a:lnTo>
                  <a:pt x="23813" y="35604"/>
                </a:lnTo>
                <a:lnTo>
                  <a:pt x="30729" y="37008"/>
                </a:lnTo>
                <a:lnTo>
                  <a:pt x="18836" y="47396"/>
                </a:lnTo>
                <a:cubicBezTo>
                  <a:pt x="18810" y="47370"/>
                  <a:pt x="18759" y="47345"/>
                  <a:pt x="18734" y="47319"/>
                </a:cubicBezTo>
                <a:lnTo>
                  <a:pt x="21158" y="40275"/>
                </a:lnTo>
                <a:lnTo>
                  <a:pt x="22562" y="36191"/>
                </a:lnTo>
                <a:cubicBezTo>
                  <a:pt x="22638" y="36217"/>
                  <a:pt x="22715" y="36217"/>
                  <a:pt x="22792" y="36217"/>
                </a:cubicBezTo>
                <a:cubicBezTo>
                  <a:pt x="23200" y="36217"/>
                  <a:pt x="23557" y="35962"/>
                  <a:pt x="23685" y="35579"/>
                </a:cubicBezTo>
                <a:close/>
                <a:moveTo>
                  <a:pt x="21873" y="35528"/>
                </a:moveTo>
                <a:cubicBezTo>
                  <a:pt x="21949" y="35783"/>
                  <a:pt x="22128" y="36013"/>
                  <a:pt x="22383" y="36140"/>
                </a:cubicBezTo>
                <a:lnTo>
                  <a:pt x="20980" y="40224"/>
                </a:lnTo>
                <a:lnTo>
                  <a:pt x="18555" y="47243"/>
                </a:lnTo>
                <a:lnTo>
                  <a:pt x="18453" y="47243"/>
                </a:lnTo>
                <a:cubicBezTo>
                  <a:pt x="18249" y="47243"/>
                  <a:pt x="18070" y="47345"/>
                  <a:pt x="17942" y="47498"/>
                </a:cubicBezTo>
                <a:lnTo>
                  <a:pt x="12404" y="44563"/>
                </a:lnTo>
                <a:lnTo>
                  <a:pt x="1812" y="39024"/>
                </a:lnTo>
                <a:cubicBezTo>
                  <a:pt x="1863" y="38922"/>
                  <a:pt x="1889" y="38820"/>
                  <a:pt x="1889" y="38693"/>
                </a:cubicBezTo>
                <a:cubicBezTo>
                  <a:pt x="1889" y="38667"/>
                  <a:pt x="1889" y="38641"/>
                  <a:pt x="1889" y="38641"/>
                </a:cubicBezTo>
                <a:lnTo>
                  <a:pt x="21873" y="35528"/>
                </a:lnTo>
                <a:close/>
                <a:moveTo>
                  <a:pt x="30959" y="37059"/>
                </a:moveTo>
                <a:lnTo>
                  <a:pt x="52474" y="41474"/>
                </a:lnTo>
                <a:cubicBezTo>
                  <a:pt x="52474" y="41500"/>
                  <a:pt x="52474" y="41551"/>
                  <a:pt x="52474" y="41577"/>
                </a:cubicBezTo>
                <a:cubicBezTo>
                  <a:pt x="52474" y="41602"/>
                  <a:pt x="52474" y="41602"/>
                  <a:pt x="52500" y="41628"/>
                </a:cubicBezTo>
                <a:lnTo>
                  <a:pt x="44282" y="43108"/>
                </a:lnTo>
                <a:lnTo>
                  <a:pt x="19014" y="47651"/>
                </a:lnTo>
                <a:cubicBezTo>
                  <a:pt x="18989" y="47600"/>
                  <a:pt x="18989" y="47574"/>
                  <a:pt x="18963" y="47523"/>
                </a:cubicBezTo>
                <a:lnTo>
                  <a:pt x="30959" y="37059"/>
                </a:lnTo>
                <a:close/>
                <a:moveTo>
                  <a:pt x="52653" y="42113"/>
                </a:moveTo>
                <a:cubicBezTo>
                  <a:pt x="52704" y="42189"/>
                  <a:pt x="52781" y="42240"/>
                  <a:pt x="52832" y="42317"/>
                </a:cubicBezTo>
                <a:lnTo>
                  <a:pt x="45992" y="53036"/>
                </a:lnTo>
                <a:cubicBezTo>
                  <a:pt x="45864" y="52985"/>
                  <a:pt x="45736" y="52934"/>
                  <a:pt x="45583" y="52934"/>
                </a:cubicBezTo>
                <a:cubicBezTo>
                  <a:pt x="45124" y="52934"/>
                  <a:pt x="44766" y="53240"/>
                  <a:pt x="44664" y="53623"/>
                </a:cubicBezTo>
                <a:lnTo>
                  <a:pt x="34864" y="52066"/>
                </a:lnTo>
                <a:lnTo>
                  <a:pt x="35604" y="51632"/>
                </a:lnTo>
                <a:lnTo>
                  <a:pt x="45966" y="45839"/>
                </a:lnTo>
                <a:lnTo>
                  <a:pt x="52653" y="42113"/>
                </a:lnTo>
                <a:close/>
                <a:moveTo>
                  <a:pt x="53010" y="42419"/>
                </a:moveTo>
                <a:cubicBezTo>
                  <a:pt x="53138" y="42470"/>
                  <a:pt x="53265" y="42521"/>
                  <a:pt x="53419" y="42521"/>
                </a:cubicBezTo>
                <a:cubicBezTo>
                  <a:pt x="53546" y="42521"/>
                  <a:pt x="53648" y="42495"/>
                  <a:pt x="53750" y="42444"/>
                </a:cubicBezTo>
                <a:lnTo>
                  <a:pt x="60616" y="56201"/>
                </a:lnTo>
                <a:lnTo>
                  <a:pt x="60616" y="56201"/>
                </a:lnTo>
                <a:lnTo>
                  <a:pt x="51709" y="54772"/>
                </a:lnTo>
                <a:lnTo>
                  <a:pt x="46502" y="53929"/>
                </a:lnTo>
                <a:cubicBezTo>
                  <a:pt x="46502" y="53904"/>
                  <a:pt x="46528" y="53904"/>
                  <a:pt x="46528" y="53878"/>
                </a:cubicBezTo>
                <a:cubicBezTo>
                  <a:pt x="46528" y="53572"/>
                  <a:pt x="46374" y="53317"/>
                  <a:pt x="46170" y="53138"/>
                </a:cubicBezTo>
                <a:lnTo>
                  <a:pt x="46579" y="52500"/>
                </a:lnTo>
                <a:lnTo>
                  <a:pt x="53010" y="42419"/>
                </a:lnTo>
                <a:close/>
                <a:moveTo>
                  <a:pt x="52525" y="41832"/>
                </a:moveTo>
                <a:cubicBezTo>
                  <a:pt x="52525" y="41857"/>
                  <a:pt x="52551" y="41908"/>
                  <a:pt x="52551" y="41934"/>
                </a:cubicBezTo>
                <a:lnTo>
                  <a:pt x="42163" y="47753"/>
                </a:lnTo>
                <a:lnTo>
                  <a:pt x="34557" y="51990"/>
                </a:lnTo>
                <a:lnTo>
                  <a:pt x="34430" y="51990"/>
                </a:lnTo>
                <a:lnTo>
                  <a:pt x="34455" y="52041"/>
                </a:lnTo>
                <a:lnTo>
                  <a:pt x="26901" y="56277"/>
                </a:lnTo>
                <a:lnTo>
                  <a:pt x="23557" y="58141"/>
                </a:lnTo>
                <a:cubicBezTo>
                  <a:pt x="23379" y="57911"/>
                  <a:pt x="23098" y="57732"/>
                  <a:pt x="22792" y="57732"/>
                </a:cubicBezTo>
                <a:cubicBezTo>
                  <a:pt x="22690" y="57732"/>
                  <a:pt x="22613" y="57758"/>
                  <a:pt x="22536" y="57783"/>
                </a:cubicBezTo>
                <a:lnTo>
                  <a:pt x="19857" y="51096"/>
                </a:lnTo>
                <a:lnTo>
                  <a:pt x="18759" y="48391"/>
                </a:lnTo>
                <a:cubicBezTo>
                  <a:pt x="18938" y="48263"/>
                  <a:pt x="19065" y="48085"/>
                  <a:pt x="19065" y="47855"/>
                </a:cubicBezTo>
                <a:lnTo>
                  <a:pt x="24987" y="46783"/>
                </a:lnTo>
                <a:lnTo>
                  <a:pt x="52525" y="41832"/>
                </a:lnTo>
                <a:close/>
                <a:moveTo>
                  <a:pt x="54108" y="42215"/>
                </a:moveTo>
                <a:lnTo>
                  <a:pt x="74909" y="58421"/>
                </a:lnTo>
                <a:cubicBezTo>
                  <a:pt x="74909" y="58447"/>
                  <a:pt x="74883" y="58472"/>
                  <a:pt x="74883" y="58498"/>
                </a:cubicBezTo>
                <a:lnTo>
                  <a:pt x="60871" y="56226"/>
                </a:lnTo>
                <a:lnTo>
                  <a:pt x="53929" y="42368"/>
                </a:lnTo>
                <a:cubicBezTo>
                  <a:pt x="54006" y="42317"/>
                  <a:pt x="54057" y="42266"/>
                  <a:pt x="54108" y="42215"/>
                </a:cubicBezTo>
                <a:close/>
                <a:moveTo>
                  <a:pt x="60973" y="56456"/>
                </a:moveTo>
                <a:lnTo>
                  <a:pt x="74858" y="58702"/>
                </a:lnTo>
                <a:lnTo>
                  <a:pt x="63321" y="61203"/>
                </a:lnTo>
                <a:lnTo>
                  <a:pt x="60973" y="56456"/>
                </a:lnTo>
                <a:close/>
                <a:moveTo>
                  <a:pt x="46476" y="54134"/>
                </a:moveTo>
                <a:lnTo>
                  <a:pt x="60718" y="56405"/>
                </a:lnTo>
                <a:lnTo>
                  <a:pt x="63117" y="61229"/>
                </a:lnTo>
                <a:lnTo>
                  <a:pt x="58447" y="62250"/>
                </a:lnTo>
                <a:cubicBezTo>
                  <a:pt x="58370" y="61969"/>
                  <a:pt x="58115" y="61790"/>
                  <a:pt x="57808" y="61790"/>
                </a:cubicBezTo>
                <a:cubicBezTo>
                  <a:pt x="57604" y="61790"/>
                  <a:pt x="57426" y="61867"/>
                  <a:pt x="57298" y="61995"/>
                </a:cubicBezTo>
                <a:lnTo>
                  <a:pt x="46400" y="54338"/>
                </a:lnTo>
                <a:cubicBezTo>
                  <a:pt x="46425" y="54261"/>
                  <a:pt x="46451" y="54185"/>
                  <a:pt x="46476" y="54134"/>
                </a:cubicBezTo>
                <a:close/>
                <a:moveTo>
                  <a:pt x="1736" y="39203"/>
                </a:moveTo>
                <a:lnTo>
                  <a:pt x="4543" y="40683"/>
                </a:lnTo>
                <a:lnTo>
                  <a:pt x="17866" y="47676"/>
                </a:lnTo>
                <a:cubicBezTo>
                  <a:pt x="17840" y="47727"/>
                  <a:pt x="17815" y="47779"/>
                  <a:pt x="17815" y="47855"/>
                </a:cubicBezTo>
                <a:cubicBezTo>
                  <a:pt x="17815" y="47983"/>
                  <a:pt x="17866" y="48085"/>
                  <a:pt x="17917" y="48187"/>
                </a:cubicBezTo>
                <a:lnTo>
                  <a:pt x="1940" y="62530"/>
                </a:lnTo>
                <a:lnTo>
                  <a:pt x="1582" y="62862"/>
                </a:lnTo>
                <a:cubicBezTo>
                  <a:pt x="1429" y="62735"/>
                  <a:pt x="1251" y="62633"/>
                  <a:pt x="1046" y="62607"/>
                </a:cubicBezTo>
                <a:lnTo>
                  <a:pt x="1046" y="39611"/>
                </a:lnTo>
                <a:cubicBezTo>
                  <a:pt x="1327" y="39586"/>
                  <a:pt x="1582" y="39433"/>
                  <a:pt x="1736" y="39203"/>
                </a:cubicBezTo>
                <a:close/>
                <a:moveTo>
                  <a:pt x="18070" y="48340"/>
                </a:moveTo>
                <a:cubicBezTo>
                  <a:pt x="18172" y="48417"/>
                  <a:pt x="18300" y="48468"/>
                  <a:pt x="18453" y="48468"/>
                </a:cubicBezTo>
                <a:lnTo>
                  <a:pt x="18580" y="48468"/>
                </a:lnTo>
                <a:lnTo>
                  <a:pt x="22358" y="57860"/>
                </a:lnTo>
                <a:cubicBezTo>
                  <a:pt x="22051" y="58013"/>
                  <a:pt x="21847" y="58319"/>
                  <a:pt x="21847" y="58677"/>
                </a:cubicBezTo>
                <a:cubicBezTo>
                  <a:pt x="21847" y="58728"/>
                  <a:pt x="21847" y="58753"/>
                  <a:pt x="21847" y="58779"/>
                </a:cubicBezTo>
                <a:lnTo>
                  <a:pt x="1838" y="63245"/>
                </a:lnTo>
                <a:cubicBezTo>
                  <a:pt x="1812" y="63169"/>
                  <a:pt x="1761" y="63066"/>
                  <a:pt x="1710" y="62990"/>
                </a:cubicBezTo>
                <a:lnTo>
                  <a:pt x="7019" y="58243"/>
                </a:lnTo>
                <a:lnTo>
                  <a:pt x="18070" y="48340"/>
                </a:lnTo>
                <a:close/>
                <a:moveTo>
                  <a:pt x="46272" y="54491"/>
                </a:moveTo>
                <a:lnTo>
                  <a:pt x="57196" y="62173"/>
                </a:lnTo>
                <a:cubicBezTo>
                  <a:pt x="57145" y="62275"/>
                  <a:pt x="57119" y="62377"/>
                  <a:pt x="57119" y="62479"/>
                </a:cubicBezTo>
                <a:cubicBezTo>
                  <a:pt x="57119" y="62505"/>
                  <a:pt x="57119" y="62505"/>
                  <a:pt x="57119" y="62530"/>
                </a:cubicBezTo>
                <a:lnTo>
                  <a:pt x="46732" y="64776"/>
                </a:lnTo>
                <a:cubicBezTo>
                  <a:pt x="46604" y="64419"/>
                  <a:pt x="46298" y="64164"/>
                  <a:pt x="45915" y="64113"/>
                </a:cubicBezTo>
                <a:lnTo>
                  <a:pt x="45685" y="54823"/>
                </a:lnTo>
                <a:cubicBezTo>
                  <a:pt x="45915" y="54797"/>
                  <a:pt x="46145" y="54670"/>
                  <a:pt x="46272" y="54491"/>
                </a:cubicBezTo>
                <a:close/>
                <a:moveTo>
                  <a:pt x="99206" y="51607"/>
                </a:moveTo>
                <a:lnTo>
                  <a:pt x="118960" y="60872"/>
                </a:lnTo>
                <a:cubicBezTo>
                  <a:pt x="118935" y="60948"/>
                  <a:pt x="118935" y="61025"/>
                  <a:pt x="118935" y="61101"/>
                </a:cubicBezTo>
                <a:cubicBezTo>
                  <a:pt x="118935" y="61127"/>
                  <a:pt x="118935" y="61127"/>
                  <a:pt x="118935" y="61152"/>
                </a:cubicBezTo>
                <a:lnTo>
                  <a:pt x="103009" y="64802"/>
                </a:lnTo>
                <a:lnTo>
                  <a:pt x="98772" y="51990"/>
                </a:lnTo>
                <a:cubicBezTo>
                  <a:pt x="98951" y="51913"/>
                  <a:pt x="99104" y="51760"/>
                  <a:pt x="99206" y="51607"/>
                </a:cubicBezTo>
                <a:close/>
                <a:moveTo>
                  <a:pt x="34685" y="52219"/>
                </a:moveTo>
                <a:lnTo>
                  <a:pt x="44639" y="53827"/>
                </a:lnTo>
                <a:cubicBezTo>
                  <a:pt x="44639" y="53853"/>
                  <a:pt x="44639" y="53853"/>
                  <a:pt x="44639" y="53878"/>
                </a:cubicBezTo>
                <a:cubicBezTo>
                  <a:pt x="44639" y="54185"/>
                  <a:pt x="44766" y="54440"/>
                  <a:pt x="44996" y="54619"/>
                </a:cubicBezTo>
                <a:lnTo>
                  <a:pt x="40989" y="60897"/>
                </a:lnTo>
                <a:lnTo>
                  <a:pt x="37493" y="66333"/>
                </a:lnTo>
                <a:cubicBezTo>
                  <a:pt x="37416" y="66308"/>
                  <a:pt x="37339" y="66282"/>
                  <a:pt x="37237" y="66257"/>
                </a:cubicBezTo>
                <a:lnTo>
                  <a:pt x="34685" y="52219"/>
                </a:lnTo>
                <a:close/>
                <a:moveTo>
                  <a:pt x="34481" y="52270"/>
                </a:moveTo>
                <a:lnTo>
                  <a:pt x="37033" y="66282"/>
                </a:lnTo>
                <a:cubicBezTo>
                  <a:pt x="36906" y="66308"/>
                  <a:pt x="36778" y="66359"/>
                  <a:pt x="36676" y="66461"/>
                </a:cubicBezTo>
                <a:lnTo>
                  <a:pt x="23659" y="59059"/>
                </a:lnTo>
                <a:cubicBezTo>
                  <a:pt x="23710" y="58957"/>
                  <a:pt x="23736" y="58830"/>
                  <a:pt x="23736" y="58677"/>
                </a:cubicBezTo>
                <a:cubicBezTo>
                  <a:pt x="23736" y="58549"/>
                  <a:pt x="23710" y="58421"/>
                  <a:pt x="23659" y="58319"/>
                </a:cubicBezTo>
                <a:lnTo>
                  <a:pt x="34481" y="52270"/>
                </a:lnTo>
                <a:close/>
                <a:moveTo>
                  <a:pt x="97624" y="51683"/>
                </a:moveTo>
                <a:cubicBezTo>
                  <a:pt x="97726" y="51811"/>
                  <a:pt x="97879" y="51939"/>
                  <a:pt x="98057" y="51990"/>
                </a:cubicBezTo>
                <a:lnTo>
                  <a:pt x="94229" y="66206"/>
                </a:lnTo>
                <a:lnTo>
                  <a:pt x="94127" y="66206"/>
                </a:lnTo>
                <a:cubicBezTo>
                  <a:pt x="93872" y="66206"/>
                  <a:pt x="93668" y="66333"/>
                  <a:pt x="93540" y="66538"/>
                </a:cubicBezTo>
                <a:lnTo>
                  <a:pt x="81162" y="61101"/>
                </a:lnTo>
                <a:lnTo>
                  <a:pt x="97624" y="51683"/>
                </a:lnTo>
                <a:close/>
                <a:moveTo>
                  <a:pt x="98593" y="52041"/>
                </a:moveTo>
                <a:lnTo>
                  <a:pt x="102805" y="64828"/>
                </a:lnTo>
                <a:lnTo>
                  <a:pt x="94791" y="66665"/>
                </a:lnTo>
                <a:cubicBezTo>
                  <a:pt x="94714" y="66486"/>
                  <a:pt x="94586" y="66333"/>
                  <a:pt x="94408" y="66257"/>
                </a:cubicBezTo>
                <a:lnTo>
                  <a:pt x="98236" y="52041"/>
                </a:lnTo>
                <a:cubicBezTo>
                  <a:pt x="98287" y="52066"/>
                  <a:pt x="98338" y="52066"/>
                  <a:pt x="98389" y="52066"/>
                </a:cubicBezTo>
                <a:cubicBezTo>
                  <a:pt x="98466" y="52066"/>
                  <a:pt x="98517" y="52066"/>
                  <a:pt x="98593" y="52041"/>
                </a:cubicBezTo>
                <a:close/>
                <a:moveTo>
                  <a:pt x="45149" y="54721"/>
                </a:moveTo>
                <a:cubicBezTo>
                  <a:pt x="45251" y="54772"/>
                  <a:pt x="45379" y="54797"/>
                  <a:pt x="45507" y="54823"/>
                </a:cubicBezTo>
                <a:lnTo>
                  <a:pt x="45711" y="64138"/>
                </a:lnTo>
                <a:cubicBezTo>
                  <a:pt x="45251" y="64189"/>
                  <a:pt x="44894" y="64572"/>
                  <a:pt x="44894" y="65057"/>
                </a:cubicBezTo>
                <a:cubicBezTo>
                  <a:pt x="44894" y="65108"/>
                  <a:pt x="44894" y="65134"/>
                  <a:pt x="44894" y="65159"/>
                </a:cubicBezTo>
                <a:lnTo>
                  <a:pt x="37850" y="66691"/>
                </a:lnTo>
                <a:cubicBezTo>
                  <a:pt x="37799" y="66589"/>
                  <a:pt x="37748" y="66512"/>
                  <a:pt x="37671" y="66461"/>
                </a:cubicBezTo>
                <a:lnTo>
                  <a:pt x="40223" y="62454"/>
                </a:lnTo>
                <a:lnTo>
                  <a:pt x="45149" y="54721"/>
                </a:lnTo>
                <a:close/>
                <a:moveTo>
                  <a:pt x="74909" y="58906"/>
                </a:moveTo>
                <a:cubicBezTo>
                  <a:pt x="74909" y="58957"/>
                  <a:pt x="74960" y="59008"/>
                  <a:pt x="74985" y="59059"/>
                </a:cubicBezTo>
                <a:lnTo>
                  <a:pt x="67635" y="68248"/>
                </a:lnTo>
                <a:cubicBezTo>
                  <a:pt x="67507" y="68145"/>
                  <a:pt x="67328" y="68094"/>
                  <a:pt x="67150" y="68094"/>
                </a:cubicBezTo>
                <a:cubicBezTo>
                  <a:pt x="67022" y="68094"/>
                  <a:pt x="66920" y="68120"/>
                  <a:pt x="66818" y="68145"/>
                </a:cubicBezTo>
                <a:lnTo>
                  <a:pt x="63423" y="61382"/>
                </a:lnTo>
                <a:lnTo>
                  <a:pt x="74909" y="58906"/>
                </a:lnTo>
                <a:close/>
                <a:moveTo>
                  <a:pt x="63219" y="61408"/>
                </a:moveTo>
                <a:lnTo>
                  <a:pt x="66614" y="68248"/>
                </a:lnTo>
                <a:cubicBezTo>
                  <a:pt x="66563" y="68299"/>
                  <a:pt x="66486" y="68350"/>
                  <a:pt x="66435" y="68426"/>
                </a:cubicBezTo>
                <a:lnTo>
                  <a:pt x="58421" y="62786"/>
                </a:lnTo>
                <a:cubicBezTo>
                  <a:pt x="58472" y="62709"/>
                  <a:pt x="58498" y="62582"/>
                  <a:pt x="58498" y="62479"/>
                </a:cubicBezTo>
                <a:cubicBezTo>
                  <a:pt x="58498" y="62454"/>
                  <a:pt x="58498" y="62454"/>
                  <a:pt x="58498" y="62428"/>
                </a:cubicBezTo>
                <a:lnTo>
                  <a:pt x="63219" y="61408"/>
                </a:lnTo>
                <a:close/>
                <a:moveTo>
                  <a:pt x="75878" y="59008"/>
                </a:moveTo>
                <a:lnTo>
                  <a:pt x="80728" y="61127"/>
                </a:lnTo>
                <a:lnTo>
                  <a:pt x="67915" y="68477"/>
                </a:lnTo>
                <a:cubicBezTo>
                  <a:pt x="67864" y="68452"/>
                  <a:pt x="67839" y="68401"/>
                  <a:pt x="67813" y="68375"/>
                </a:cubicBezTo>
                <a:lnTo>
                  <a:pt x="75138" y="59187"/>
                </a:lnTo>
                <a:cubicBezTo>
                  <a:pt x="75215" y="59213"/>
                  <a:pt x="75317" y="59238"/>
                  <a:pt x="75419" y="59238"/>
                </a:cubicBezTo>
                <a:cubicBezTo>
                  <a:pt x="75598" y="59238"/>
                  <a:pt x="75776" y="59136"/>
                  <a:pt x="75878" y="59008"/>
                </a:cubicBezTo>
                <a:close/>
                <a:moveTo>
                  <a:pt x="80957" y="61229"/>
                </a:moveTo>
                <a:lnTo>
                  <a:pt x="93463" y="66716"/>
                </a:lnTo>
                <a:cubicBezTo>
                  <a:pt x="93438" y="66767"/>
                  <a:pt x="93438" y="66818"/>
                  <a:pt x="93438" y="66869"/>
                </a:cubicBezTo>
                <a:lnTo>
                  <a:pt x="84964" y="67533"/>
                </a:lnTo>
                <a:lnTo>
                  <a:pt x="68069" y="68860"/>
                </a:lnTo>
                <a:cubicBezTo>
                  <a:pt x="68043" y="68783"/>
                  <a:pt x="68017" y="68732"/>
                  <a:pt x="67992" y="68656"/>
                </a:cubicBezTo>
                <a:lnTo>
                  <a:pt x="80957" y="61229"/>
                </a:lnTo>
                <a:close/>
                <a:moveTo>
                  <a:pt x="118986" y="61356"/>
                </a:moveTo>
                <a:lnTo>
                  <a:pt x="110997" y="65746"/>
                </a:lnTo>
                <a:lnTo>
                  <a:pt x="104515" y="69345"/>
                </a:lnTo>
                <a:lnTo>
                  <a:pt x="103060" y="64981"/>
                </a:lnTo>
                <a:lnTo>
                  <a:pt x="118986" y="61356"/>
                </a:lnTo>
                <a:close/>
                <a:moveTo>
                  <a:pt x="23557" y="59238"/>
                </a:moveTo>
                <a:lnTo>
                  <a:pt x="36548" y="66614"/>
                </a:lnTo>
                <a:cubicBezTo>
                  <a:pt x="36497" y="66742"/>
                  <a:pt x="36446" y="66844"/>
                  <a:pt x="36446" y="66997"/>
                </a:cubicBezTo>
                <a:cubicBezTo>
                  <a:pt x="36446" y="67227"/>
                  <a:pt x="36574" y="67456"/>
                  <a:pt x="36752" y="67584"/>
                </a:cubicBezTo>
                <a:lnTo>
                  <a:pt x="34175" y="72050"/>
                </a:lnTo>
                <a:lnTo>
                  <a:pt x="23481" y="59340"/>
                </a:lnTo>
                <a:cubicBezTo>
                  <a:pt x="23506" y="59315"/>
                  <a:pt x="23532" y="59264"/>
                  <a:pt x="23557" y="59238"/>
                </a:cubicBezTo>
                <a:close/>
                <a:moveTo>
                  <a:pt x="119088" y="61535"/>
                </a:moveTo>
                <a:cubicBezTo>
                  <a:pt x="119088" y="61561"/>
                  <a:pt x="119114" y="61586"/>
                  <a:pt x="119139" y="61612"/>
                </a:cubicBezTo>
                <a:lnTo>
                  <a:pt x="111891" y="71412"/>
                </a:lnTo>
                <a:lnTo>
                  <a:pt x="107705" y="77078"/>
                </a:lnTo>
                <a:cubicBezTo>
                  <a:pt x="107552" y="77002"/>
                  <a:pt x="107399" y="76951"/>
                  <a:pt x="107220" y="76951"/>
                </a:cubicBezTo>
                <a:cubicBezTo>
                  <a:pt x="107143" y="76951"/>
                  <a:pt x="107092" y="76951"/>
                  <a:pt x="107016" y="76976"/>
                </a:cubicBezTo>
                <a:lnTo>
                  <a:pt x="104566" y="69524"/>
                </a:lnTo>
                <a:lnTo>
                  <a:pt x="111431" y="65746"/>
                </a:lnTo>
                <a:lnTo>
                  <a:pt x="119088" y="61535"/>
                </a:lnTo>
                <a:close/>
                <a:moveTo>
                  <a:pt x="119981" y="61739"/>
                </a:moveTo>
                <a:lnTo>
                  <a:pt x="127664" y="73199"/>
                </a:lnTo>
                <a:lnTo>
                  <a:pt x="123172" y="78916"/>
                </a:lnTo>
                <a:lnTo>
                  <a:pt x="108164" y="77869"/>
                </a:lnTo>
                <a:cubicBezTo>
                  <a:pt x="108164" y="77614"/>
                  <a:pt x="108037" y="77385"/>
                  <a:pt x="107858" y="77206"/>
                </a:cubicBezTo>
                <a:lnTo>
                  <a:pt x="119318" y="61739"/>
                </a:lnTo>
                <a:cubicBezTo>
                  <a:pt x="119420" y="61790"/>
                  <a:pt x="119547" y="61816"/>
                  <a:pt x="119675" y="61816"/>
                </a:cubicBezTo>
                <a:cubicBezTo>
                  <a:pt x="119777" y="61816"/>
                  <a:pt x="119879" y="61790"/>
                  <a:pt x="119981" y="61739"/>
                </a:cubicBezTo>
                <a:close/>
                <a:moveTo>
                  <a:pt x="142288" y="55027"/>
                </a:moveTo>
                <a:cubicBezTo>
                  <a:pt x="142288" y="55052"/>
                  <a:pt x="142314" y="55052"/>
                  <a:pt x="142339" y="55052"/>
                </a:cubicBezTo>
                <a:lnTo>
                  <a:pt x="132283" y="78916"/>
                </a:lnTo>
                <a:cubicBezTo>
                  <a:pt x="132232" y="78916"/>
                  <a:pt x="132156" y="78890"/>
                  <a:pt x="132105" y="78890"/>
                </a:cubicBezTo>
                <a:cubicBezTo>
                  <a:pt x="131977" y="78890"/>
                  <a:pt x="131875" y="78916"/>
                  <a:pt x="131773" y="78967"/>
                </a:cubicBezTo>
                <a:lnTo>
                  <a:pt x="127919" y="73224"/>
                </a:lnTo>
                <a:lnTo>
                  <a:pt x="142288" y="55027"/>
                </a:lnTo>
                <a:close/>
                <a:moveTo>
                  <a:pt x="102881" y="65032"/>
                </a:moveTo>
                <a:lnTo>
                  <a:pt x="104336" y="69422"/>
                </a:lnTo>
                <a:lnTo>
                  <a:pt x="86955" y="78992"/>
                </a:lnTo>
                <a:cubicBezTo>
                  <a:pt x="86930" y="78967"/>
                  <a:pt x="86904" y="78941"/>
                  <a:pt x="86879" y="78916"/>
                </a:cubicBezTo>
                <a:lnTo>
                  <a:pt x="91268" y="71770"/>
                </a:lnTo>
                <a:lnTo>
                  <a:pt x="93846" y="67558"/>
                </a:lnTo>
                <a:cubicBezTo>
                  <a:pt x="93923" y="67609"/>
                  <a:pt x="94025" y="67609"/>
                  <a:pt x="94127" y="67609"/>
                </a:cubicBezTo>
                <a:cubicBezTo>
                  <a:pt x="94510" y="67609"/>
                  <a:pt x="94842" y="67303"/>
                  <a:pt x="94842" y="66920"/>
                </a:cubicBezTo>
                <a:cubicBezTo>
                  <a:pt x="94842" y="66895"/>
                  <a:pt x="94842" y="66869"/>
                  <a:pt x="94842" y="66844"/>
                </a:cubicBezTo>
                <a:lnTo>
                  <a:pt x="102881" y="65032"/>
                </a:lnTo>
                <a:close/>
                <a:moveTo>
                  <a:pt x="104387" y="69626"/>
                </a:moveTo>
                <a:lnTo>
                  <a:pt x="106837" y="77053"/>
                </a:lnTo>
                <a:cubicBezTo>
                  <a:pt x="106531" y="77180"/>
                  <a:pt x="106301" y="77512"/>
                  <a:pt x="106276" y="77869"/>
                </a:cubicBezTo>
                <a:lnTo>
                  <a:pt x="87083" y="79222"/>
                </a:lnTo>
                <a:cubicBezTo>
                  <a:pt x="87083" y="79197"/>
                  <a:pt x="87057" y="79197"/>
                  <a:pt x="87057" y="79171"/>
                </a:cubicBezTo>
                <a:lnTo>
                  <a:pt x="104387" y="69626"/>
                </a:lnTo>
                <a:close/>
                <a:moveTo>
                  <a:pt x="142518" y="55129"/>
                </a:moveTo>
                <a:cubicBezTo>
                  <a:pt x="142569" y="55155"/>
                  <a:pt x="142620" y="55180"/>
                  <a:pt x="142696" y="55180"/>
                </a:cubicBezTo>
                <a:lnTo>
                  <a:pt x="142696" y="77818"/>
                </a:lnTo>
                <a:lnTo>
                  <a:pt x="132794" y="79426"/>
                </a:lnTo>
                <a:cubicBezTo>
                  <a:pt x="132743" y="79248"/>
                  <a:pt x="132640" y="79095"/>
                  <a:pt x="132462" y="78992"/>
                </a:cubicBezTo>
                <a:lnTo>
                  <a:pt x="142518" y="55129"/>
                </a:lnTo>
                <a:close/>
                <a:moveTo>
                  <a:pt x="127791" y="73378"/>
                </a:moveTo>
                <a:lnTo>
                  <a:pt x="131620" y="79069"/>
                </a:lnTo>
                <a:cubicBezTo>
                  <a:pt x="131492" y="79171"/>
                  <a:pt x="131415" y="79324"/>
                  <a:pt x="131364" y="79477"/>
                </a:cubicBezTo>
                <a:lnTo>
                  <a:pt x="128914" y="79299"/>
                </a:lnTo>
                <a:lnTo>
                  <a:pt x="123401" y="78916"/>
                </a:lnTo>
                <a:lnTo>
                  <a:pt x="127791" y="73378"/>
                </a:lnTo>
                <a:close/>
                <a:moveTo>
                  <a:pt x="58319" y="62964"/>
                </a:moveTo>
                <a:lnTo>
                  <a:pt x="63959" y="66920"/>
                </a:lnTo>
                <a:lnTo>
                  <a:pt x="66307" y="68579"/>
                </a:lnTo>
                <a:cubicBezTo>
                  <a:pt x="66231" y="68707"/>
                  <a:pt x="66205" y="68860"/>
                  <a:pt x="66205" y="69039"/>
                </a:cubicBezTo>
                <a:cubicBezTo>
                  <a:pt x="66205" y="69447"/>
                  <a:pt x="66461" y="69779"/>
                  <a:pt x="66818" y="69906"/>
                </a:cubicBezTo>
                <a:lnTo>
                  <a:pt x="64674" y="78023"/>
                </a:lnTo>
                <a:lnTo>
                  <a:pt x="64113" y="80218"/>
                </a:lnTo>
                <a:lnTo>
                  <a:pt x="64010" y="80218"/>
                </a:lnTo>
                <a:cubicBezTo>
                  <a:pt x="63959" y="80218"/>
                  <a:pt x="63934" y="80218"/>
                  <a:pt x="63883" y="80243"/>
                </a:cubicBezTo>
                <a:lnTo>
                  <a:pt x="58115" y="63092"/>
                </a:lnTo>
                <a:cubicBezTo>
                  <a:pt x="58191" y="63066"/>
                  <a:pt x="58268" y="63015"/>
                  <a:pt x="58319" y="62964"/>
                </a:cubicBezTo>
                <a:close/>
                <a:moveTo>
                  <a:pt x="57145" y="62735"/>
                </a:moveTo>
                <a:cubicBezTo>
                  <a:pt x="57247" y="62990"/>
                  <a:pt x="57502" y="63169"/>
                  <a:pt x="57808" y="63169"/>
                </a:cubicBezTo>
                <a:lnTo>
                  <a:pt x="57936" y="63169"/>
                </a:lnTo>
                <a:lnTo>
                  <a:pt x="63704" y="80294"/>
                </a:lnTo>
                <a:cubicBezTo>
                  <a:pt x="63628" y="80320"/>
                  <a:pt x="63577" y="80371"/>
                  <a:pt x="63551" y="80396"/>
                </a:cubicBezTo>
                <a:lnTo>
                  <a:pt x="46604" y="65619"/>
                </a:lnTo>
                <a:cubicBezTo>
                  <a:pt x="46706" y="65440"/>
                  <a:pt x="46783" y="65261"/>
                  <a:pt x="46783" y="65057"/>
                </a:cubicBezTo>
                <a:cubicBezTo>
                  <a:pt x="46783" y="65032"/>
                  <a:pt x="46783" y="65006"/>
                  <a:pt x="46757" y="64955"/>
                </a:cubicBezTo>
                <a:lnTo>
                  <a:pt x="57145" y="62735"/>
                </a:lnTo>
                <a:close/>
                <a:moveTo>
                  <a:pt x="93438" y="67073"/>
                </a:moveTo>
                <a:cubicBezTo>
                  <a:pt x="93438" y="67073"/>
                  <a:pt x="93463" y="67099"/>
                  <a:pt x="93463" y="67125"/>
                </a:cubicBezTo>
                <a:lnTo>
                  <a:pt x="79426" y="73658"/>
                </a:lnTo>
                <a:lnTo>
                  <a:pt x="64623" y="80549"/>
                </a:lnTo>
                <a:cubicBezTo>
                  <a:pt x="64546" y="80422"/>
                  <a:pt x="64444" y="80320"/>
                  <a:pt x="64291" y="80269"/>
                </a:cubicBezTo>
                <a:lnTo>
                  <a:pt x="66205" y="72969"/>
                </a:lnTo>
                <a:lnTo>
                  <a:pt x="66997" y="69958"/>
                </a:lnTo>
                <a:cubicBezTo>
                  <a:pt x="67048" y="69983"/>
                  <a:pt x="67099" y="69983"/>
                  <a:pt x="67124" y="69983"/>
                </a:cubicBezTo>
                <a:cubicBezTo>
                  <a:pt x="67660" y="69983"/>
                  <a:pt x="68069" y="69575"/>
                  <a:pt x="68069" y="69064"/>
                </a:cubicBezTo>
                <a:lnTo>
                  <a:pt x="87670" y="67507"/>
                </a:lnTo>
                <a:lnTo>
                  <a:pt x="93438" y="67073"/>
                </a:lnTo>
                <a:close/>
                <a:moveTo>
                  <a:pt x="93540" y="67303"/>
                </a:moveTo>
                <a:cubicBezTo>
                  <a:pt x="93566" y="67354"/>
                  <a:pt x="93617" y="67405"/>
                  <a:pt x="93693" y="67456"/>
                </a:cubicBezTo>
                <a:lnTo>
                  <a:pt x="86725" y="78814"/>
                </a:lnTo>
                <a:cubicBezTo>
                  <a:pt x="86649" y="78788"/>
                  <a:pt x="86572" y="78763"/>
                  <a:pt x="86496" y="78763"/>
                </a:cubicBezTo>
                <a:cubicBezTo>
                  <a:pt x="86190" y="78763"/>
                  <a:pt x="85934" y="78992"/>
                  <a:pt x="85909" y="79299"/>
                </a:cubicBezTo>
                <a:lnTo>
                  <a:pt x="64725" y="80805"/>
                </a:lnTo>
                <a:cubicBezTo>
                  <a:pt x="64725" y="80779"/>
                  <a:pt x="64725" y="80754"/>
                  <a:pt x="64700" y="80728"/>
                </a:cubicBezTo>
                <a:lnTo>
                  <a:pt x="79656" y="73760"/>
                </a:lnTo>
                <a:lnTo>
                  <a:pt x="93540" y="67303"/>
                </a:lnTo>
                <a:close/>
                <a:moveTo>
                  <a:pt x="23328" y="59468"/>
                </a:moveTo>
                <a:lnTo>
                  <a:pt x="34073" y="72229"/>
                </a:lnTo>
                <a:lnTo>
                  <a:pt x="28432" y="82081"/>
                </a:lnTo>
                <a:cubicBezTo>
                  <a:pt x="28304" y="82030"/>
                  <a:pt x="28177" y="81979"/>
                  <a:pt x="28049" y="81979"/>
                </a:cubicBezTo>
                <a:cubicBezTo>
                  <a:pt x="27998" y="81979"/>
                  <a:pt x="27973" y="82004"/>
                  <a:pt x="27947" y="82004"/>
                </a:cubicBezTo>
                <a:lnTo>
                  <a:pt x="24323" y="65312"/>
                </a:lnTo>
                <a:lnTo>
                  <a:pt x="23072" y="59570"/>
                </a:lnTo>
                <a:cubicBezTo>
                  <a:pt x="23174" y="59544"/>
                  <a:pt x="23251" y="59519"/>
                  <a:pt x="23328" y="59468"/>
                </a:cubicBezTo>
                <a:close/>
                <a:moveTo>
                  <a:pt x="21898" y="58983"/>
                </a:moveTo>
                <a:cubicBezTo>
                  <a:pt x="22026" y="59366"/>
                  <a:pt x="22383" y="59621"/>
                  <a:pt x="22792" y="59621"/>
                </a:cubicBezTo>
                <a:lnTo>
                  <a:pt x="22894" y="59621"/>
                </a:lnTo>
                <a:lnTo>
                  <a:pt x="27743" y="82055"/>
                </a:lnTo>
                <a:cubicBezTo>
                  <a:pt x="27590" y="82106"/>
                  <a:pt x="27437" y="82183"/>
                  <a:pt x="27335" y="82310"/>
                </a:cubicBezTo>
                <a:lnTo>
                  <a:pt x="1761" y="64011"/>
                </a:lnTo>
                <a:cubicBezTo>
                  <a:pt x="1838" y="63883"/>
                  <a:pt x="1889" y="63730"/>
                  <a:pt x="1889" y="63551"/>
                </a:cubicBezTo>
                <a:cubicBezTo>
                  <a:pt x="1889" y="63526"/>
                  <a:pt x="1889" y="63475"/>
                  <a:pt x="1889" y="63449"/>
                </a:cubicBezTo>
                <a:lnTo>
                  <a:pt x="21898" y="58983"/>
                </a:lnTo>
                <a:close/>
                <a:moveTo>
                  <a:pt x="1659" y="64189"/>
                </a:moveTo>
                <a:lnTo>
                  <a:pt x="20061" y="77359"/>
                </a:lnTo>
                <a:lnTo>
                  <a:pt x="27207" y="82464"/>
                </a:lnTo>
                <a:cubicBezTo>
                  <a:pt x="27181" y="82515"/>
                  <a:pt x="27156" y="82566"/>
                  <a:pt x="27156" y="82617"/>
                </a:cubicBezTo>
                <a:lnTo>
                  <a:pt x="1582" y="76746"/>
                </a:lnTo>
                <a:cubicBezTo>
                  <a:pt x="1582" y="76721"/>
                  <a:pt x="1582" y="76721"/>
                  <a:pt x="1582" y="76695"/>
                </a:cubicBezTo>
                <a:cubicBezTo>
                  <a:pt x="1582" y="76389"/>
                  <a:pt x="1353" y="76108"/>
                  <a:pt x="1046" y="76057"/>
                </a:cubicBezTo>
                <a:lnTo>
                  <a:pt x="1046" y="64496"/>
                </a:lnTo>
                <a:cubicBezTo>
                  <a:pt x="1276" y="64470"/>
                  <a:pt x="1506" y="64343"/>
                  <a:pt x="1659" y="64189"/>
                </a:cubicBezTo>
                <a:close/>
                <a:moveTo>
                  <a:pt x="142339" y="78074"/>
                </a:moveTo>
                <a:lnTo>
                  <a:pt x="132283" y="84684"/>
                </a:lnTo>
                <a:cubicBezTo>
                  <a:pt x="132130" y="84531"/>
                  <a:pt x="131951" y="84403"/>
                  <a:pt x="131747" y="84378"/>
                </a:cubicBezTo>
                <a:lnTo>
                  <a:pt x="132130" y="80371"/>
                </a:lnTo>
                <a:cubicBezTo>
                  <a:pt x="132513" y="80345"/>
                  <a:pt x="132845" y="80039"/>
                  <a:pt x="132845" y="79631"/>
                </a:cubicBezTo>
                <a:cubicBezTo>
                  <a:pt x="132819" y="79631"/>
                  <a:pt x="132819" y="79605"/>
                  <a:pt x="132819" y="79605"/>
                </a:cubicBezTo>
                <a:lnTo>
                  <a:pt x="142339" y="78074"/>
                </a:lnTo>
                <a:close/>
                <a:moveTo>
                  <a:pt x="142671" y="78074"/>
                </a:moveTo>
                <a:lnTo>
                  <a:pt x="142671" y="82489"/>
                </a:lnTo>
                <a:lnTo>
                  <a:pt x="142696" y="82489"/>
                </a:lnTo>
                <a:lnTo>
                  <a:pt x="132436" y="84965"/>
                </a:lnTo>
                <a:cubicBezTo>
                  <a:pt x="132411" y="84939"/>
                  <a:pt x="132411" y="84888"/>
                  <a:pt x="132385" y="84863"/>
                </a:cubicBezTo>
                <a:lnTo>
                  <a:pt x="142671" y="78074"/>
                </a:lnTo>
                <a:close/>
                <a:moveTo>
                  <a:pt x="106301" y="78074"/>
                </a:moveTo>
                <a:cubicBezTo>
                  <a:pt x="106301" y="78099"/>
                  <a:pt x="106327" y="78125"/>
                  <a:pt x="106327" y="78176"/>
                </a:cubicBezTo>
                <a:lnTo>
                  <a:pt x="87874" y="85807"/>
                </a:lnTo>
                <a:lnTo>
                  <a:pt x="86700" y="79937"/>
                </a:lnTo>
                <a:cubicBezTo>
                  <a:pt x="86904" y="79835"/>
                  <a:pt x="87057" y="79656"/>
                  <a:pt x="87083" y="79426"/>
                </a:cubicBezTo>
                <a:lnTo>
                  <a:pt x="94535" y="78890"/>
                </a:lnTo>
                <a:lnTo>
                  <a:pt x="106301" y="78074"/>
                </a:lnTo>
                <a:close/>
                <a:moveTo>
                  <a:pt x="37493" y="67660"/>
                </a:moveTo>
                <a:lnTo>
                  <a:pt x="45941" y="86011"/>
                </a:lnTo>
                <a:lnTo>
                  <a:pt x="34328" y="72203"/>
                </a:lnTo>
                <a:lnTo>
                  <a:pt x="36931" y="67686"/>
                </a:lnTo>
                <a:cubicBezTo>
                  <a:pt x="37008" y="67712"/>
                  <a:pt x="37084" y="67737"/>
                  <a:pt x="37186" y="67737"/>
                </a:cubicBezTo>
                <a:cubicBezTo>
                  <a:pt x="37288" y="67737"/>
                  <a:pt x="37390" y="67712"/>
                  <a:pt x="37493" y="67660"/>
                </a:cubicBezTo>
                <a:close/>
                <a:moveTo>
                  <a:pt x="44945" y="65363"/>
                </a:moveTo>
                <a:cubicBezTo>
                  <a:pt x="45047" y="65695"/>
                  <a:pt x="45379" y="65976"/>
                  <a:pt x="45762" y="66002"/>
                </a:cubicBezTo>
                <a:lnTo>
                  <a:pt x="46221" y="86011"/>
                </a:lnTo>
                <a:cubicBezTo>
                  <a:pt x="46196" y="86011"/>
                  <a:pt x="46196" y="86037"/>
                  <a:pt x="46170" y="86037"/>
                </a:cubicBezTo>
                <a:lnTo>
                  <a:pt x="37646" y="67533"/>
                </a:lnTo>
                <a:cubicBezTo>
                  <a:pt x="37824" y="67405"/>
                  <a:pt x="37901" y="67201"/>
                  <a:pt x="37901" y="66997"/>
                </a:cubicBezTo>
                <a:cubicBezTo>
                  <a:pt x="37901" y="66946"/>
                  <a:pt x="37901" y="66920"/>
                  <a:pt x="37901" y="66869"/>
                </a:cubicBezTo>
                <a:lnTo>
                  <a:pt x="44945" y="65363"/>
                </a:lnTo>
                <a:close/>
                <a:moveTo>
                  <a:pt x="46476" y="65746"/>
                </a:moveTo>
                <a:lnTo>
                  <a:pt x="63398" y="80549"/>
                </a:lnTo>
                <a:cubicBezTo>
                  <a:pt x="63321" y="80651"/>
                  <a:pt x="63296" y="80805"/>
                  <a:pt x="63296" y="80958"/>
                </a:cubicBezTo>
                <a:cubicBezTo>
                  <a:pt x="63296" y="80983"/>
                  <a:pt x="63296" y="81034"/>
                  <a:pt x="63296" y="81085"/>
                </a:cubicBezTo>
                <a:lnTo>
                  <a:pt x="54031" y="84046"/>
                </a:lnTo>
                <a:lnTo>
                  <a:pt x="46885" y="86343"/>
                </a:lnTo>
                <a:cubicBezTo>
                  <a:pt x="46808" y="86164"/>
                  <a:pt x="46630" y="86037"/>
                  <a:pt x="46425" y="86011"/>
                </a:cubicBezTo>
                <a:lnTo>
                  <a:pt x="46272" y="80166"/>
                </a:lnTo>
                <a:lnTo>
                  <a:pt x="45941" y="66002"/>
                </a:lnTo>
                <a:cubicBezTo>
                  <a:pt x="46145" y="65976"/>
                  <a:pt x="46323" y="65874"/>
                  <a:pt x="46476" y="65746"/>
                </a:cubicBezTo>
                <a:close/>
                <a:moveTo>
                  <a:pt x="34226" y="72408"/>
                </a:moveTo>
                <a:lnTo>
                  <a:pt x="45864" y="86215"/>
                </a:lnTo>
                <a:cubicBezTo>
                  <a:pt x="45813" y="86266"/>
                  <a:pt x="45787" y="86343"/>
                  <a:pt x="45762" y="86419"/>
                </a:cubicBezTo>
                <a:lnTo>
                  <a:pt x="28968" y="83025"/>
                </a:lnTo>
                <a:cubicBezTo>
                  <a:pt x="28968" y="82999"/>
                  <a:pt x="28994" y="82974"/>
                  <a:pt x="28994" y="82948"/>
                </a:cubicBezTo>
                <a:cubicBezTo>
                  <a:pt x="28994" y="82617"/>
                  <a:pt x="28815" y="82361"/>
                  <a:pt x="28585" y="82183"/>
                </a:cubicBezTo>
                <a:lnTo>
                  <a:pt x="34226" y="72408"/>
                </a:lnTo>
                <a:close/>
                <a:moveTo>
                  <a:pt x="85909" y="79503"/>
                </a:moveTo>
                <a:cubicBezTo>
                  <a:pt x="85934" y="79631"/>
                  <a:pt x="86011" y="79733"/>
                  <a:pt x="86113" y="79809"/>
                </a:cubicBezTo>
                <a:lnTo>
                  <a:pt x="81059" y="88053"/>
                </a:lnTo>
                <a:cubicBezTo>
                  <a:pt x="80932" y="87976"/>
                  <a:pt x="80804" y="87951"/>
                  <a:pt x="80651" y="87951"/>
                </a:cubicBezTo>
                <a:cubicBezTo>
                  <a:pt x="80319" y="87951"/>
                  <a:pt x="80013" y="88129"/>
                  <a:pt x="79860" y="88410"/>
                </a:cubicBezTo>
                <a:lnTo>
                  <a:pt x="72509" y="84888"/>
                </a:lnTo>
                <a:lnTo>
                  <a:pt x="64700" y="81162"/>
                </a:lnTo>
                <a:cubicBezTo>
                  <a:pt x="64725" y="81111"/>
                  <a:pt x="64751" y="81060"/>
                  <a:pt x="64751" y="81009"/>
                </a:cubicBezTo>
                <a:lnTo>
                  <a:pt x="85909" y="79503"/>
                </a:lnTo>
                <a:close/>
                <a:moveTo>
                  <a:pt x="86266" y="79911"/>
                </a:moveTo>
                <a:cubicBezTo>
                  <a:pt x="86343" y="79937"/>
                  <a:pt x="86419" y="79962"/>
                  <a:pt x="86496" y="79962"/>
                </a:cubicBezTo>
                <a:lnTo>
                  <a:pt x="86521" y="79962"/>
                </a:lnTo>
                <a:lnTo>
                  <a:pt x="87695" y="85884"/>
                </a:lnTo>
                <a:lnTo>
                  <a:pt x="84326" y="87262"/>
                </a:lnTo>
                <a:lnTo>
                  <a:pt x="81493" y="88436"/>
                </a:lnTo>
                <a:cubicBezTo>
                  <a:pt x="81417" y="88334"/>
                  <a:pt x="81340" y="88232"/>
                  <a:pt x="81238" y="88155"/>
                </a:cubicBezTo>
                <a:lnTo>
                  <a:pt x="86266" y="79911"/>
                </a:lnTo>
                <a:close/>
                <a:moveTo>
                  <a:pt x="108164" y="78074"/>
                </a:moveTo>
                <a:lnTo>
                  <a:pt x="110793" y="78252"/>
                </a:lnTo>
                <a:lnTo>
                  <a:pt x="123018" y="79095"/>
                </a:lnTo>
                <a:lnTo>
                  <a:pt x="115617" y="88487"/>
                </a:lnTo>
                <a:cubicBezTo>
                  <a:pt x="115464" y="88385"/>
                  <a:pt x="115285" y="88334"/>
                  <a:pt x="115107" y="88334"/>
                </a:cubicBezTo>
                <a:cubicBezTo>
                  <a:pt x="114953" y="88334"/>
                  <a:pt x="114800" y="88385"/>
                  <a:pt x="114647" y="88461"/>
                </a:cubicBezTo>
                <a:lnTo>
                  <a:pt x="112912" y="85909"/>
                </a:lnTo>
                <a:lnTo>
                  <a:pt x="107858" y="78610"/>
                </a:lnTo>
                <a:cubicBezTo>
                  <a:pt x="108011" y="78482"/>
                  <a:pt x="108113" y="78278"/>
                  <a:pt x="108164" y="78074"/>
                </a:cubicBezTo>
                <a:close/>
                <a:moveTo>
                  <a:pt x="123274" y="79120"/>
                </a:moveTo>
                <a:lnTo>
                  <a:pt x="131364" y="79682"/>
                </a:lnTo>
                <a:cubicBezTo>
                  <a:pt x="131364" y="79758"/>
                  <a:pt x="131390" y="79835"/>
                  <a:pt x="131415" y="79886"/>
                </a:cubicBezTo>
                <a:lnTo>
                  <a:pt x="124244" y="83969"/>
                </a:lnTo>
                <a:lnTo>
                  <a:pt x="115872" y="88742"/>
                </a:lnTo>
                <a:cubicBezTo>
                  <a:pt x="115847" y="88691"/>
                  <a:pt x="115796" y="88640"/>
                  <a:pt x="115770" y="88614"/>
                </a:cubicBezTo>
                <a:lnTo>
                  <a:pt x="123274" y="79120"/>
                </a:lnTo>
                <a:close/>
                <a:moveTo>
                  <a:pt x="131517" y="80064"/>
                </a:moveTo>
                <a:cubicBezTo>
                  <a:pt x="131620" y="80192"/>
                  <a:pt x="131747" y="80294"/>
                  <a:pt x="131926" y="80345"/>
                </a:cubicBezTo>
                <a:lnTo>
                  <a:pt x="131543" y="84352"/>
                </a:lnTo>
                <a:cubicBezTo>
                  <a:pt x="131007" y="84352"/>
                  <a:pt x="130599" y="84761"/>
                  <a:pt x="130599" y="85296"/>
                </a:cubicBezTo>
                <a:cubicBezTo>
                  <a:pt x="130599" y="85322"/>
                  <a:pt x="130599" y="85373"/>
                  <a:pt x="130624" y="85424"/>
                </a:cubicBezTo>
                <a:lnTo>
                  <a:pt x="116000" y="88972"/>
                </a:lnTo>
                <a:cubicBezTo>
                  <a:pt x="115974" y="88946"/>
                  <a:pt x="115974" y="88921"/>
                  <a:pt x="115974" y="88895"/>
                </a:cubicBezTo>
                <a:lnTo>
                  <a:pt x="130190" y="80830"/>
                </a:lnTo>
                <a:lnTo>
                  <a:pt x="131517" y="80064"/>
                </a:lnTo>
                <a:close/>
                <a:moveTo>
                  <a:pt x="64623" y="81341"/>
                </a:moveTo>
                <a:lnTo>
                  <a:pt x="68120" y="83025"/>
                </a:lnTo>
                <a:lnTo>
                  <a:pt x="79758" y="88589"/>
                </a:lnTo>
                <a:cubicBezTo>
                  <a:pt x="79732" y="88691"/>
                  <a:pt x="79707" y="88793"/>
                  <a:pt x="79707" y="88895"/>
                </a:cubicBezTo>
                <a:cubicBezTo>
                  <a:pt x="79707" y="88946"/>
                  <a:pt x="79732" y="88997"/>
                  <a:pt x="79732" y="89074"/>
                </a:cubicBezTo>
                <a:lnTo>
                  <a:pt x="70570" y="91805"/>
                </a:lnTo>
                <a:lnTo>
                  <a:pt x="64470" y="81519"/>
                </a:lnTo>
                <a:cubicBezTo>
                  <a:pt x="64521" y="81468"/>
                  <a:pt x="64572" y="81417"/>
                  <a:pt x="64623" y="81341"/>
                </a:cubicBezTo>
                <a:close/>
                <a:moveTo>
                  <a:pt x="64291" y="81621"/>
                </a:moveTo>
                <a:lnTo>
                  <a:pt x="70391" y="91856"/>
                </a:lnTo>
                <a:lnTo>
                  <a:pt x="63194" y="94025"/>
                </a:lnTo>
                <a:cubicBezTo>
                  <a:pt x="63092" y="93847"/>
                  <a:pt x="62939" y="93744"/>
                  <a:pt x="62760" y="93719"/>
                </a:cubicBezTo>
                <a:lnTo>
                  <a:pt x="64036" y="81672"/>
                </a:lnTo>
                <a:cubicBezTo>
                  <a:pt x="64138" y="81672"/>
                  <a:pt x="64215" y="81672"/>
                  <a:pt x="64291" y="81621"/>
                </a:cubicBezTo>
                <a:close/>
                <a:moveTo>
                  <a:pt x="63372" y="81264"/>
                </a:moveTo>
                <a:cubicBezTo>
                  <a:pt x="63398" y="81341"/>
                  <a:pt x="63449" y="81417"/>
                  <a:pt x="63526" y="81494"/>
                </a:cubicBezTo>
                <a:lnTo>
                  <a:pt x="53470" y="96322"/>
                </a:lnTo>
                <a:cubicBezTo>
                  <a:pt x="53342" y="96246"/>
                  <a:pt x="53189" y="96220"/>
                  <a:pt x="53036" y="96220"/>
                </a:cubicBezTo>
                <a:cubicBezTo>
                  <a:pt x="52883" y="96220"/>
                  <a:pt x="52730" y="96246"/>
                  <a:pt x="52602" y="96322"/>
                </a:cubicBezTo>
                <a:lnTo>
                  <a:pt x="46757" y="87083"/>
                </a:lnTo>
                <a:cubicBezTo>
                  <a:pt x="46885" y="86981"/>
                  <a:pt x="46961" y="86802"/>
                  <a:pt x="46961" y="86624"/>
                </a:cubicBezTo>
                <a:cubicBezTo>
                  <a:pt x="46961" y="86598"/>
                  <a:pt x="46961" y="86573"/>
                  <a:pt x="46961" y="86522"/>
                </a:cubicBezTo>
                <a:lnTo>
                  <a:pt x="54108" y="84225"/>
                </a:lnTo>
                <a:lnTo>
                  <a:pt x="63372" y="81264"/>
                </a:lnTo>
                <a:close/>
                <a:moveTo>
                  <a:pt x="63704" y="81596"/>
                </a:moveTo>
                <a:cubicBezTo>
                  <a:pt x="63730" y="81621"/>
                  <a:pt x="63781" y="81647"/>
                  <a:pt x="63832" y="81672"/>
                </a:cubicBezTo>
                <a:lnTo>
                  <a:pt x="62556" y="93719"/>
                </a:lnTo>
                <a:cubicBezTo>
                  <a:pt x="62249" y="93770"/>
                  <a:pt x="62020" y="94025"/>
                  <a:pt x="62020" y="94331"/>
                </a:cubicBezTo>
                <a:cubicBezTo>
                  <a:pt x="62020" y="94331"/>
                  <a:pt x="62020" y="94357"/>
                  <a:pt x="62020" y="94357"/>
                </a:cubicBezTo>
                <a:lnTo>
                  <a:pt x="53904" y="96782"/>
                </a:lnTo>
                <a:cubicBezTo>
                  <a:pt x="53852" y="96654"/>
                  <a:pt x="53750" y="96526"/>
                  <a:pt x="53623" y="96424"/>
                </a:cubicBezTo>
                <a:lnTo>
                  <a:pt x="63704" y="81596"/>
                </a:lnTo>
                <a:close/>
                <a:moveTo>
                  <a:pt x="130650" y="85603"/>
                </a:moveTo>
                <a:cubicBezTo>
                  <a:pt x="130777" y="85909"/>
                  <a:pt x="131033" y="86139"/>
                  <a:pt x="131364" y="86215"/>
                </a:cubicBezTo>
                <a:lnTo>
                  <a:pt x="130292" y="97011"/>
                </a:lnTo>
                <a:lnTo>
                  <a:pt x="115974" y="89635"/>
                </a:lnTo>
                <a:cubicBezTo>
                  <a:pt x="116025" y="89533"/>
                  <a:pt x="116051" y="89406"/>
                  <a:pt x="116051" y="89278"/>
                </a:cubicBezTo>
                <a:cubicBezTo>
                  <a:pt x="116051" y="89252"/>
                  <a:pt x="116051" y="89201"/>
                  <a:pt x="116025" y="89150"/>
                </a:cubicBezTo>
                <a:lnTo>
                  <a:pt x="130650" y="85603"/>
                </a:lnTo>
                <a:close/>
                <a:moveTo>
                  <a:pt x="106403" y="78354"/>
                </a:moveTo>
                <a:cubicBezTo>
                  <a:pt x="106454" y="78456"/>
                  <a:pt x="106531" y="78559"/>
                  <a:pt x="106633" y="78635"/>
                </a:cubicBezTo>
                <a:lnTo>
                  <a:pt x="105357" y="80626"/>
                </a:lnTo>
                <a:lnTo>
                  <a:pt x="91422" y="102269"/>
                </a:lnTo>
                <a:cubicBezTo>
                  <a:pt x="91345" y="102243"/>
                  <a:pt x="91243" y="102218"/>
                  <a:pt x="91141" y="102218"/>
                </a:cubicBezTo>
                <a:lnTo>
                  <a:pt x="91115" y="102218"/>
                </a:lnTo>
                <a:lnTo>
                  <a:pt x="87925" y="86011"/>
                </a:lnTo>
                <a:lnTo>
                  <a:pt x="106403" y="78354"/>
                </a:lnTo>
                <a:close/>
                <a:moveTo>
                  <a:pt x="87721" y="86088"/>
                </a:moveTo>
                <a:lnTo>
                  <a:pt x="89431" y="94689"/>
                </a:lnTo>
                <a:lnTo>
                  <a:pt x="90937" y="102269"/>
                </a:lnTo>
                <a:cubicBezTo>
                  <a:pt x="90886" y="102269"/>
                  <a:pt x="90860" y="102294"/>
                  <a:pt x="90835" y="102294"/>
                </a:cubicBezTo>
                <a:lnTo>
                  <a:pt x="84122" y="93336"/>
                </a:lnTo>
                <a:lnTo>
                  <a:pt x="81289" y="89584"/>
                </a:lnTo>
                <a:cubicBezTo>
                  <a:pt x="81493" y="89406"/>
                  <a:pt x="81595" y="89176"/>
                  <a:pt x="81595" y="88895"/>
                </a:cubicBezTo>
                <a:cubicBezTo>
                  <a:pt x="81595" y="88793"/>
                  <a:pt x="81595" y="88717"/>
                  <a:pt x="81570" y="88640"/>
                </a:cubicBezTo>
                <a:lnTo>
                  <a:pt x="86700" y="86522"/>
                </a:lnTo>
                <a:lnTo>
                  <a:pt x="87721" y="86088"/>
                </a:lnTo>
                <a:close/>
                <a:moveTo>
                  <a:pt x="107679" y="78737"/>
                </a:moveTo>
                <a:lnTo>
                  <a:pt x="109185" y="80881"/>
                </a:lnTo>
                <a:lnTo>
                  <a:pt x="114494" y="88563"/>
                </a:lnTo>
                <a:cubicBezTo>
                  <a:pt x="114290" y="88742"/>
                  <a:pt x="114162" y="88997"/>
                  <a:pt x="114162" y="89278"/>
                </a:cubicBezTo>
                <a:cubicBezTo>
                  <a:pt x="114162" y="89431"/>
                  <a:pt x="114188" y="89559"/>
                  <a:pt x="114239" y="89661"/>
                </a:cubicBezTo>
                <a:lnTo>
                  <a:pt x="91677" y="102473"/>
                </a:lnTo>
                <a:cubicBezTo>
                  <a:pt x="91651" y="102448"/>
                  <a:pt x="91626" y="102422"/>
                  <a:pt x="91600" y="102397"/>
                </a:cubicBezTo>
                <a:lnTo>
                  <a:pt x="106812" y="78737"/>
                </a:lnTo>
                <a:cubicBezTo>
                  <a:pt x="106939" y="78814"/>
                  <a:pt x="107067" y="78839"/>
                  <a:pt x="107220" y="78839"/>
                </a:cubicBezTo>
                <a:cubicBezTo>
                  <a:pt x="107399" y="78839"/>
                  <a:pt x="107552" y="78814"/>
                  <a:pt x="107679" y="78737"/>
                </a:cubicBezTo>
                <a:close/>
                <a:moveTo>
                  <a:pt x="142671" y="82693"/>
                </a:moveTo>
                <a:lnTo>
                  <a:pt x="142671" y="102830"/>
                </a:lnTo>
                <a:lnTo>
                  <a:pt x="142696" y="102830"/>
                </a:lnTo>
                <a:cubicBezTo>
                  <a:pt x="142492" y="102856"/>
                  <a:pt x="142314" y="102984"/>
                  <a:pt x="142186" y="103137"/>
                </a:cubicBezTo>
                <a:lnTo>
                  <a:pt x="130497" y="97113"/>
                </a:lnTo>
                <a:lnTo>
                  <a:pt x="131543" y="86241"/>
                </a:lnTo>
                <a:cubicBezTo>
                  <a:pt x="132079" y="86241"/>
                  <a:pt x="132487" y="85807"/>
                  <a:pt x="132487" y="85296"/>
                </a:cubicBezTo>
                <a:cubicBezTo>
                  <a:pt x="132487" y="85245"/>
                  <a:pt x="132487" y="85220"/>
                  <a:pt x="132462" y="85169"/>
                </a:cubicBezTo>
                <a:lnTo>
                  <a:pt x="142671" y="82693"/>
                </a:lnTo>
                <a:close/>
                <a:moveTo>
                  <a:pt x="114341" y="89839"/>
                </a:moveTo>
                <a:cubicBezTo>
                  <a:pt x="114417" y="89942"/>
                  <a:pt x="114545" y="90044"/>
                  <a:pt x="114673" y="90120"/>
                </a:cubicBezTo>
                <a:lnTo>
                  <a:pt x="108802" y="105893"/>
                </a:lnTo>
                <a:lnTo>
                  <a:pt x="100074" y="104362"/>
                </a:lnTo>
                <a:lnTo>
                  <a:pt x="91830" y="102907"/>
                </a:lnTo>
                <a:cubicBezTo>
                  <a:pt x="91830" y="102907"/>
                  <a:pt x="91830" y="102907"/>
                  <a:pt x="91830" y="102881"/>
                </a:cubicBezTo>
                <a:cubicBezTo>
                  <a:pt x="91830" y="102805"/>
                  <a:pt x="91804" y="102728"/>
                  <a:pt x="91779" y="102652"/>
                </a:cubicBezTo>
                <a:lnTo>
                  <a:pt x="114341" y="89839"/>
                </a:lnTo>
                <a:close/>
                <a:moveTo>
                  <a:pt x="115898" y="89814"/>
                </a:moveTo>
                <a:lnTo>
                  <a:pt x="130267" y="97215"/>
                </a:lnTo>
                <a:lnTo>
                  <a:pt x="129144" y="108930"/>
                </a:lnTo>
                <a:cubicBezTo>
                  <a:pt x="129042" y="108930"/>
                  <a:pt x="128940" y="108956"/>
                  <a:pt x="128863" y="109007"/>
                </a:cubicBezTo>
                <a:lnTo>
                  <a:pt x="115719" y="89993"/>
                </a:lnTo>
                <a:cubicBezTo>
                  <a:pt x="115770" y="89942"/>
                  <a:pt x="115847" y="89865"/>
                  <a:pt x="115898" y="89814"/>
                </a:cubicBezTo>
                <a:close/>
                <a:moveTo>
                  <a:pt x="70493" y="92034"/>
                </a:moveTo>
                <a:lnTo>
                  <a:pt x="80651" y="109160"/>
                </a:lnTo>
                <a:lnTo>
                  <a:pt x="63117" y="94740"/>
                </a:lnTo>
                <a:cubicBezTo>
                  <a:pt x="63219" y="94638"/>
                  <a:pt x="63270" y="94485"/>
                  <a:pt x="63270" y="94331"/>
                </a:cubicBezTo>
                <a:cubicBezTo>
                  <a:pt x="63270" y="94280"/>
                  <a:pt x="63270" y="94229"/>
                  <a:pt x="63270" y="94204"/>
                </a:cubicBezTo>
                <a:lnTo>
                  <a:pt x="70493" y="92034"/>
                </a:lnTo>
                <a:close/>
                <a:moveTo>
                  <a:pt x="79783" y="89252"/>
                </a:moveTo>
                <a:cubicBezTo>
                  <a:pt x="79911" y="89584"/>
                  <a:pt x="80217" y="89814"/>
                  <a:pt x="80575" y="89839"/>
                </a:cubicBezTo>
                <a:lnTo>
                  <a:pt x="80804" y="102728"/>
                </a:lnTo>
                <a:lnTo>
                  <a:pt x="80932" y="109237"/>
                </a:lnTo>
                <a:lnTo>
                  <a:pt x="70672" y="91983"/>
                </a:lnTo>
                <a:lnTo>
                  <a:pt x="79783" y="89252"/>
                </a:lnTo>
                <a:close/>
                <a:moveTo>
                  <a:pt x="130471" y="97318"/>
                </a:moveTo>
                <a:lnTo>
                  <a:pt x="142109" y="103315"/>
                </a:lnTo>
                <a:cubicBezTo>
                  <a:pt x="142084" y="103392"/>
                  <a:pt x="142058" y="103468"/>
                  <a:pt x="142058" y="103545"/>
                </a:cubicBezTo>
                <a:cubicBezTo>
                  <a:pt x="142058" y="103622"/>
                  <a:pt x="142058" y="103698"/>
                  <a:pt x="142084" y="103749"/>
                </a:cubicBezTo>
                <a:lnTo>
                  <a:pt x="129731" y="109237"/>
                </a:lnTo>
                <a:cubicBezTo>
                  <a:pt x="129654" y="109109"/>
                  <a:pt x="129501" y="109007"/>
                  <a:pt x="129323" y="108956"/>
                </a:cubicBezTo>
                <a:lnTo>
                  <a:pt x="130471" y="97318"/>
                </a:lnTo>
                <a:close/>
                <a:moveTo>
                  <a:pt x="62071" y="94561"/>
                </a:moveTo>
                <a:cubicBezTo>
                  <a:pt x="62122" y="94714"/>
                  <a:pt x="62249" y="94842"/>
                  <a:pt x="62428" y="94918"/>
                </a:cubicBezTo>
                <a:lnTo>
                  <a:pt x="60871" y="109313"/>
                </a:lnTo>
                <a:lnTo>
                  <a:pt x="53623" y="97879"/>
                </a:lnTo>
                <a:cubicBezTo>
                  <a:pt x="53827" y="97726"/>
                  <a:pt x="53980" y="97445"/>
                  <a:pt x="53980" y="97164"/>
                </a:cubicBezTo>
                <a:cubicBezTo>
                  <a:pt x="53980" y="97088"/>
                  <a:pt x="53980" y="97037"/>
                  <a:pt x="53955" y="96986"/>
                </a:cubicBezTo>
                <a:lnTo>
                  <a:pt x="62071" y="94561"/>
                </a:lnTo>
                <a:close/>
                <a:moveTo>
                  <a:pt x="115566" y="90095"/>
                </a:moveTo>
                <a:lnTo>
                  <a:pt x="119675" y="96041"/>
                </a:lnTo>
                <a:lnTo>
                  <a:pt x="128710" y="109109"/>
                </a:lnTo>
                <a:cubicBezTo>
                  <a:pt x="128633" y="109186"/>
                  <a:pt x="128557" y="109288"/>
                  <a:pt x="128531" y="109390"/>
                </a:cubicBezTo>
                <a:lnTo>
                  <a:pt x="108981" y="105944"/>
                </a:lnTo>
                <a:lnTo>
                  <a:pt x="114877" y="90197"/>
                </a:lnTo>
                <a:cubicBezTo>
                  <a:pt x="114953" y="90222"/>
                  <a:pt x="115030" y="90222"/>
                  <a:pt x="115107" y="90222"/>
                </a:cubicBezTo>
                <a:cubicBezTo>
                  <a:pt x="115260" y="90222"/>
                  <a:pt x="115413" y="90171"/>
                  <a:pt x="115566" y="90095"/>
                </a:cubicBezTo>
                <a:close/>
                <a:moveTo>
                  <a:pt x="81136" y="89712"/>
                </a:moveTo>
                <a:lnTo>
                  <a:pt x="84173" y="93719"/>
                </a:lnTo>
                <a:lnTo>
                  <a:pt x="90681" y="102422"/>
                </a:lnTo>
                <a:cubicBezTo>
                  <a:pt x="90554" y="102550"/>
                  <a:pt x="90477" y="102703"/>
                  <a:pt x="90477" y="102881"/>
                </a:cubicBezTo>
                <a:cubicBezTo>
                  <a:pt x="90477" y="102984"/>
                  <a:pt x="90503" y="103086"/>
                  <a:pt x="90554" y="103162"/>
                </a:cubicBezTo>
                <a:lnTo>
                  <a:pt x="81136" y="109415"/>
                </a:lnTo>
                <a:lnTo>
                  <a:pt x="81008" y="102805"/>
                </a:lnTo>
                <a:lnTo>
                  <a:pt x="80779" y="89814"/>
                </a:lnTo>
                <a:cubicBezTo>
                  <a:pt x="80906" y="89814"/>
                  <a:pt x="81034" y="89763"/>
                  <a:pt x="81136" y="89712"/>
                </a:cubicBezTo>
                <a:close/>
                <a:moveTo>
                  <a:pt x="62964" y="94867"/>
                </a:moveTo>
                <a:lnTo>
                  <a:pt x="80753" y="109492"/>
                </a:lnTo>
                <a:lnTo>
                  <a:pt x="61050" y="109492"/>
                </a:lnTo>
                <a:lnTo>
                  <a:pt x="61764" y="102805"/>
                </a:lnTo>
                <a:lnTo>
                  <a:pt x="62607" y="94944"/>
                </a:lnTo>
                <a:lnTo>
                  <a:pt x="62658" y="94944"/>
                </a:lnTo>
                <a:cubicBezTo>
                  <a:pt x="62760" y="94944"/>
                  <a:pt x="62862" y="94918"/>
                  <a:pt x="62964" y="94867"/>
                </a:cubicBezTo>
                <a:close/>
                <a:moveTo>
                  <a:pt x="91779" y="103111"/>
                </a:moveTo>
                <a:lnTo>
                  <a:pt x="108726" y="106097"/>
                </a:lnTo>
                <a:lnTo>
                  <a:pt x="107450" y="109492"/>
                </a:lnTo>
                <a:lnTo>
                  <a:pt x="81366" y="109492"/>
                </a:lnTo>
                <a:lnTo>
                  <a:pt x="90656" y="103341"/>
                </a:lnTo>
                <a:cubicBezTo>
                  <a:pt x="90784" y="103468"/>
                  <a:pt x="90962" y="103571"/>
                  <a:pt x="91141" y="103571"/>
                </a:cubicBezTo>
                <a:cubicBezTo>
                  <a:pt x="91447" y="103571"/>
                  <a:pt x="91702" y="103366"/>
                  <a:pt x="91779" y="103111"/>
                </a:cubicBezTo>
                <a:close/>
                <a:moveTo>
                  <a:pt x="108905" y="106123"/>
                </a:moveTo>
                <a:lnTo>
                  <a:pt x="128021" y="109492"/>
                </a:lnTo>
                <a:lnTo>
                  <a:pt x="107654" y="109492"/>
                </a:lnTo>
                <a:lnTo>
                  <a:pt x="108905" y="106123"/>
                </a:lnTo>
                <a:close/>
                <a:moveTo>
                  <a:pt x="142160" y="103928"/>
                </a:moveTo>
                <a:cubicBezTo>
                  <a:pt x="142288" y="104107"/>
                  <a:pt x="142467" y="104234"/>
                  <a:pt x="142696" y="104260"/>
                </a:cubicBezTo>
                <a:lnTo>
                  <a:pt x="142696" y="109492"/>
                </a:lnTo>
                <a:lnTo>
                  <a:pt x="129833" y="109492"/>
                </a:lnTo>
                <a:cubicBezTo>
                  <a:pt x="129833" y="109466"/>
                  <a:pt x="129833" y="109441"/>
                  <a:pt x="129807" y="109415"/>
                </a:cubicBezTo>
                <a:lnTo>
                  <a:pt x="142160" y="103928"/>
                </a:lnTo>
                <a:close/>
                <a:moveTo>
                  <a:pt x="944" y="1"/>
                </a:moveTo>
                <a:cubicBezTo>
                  <a:pt x="638" y="1"/>
                  <a:pt x="383" y="256"/>
                  <a:pt x="383" y="588"/>
                </a:cubicBezTo>
                <a:cubicBezTo>
                  <a:pt x="383" y="868"/>
                  <a:pt x="587" y="1098"/>
                  <a:pt x="842" y="1149"/>
                </a:cubicBezTo>
                <a:lnTo>
                  <a:pt x="842" y="16462"/>
                </a:lnTo>
                <a:cubicBezTo>
                  <a:pt x="357" y="16514"/>
                  <a:pt x="0" y="16922"/>
                  <a:pt x="0" y="17407"/>
                </a:cubicBezTo>
                <a:cubicBezTo>
                  <a:pt x="0" y="17892"/>
                  <a:pt x="357" y="18300"/>
                  <a:pt x="842" y="18351"/>
                </a:cubicBezTo>
                <a:lnTo>
                  <a:pt x="842" y="37748"/>
                </a:lnTo>
                <a:cubicBezTo>
                  <a:pt x="357" y="37799"/>
                  <a:pt x="0" y="38208"/>
                  <a:pt x="0" y="38693"/>
                </a:cubicBezTo>
                <a:cubicBezTo>
                  <a:pt x="0" y="39177"/>
                  <a:pt x="357" y="39560"/>
                  <a:pt x="842" y="39611"/>
                </a:cubicBezTo>
                <a:lnTo>
                  <a:pt x="842" y="62607"/>
                </a:lnTo>
                <a:cubicBezTo>
                  <a:pt x="357" y="62658"/>
                  <a:pt x="0" y="63066"/>
                  <a:pt x="0" y="63551"/>
                </a:cubicBezTo>
                <a:cubicBezTo>
                  <a:pt x="0" y="64036"/>
                  <a:pt x="357" y="64445"/>
                  <a:pt x="842" y="64496"/>
                </a:cubicBezTo>
                <a:lnTo>
                  <a:pt x="842" y="76057"/>
                </a:lnTo>
                <a:cubicBezTo>
                  <a:pt x="536" y="76108"/>
                  <a:pt x="306" y="76364"/>
                  <a:pt x="306" y="76695"/>
                </a:cubicBezTo>
                <a:cubicBezTo>
                  <a:pt x="306" y="77053"/>
                  <a:pt x="587" y="77333"/>
                  <a:pt x="944" y="77333"/>
                </a:cubicBezTo>
                <a:cubicBezTo>
                  <a:pt x="1225" y="77333"/>
                  <a:pt x="1455" y="77180"/>
                  <a:pt x="1557" y="76925"/>
                </a:cubicBezTo>
                <a:lnTo>
                  <a:pt x="27105" y="82821"/>
                </a:lnTo>
                <a:cubicBezTo>
                  <a:pt x="27105" y="82872"/>
                  <a:pt x="27079" y="82897"/>
                  <a:pt x="27079" y="82923"/>
                </a:cubicBezTo>
                <a:cubicBezTo>
                  <a:pt x="27079" y="83459"/>
                  <a:pt x="27513" y="83867"/>
                  <a:pt x="28024" y="83867"/>
                </a:cubicBezTo>
                <a:cubicBezTo>
                  <a:pt x="28458" y="83867"/>
                  <a:pt x="28815" y="83586"/>
                  <a:pt x="28943" y="83204"/>
                </a:cubicBezTo>
                <a:lnTo>
                  <a:pt x="45711" y="86598"/>
                </a:lnTo>
                <a:cubicBezTo>
                  <a:pt x="45711" y="86598"/>
                  <a:pt x="45711" y="86624"/>
                  <a:pt x="45711" y="86624"/>
                </a:cubicBezTo>
                <a:cubicBezTo>
                  <a:pt x="45711" y="86955"/>
                  <a:pt x="45992" y="87236"/>
                  <a:pt x="46323" y="87236"/>
                </a:cubicBezTo>
                <a:cubicBezTo>
                  <a:pt x="46425" y="87236"/>
                  <a:pt x="46502" y="87211"/>
                  <a:pt x="46579" y="87185"/>
                </a:cubicBezTo>
                <a:lnTo>
                  <a:pt x="52449" y="96424"/>
                </a:lnTo>
                <a:cubicBezTo>
                  <a:pt x="52219" y="96577"/>
                  <a:pt x="52091" y="96858"/>
                  <a:pt x="52091" y="97139"/>
                </a:cubicBezTo>
                <a:cubicBezTo>
                  <a:pt x="52091" y="97675"/>
                  <a:pt x="52500" y="98083"/>
                  <a:pt x="53036" y="98083"/>
                </a:cubicBezTo>
                <a:cubicBezTo>
                  <a:pt x="53163" y="98083"/>
                  <a:pt x="53317" y="98058"/>
                  <a:pt x="53444" y="97981"/>
                </a:cubicBezTo>
                <a:lnTo>
                  <a:pt x="60846" y="109619"/>
                </a:lnTo>
                <a:lnTo>
                  <a:pt x="60820" y="109696"/>
                </a:lnTo>
                <a:lnTo>
                  <a:pt x="60871" y="109696"/>
                </a:lnTo>
                <a:lnTo>
                  <a:pt x="60999" y="109900"/>
                </a:lnTo>
                <a:lnTo>
                  <a:pt x="61024" y="109696"/>
                </a:lnTo>
                <a:lnTo>
                  <a:pt x="80932" y="109696"/>
                </a:lnTo>
                <a:lnTo>
                  <a:pt x="80932" y="109773"/>
                </a:lnTo>
                <a:lnTo>
                  <a:pt x="81008" y="109747"/>
                </a:lnTo>
                <a:lnTo>
                  <a:pt x="81136" y="109977"/>
                </a:lnTo>
                <a:lnTo>
                  <a:pt x="81136" y="109696"/>
                </a:lnTo>
                <a:lnTo>
                  <a:pt x="128506" y="109696"/>
                </a:lnTo>
                <a:cubicBezTo>
                  <a:pt x="128531" y="110028"/>
                  <a:pt x="128812" y="110283"/>
                  <a:pt x="129169" y="110283"/>
                </a:cubicBezTo>
                <a:cubicBezTo>
                  <a:pt x="129501" y="110283"/>
                  <a:pt x="129782" y="110028"/>
                  <a:pt x="129807" y="109696"/>
                </a:cubicBezTo>
                <a:lnTo>
                  <a:pt x="142875" y="109696"/>
                </a:lnTo>
                <a:lnTo>
                  <a:pt x="142875" y="104260"/>
                </a:lnTo>
                <a:cubicBezTo>
                  <a:pt x="143232" y="104209"/>
                  <a:pt x="143513" y="103902"/>
                  <a:pt x="143513" y="103545"/>
                </a:cubicBezTo>
                <a:cubicBezTo>
                  <a:pt x="143513" y="103188"/>
                  <a:pt x="143232" y="102881"/>
                  <a:pt x="142875" y="102830"/>
                </a:cubicBezTo>
                <a:lnTo>
                  <a:pt x="142875" y="82642"/>
                </a:lnTo>
                <a:lnTo>
                  <a:pt x="142875" y="82438"/>
                </a:lnTo>
                <a:lnTo>
                  <a:pt x="142875" y="77997"/>
                </a:lnTo>
                <a:lnTo>
                  <a:pt x="142875" y="77716"/>
                </a:lnTo>
                <a:lnTo>
                  <a:pt x="142875" y="55180"/>
                </a:lnTo>
                <a:cubicBezTo>
                  <a:pt x="143360" y="55129"/>
                  <a:pt x="143717" y="54721"/>
                  <a:pt x="143717" y="54236"/>
                </a:cubicBezTo>
                <a:cubicBezTo>
                  <a:pt x="143717" y="53725"/>
                  <a:pt x="143309" y="53291"/>
                  <a:pt x="142773" y="53291"/>
                </a:cubicBezTo>
                <a:cubicBezTo>
                  <a:pt x="142262" y="53291"/>
                  <a:pt x="141829" y="53725"/>
                  <a:pt x="141829" y="54236"/>
                </a:cubicBezTo>
                <a:cubicBezTo>
                  <a:pt x="141829" y="54516"/>
                  <a:pt x="141956" y="54746"/>
                  <a:pt x="142135" y="54925"/>
                </a:cubicBezTo>
                <a:lnTo>
                  <a:pt x="127791" y="73046"/>
                </a:lnTo>
                <a:lnTo>
                  <a:pt x="120160" y="61637"/>
                </a:lnTo>
                <a:cubicBezTo>
                  <a:pt x="120288" y="61510"/>
                  <a:pt x="120390" y="61305"/>
                  <a:pt x="120390" y="61101"/>
                </a:cubicBezTo>
                <a:cubicBezTo>
                  <a:pt x="120390" y="60693"/>
                  <a:pt x="120058" y="60361"/>
                  <a:pt x="119675" y="60361"/>
                </a:cubicBezTo>
                <a:cubicBezTo>
                  <a:pt x="119394" y="60361"/>
                  <a:pt x="119190" y="60489"/>
                  <a:pt x="119037" y="60693"/>
                </a:cubicBezTo>
                <a:lnTo>
                  <a:pt x="99283" y="51428"/>
                </a:lnTo>
                <a:cubicBezTo>
                  <a:pt x="99308" y="51326"/>
                  <a:pt x="99334" y="51224"/>
                  <a:pt x="99334" y="51122"/>
                </a:cubicBezTo>
                <a:cubicBezTo>
                  <a:pt x="99334" y="50586"/>
                  <a:pt x="98900" y="50178"/>
                  <a:pt x="98389" y="50178"/>
                </a:cubicBezTo>
                <a:cubicBezTo>
                  <a:pt x="97879" y="50178"/>
                  <a:pt x="97445" y="50612"/>
                  <a:pt x="97445" y="51122"/>
                </a:cubicBezTo>
                <a:cubicBezTo>
                  <a:pt x="97445" y="51250"/>
                  <a:pt x="97470" y="51377"/>
                  <a:pt x="97522" y="51505"/>
                </a:cubicBezTo>
                <a:lnTo>
                  <a:pt x="80957" y="60999"/>
                </a:lnTo>
                <a:lnTo>
                  <a:pt x="75955" y="58804"/>
                </a:lnTo>
                <a:cubicBezTo>
                  <a:pt x="75955" y="58779"/>
                  <a:pt x="75981" y="58728"/>
                  <a:pt x="75981" y="58677"/>
                </a:cubicBezTo>
                <a:cubicBezTo>
                  <a:pt x="75981" y="58370"/>
                  <a:pt x="75725" y="58115"/>
                  <a:pt x="75419" y="58115"/>
                </a:cubicBezTo>
                <a:cubicBezTo>
                  <a:pt x="75266" y="58115"/>
                  <a:pt x="75138" y="58166"/>
                  <a:pt x="75036" y="58268"/>
                </a:cubicBezTo>
                <a:lnTo>
                  <a:pt x="54235" y="42061"/>
                </a:lnTo>
                <a:cubicBezTo>
                  <a:pt x="54312" y="41934"/>
                  <a:pt x="54363" y="41755"/>
                  <a:pt x="54363" y="41577"/>
                </a:cubicBezTo>
                <a:cubicBezTo>
                  <a:pt x="54363" y="41041"/>
                  <a:pt x="53955" y="40632"/>
                  <a:pt x="53419" y="40632"/>
                </a:cubicBezTo>
                <a:cubicBezTo>
                  <a:pt x="53342" y="40632"/>
                  <a:pt x="53265" y="40632"/>
                  <a:pt x="53189" y="40658"/>
                </a:cubicBezTo>
                <a:lnTo>
                  <a:pt x="46732" y="24247"/>
                </a:lnTo>
                <a:cubicBezTo>
                  <a:pt x="47012" y="24119"/>
                  <a:pt x="47191" y="23838"/>
                  <a:pt x="47191" y="23507"/>
                </a:cubicBezTo>
                <a:cubicBezTo>
                  <a:pt x="47191" y="23047"/>
                  <a:pt x="46808" y="22664"/>
                  <a:pt x="46349" y="22664"/>
                </a:cubicBezTo>
                <a:cubicBezTo>
                  <a:pt x="45889" y="22664"/>
                  <a:pt x="45507" y="23022"/>
                  <a:pt x="45481" y="23456"/>
                </a:cubicBezTo>
                <a:lnTo>
                  <a:pt x="20265" y="25064"/>
                </a:lnTo>
                <a:lnTo>
                  <a:pt x="18325" y="17534"/>
                </a:lnTo>
                <a:cubicBezTo>
                  <a:pt x="18529" y="17432"/>
                  <a:pt x="18708" y="17203"/>
                  <a:pt x="18708" y="16947"/>
                </a:cubicBezTo>
                <a:cubicBezTo>
                  <a:pt x="18708" y="16590"/>
                  <a:pt x="18402" y="16309"/>
                  <a:pt x="18070" y="16309"/>
                </a:cubicBezTo>
                <a:cubicBezTo>
                  <a:pt x="17917" y="16309"/>
                  <a:pt x="17789" y="16360"/>
                  <a:pt x="17687" y="16437"/>
                </a:cubicBezTo>
                <a:lnTo>
                  <a:pt x="1429" y="894"/>
                </a:lnTo>
                <a:cubicBezTo>
                  <a:pt x="1480" y="817"/>
                  <a:pt x="1506" y="690"/>
                  <a:pt x="1506" y="588"/>
                </a:cubicBezTo>
                <a:cubicBezTo>
                  <a:pt x="1506" y="256"/>
                  <a:pt x="1251" y="1"/>
                  <a:pt x="9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39"/>
          </a:p>
        </p:txBody>
      </p: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1150875" y="712727"/>
            <a:ext cx="12314363" cy="9172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1"/>
          </p:nvPr>
        </p:nvSpPr>
        <p:spPr>
          <a:xfrm>
            <a:off x="7906796" y="3756513"/>
            <a:ext cx="4272624" cy="23148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2"/>
          </p:nvPr>
        </p:nvSpPr>
        <p:spPr>
          <a:xfrm>
            <a:off x="2436693" y="3756511"/>
            <a:ext cx="4272624" cy="23148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ubTitle" idx="3"/>
          </p:nvPr>
        </p:nvSpPr>
        <p:spPr>
          <a:xfrm>
            <a:off x="2436693" y="2715737"/>
            <a:ext cx="4272624" cy="89510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ubTitle" idx="4"/>
          </p:nvPr>
        </p:nvSpPr>
        <p:spPr>
          <a:xfrm>
            <a:off x="7906796" y="2715737"/>
            <a:ext cx="4272624" cy="89510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6"/>
          <p:cNvGrpSpPr/>
          <p:nvPr/>
        </p:nvGrpSpPr>
        <p:grpSpPr>
          <a:xfrm>
            <a:off x="13462999" y="161"/>
            <a:ext cx="1153089" cy="8237373"/>
            <a:chOff x="8422599" y="100"/>
            <a:chExt cx="721385" cy="5143397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6211643" y="2211056"/>
              <a:ext cx="5143297" cy="721385"/>
            </a:xfrm>
            <a:custGeom>
              <a:avLst/>
              <a:gdLst/>
              <a:ahLst/>
              <a:cxnLst/>
              <a:rect l="l" t="t" r="r" b="b"/>
              <a:pathLst>
                <a:path w="172913" h="39839" extrusionOk="0">
                  <a:moveTo>
                    <a:pt x="172913" y="1"/>
                  </a:moveTo>
                  <a:lnTo>
                    <a:pt x="0" y="16958"/>
                  </a:lnTo>
                  <a:lnTo>
                    <a:pt x="0" y="39839"/>
                  </a:lnTo>
                  <a:lnTo>
                    <a:pt x="172913" y="39839"/>
                  </a:lnTo>
                  <a:lnTo>
                    <a:pt x="17291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39"/>
            </a:p>
          </p:txBody>
        </p:sp>
        <p:sp>
          <p:nvSpPr>
            <p:cNvPr id="44" name="Google Shape;44;p6"/>
            <p:cNvSpPr/>
            <p:nvPr/>
          </p:nvSpPr>
          <p:spPr>
            <a:xfrm rot="-5400000" flipH="1">
              <a:off x="6335095" y="2334657"/>
              <a:ext cx="5143297" cy="474383"/>
            </a:xfrm>
            <a:custGeom>
              <a:avLst/>
              <a:gdLst/>
              <a:ahLst/>
              <a:cxnLst/>
              <a:rect l="l" t="t" r="r" b="b"/>
              <a:pathLst>
                <a:path w="172913" h="39839" extrusionOk="0">
                  <a:moveTo>
                    <a:pt x="172913" y="1"/>
                  </a:moveTo>
                  <a:lnTo>
                    <a:pt x="0" y="16958"/>
                  </a:lnTo>
                  <a:lnTo>
                    <a:pt x="0" y="39839"/>
                  </a:lnTo>
                  <a:lnTo>
                    <a:pt x="172913" y="39839"/>
                  </a:lnTo>
                  <a:lnTo>
                    <a:pt x="17291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39"/>
            </a:p>
          </p:txBody>
        </p:sp>
      </p:grpSp>
      <p:sp>
        <p:nvSpPr>
          <p:cNvPr id="45" name="Google Shape;45;p6"/>
          <p:cNvSpPr/>
          <p:nvPr/>
        </p:nvSpPr>
        <p:spPr>
          <a:xfrm rot="7199932" flipH="1">
            <a:off x="-6031050" y="-2583547"/>
            <a:ext cx="11286803" cy="8644211"/>
          </a:xfrm>
          <a:custGeom>
            <a:avLst/>
            <a:gdLst/>
            <a:ahLst/>
            <a:cxnLst/>
            <a:rect l="l" t="t" r="r" b="b"/>
            <a:pathLst>
              <a:path w="143718" h="110283" extrusionOk="0">
                <a:moveTo>
                  <a:pt x="1276" y="1047"/>
                </a:moveTo>
                <a:lnTo>
                  <a:pt x="17534" y="16565"/>
                </a:lnTo>
                <a:cubicBezTo>
                  <a:pt x="17483" y="16667"/>
                  <a:pt x="17457" y="16743"/>
                  <a:pt x="17432" y="16845"/>
                </a:cubicBezTo>
                <a:lnTo>
                  <a:pt x="1889" y="17279"/>
                </a:lnTo>
                <a:cubicBezTo>
                  <a:pt x="1812" y="16845"/>
                  <a:pt x="1480" y="16514"/>
                  <a:pt x="1046" y="16462"/>
                </a:cubicBezTo>
                <a:lnTo>
                  <a:pt x="1046" y="1149"/>
                </a:lnTo>
                <a:cubicBezTo>
                  <a:pt x="1123" y="1124"/>
                  <a:pt x="1225" y="1098"/>
                  <a:pt x="1276" y="1047"/>
                </a:cubicBezTo>
                <a:close/>
                <a:moveTo>
                  <a:pt x="17432" y="17050"/>
                </a:moveTo>
                <a:cubicBezTo>
                  <a:pt x="17457" y="17177"/>
                  <a:pt x="17508" y="17279"/>
                  <a:pt x="17585" y="17381"/>
                </a:cubicBezTo>
                <a:lnTo>
                  <a:pt x="11638" y="24936"/>
                </a:lnTo>
                <a:cubicBezTo>
                  <a:pt x="11485" y="24859"/>
                  <a:pt x="11306" y="24808"/>
                  <a:pt x="11128" y="24808"/>
                </a:cubicBezTo>
                <a:cubicBezTo>
                  <a:pt x="10873" y="24808"/>
                  <a:pt x="10643" y="24910"/>
                  <a:pt x="10464" y="25064"/>
                </a:cubicBezTo>
                <a:lnTo>
                  <a:pt x="1736" y="17917"/>
                </a:lnTo>
                <a:cubicBezTo>
                  <a:pt x="1812" y="17790"/>
                  <a:pt x="1863" y="17637"/>
                  <a:pt x="1889" y="17483"/>
                </a:cubicBezTo>
                <a:lnTo>
                  <a:pt x="17432" y="17050"/>
                </a:lnTo>
                <a:close/>
                <a:moveTo>
                  <a:pt x="17764" y="17483"/>
                </a:moveTo>
                <a:cubicBezTo>
                  <a:pt x="17840" y="17534"/>
                  <a:pt x="17942" y="17585"/>
                  <a:pt x="18070" y="17585"/>
                </a:cubicBezTo>
                <a:cubicBezTo>
                  <a:pt x="18070" y="17585"/>
                  <a:pt x="18095" y="17560"/>
                  <a:pt x="18121" y="17560"/>
                </a:cubicBezTo>
                <a:lnTo>
                  <a:pt x="20061" y="25089"/>
                </a:lnTo>
                <a:lnTo>
                  <a:pt x="12047" y="25574"/>
                </a:lnTo>
                <a:cubicBezTo>
                  <a:pt x="12021" y="25395"/>
                  <a:pt x="11919" y="25191"/>
                  <a:pt x="11791" y="25064"/>
                </a:cubicBezTo>
                <a:lnTo>
                  <a:pt x="17764" y="17483"/>
                </a:lnTo>
                <a:close/>
                <a:moveTo>
                  <a:pt x="20112" y="25268"/>
                </a:moveTo>
                <a:lnTo>
                  <a:pt x="22460" y="34405"/>
                </a:lnTo>
                <a:cubicBezTo>
                  <a:pt x="22332" y="34456"/>
                  <a:pt x="22230" y="34507"/>
                  <a:pt x="22128" y="34609"/>
                </a:cubicBezTo>
                <a:lnTo>
                  <a:pt x="14726" y="28560"/>
                </a:lnTo>
                <a:lnTo>
                  <a:pt x="11919" y="26263"/>
                </a:lnTo>
                <a:cubicBezTo>
                  <a:pt x="12021" y="26135"/>
                  <a:pt x="12072" y="25957"/>
                  <a:pt x="12072" y="25778"/>
                </a:cubicBezTo>
                <a:lnTo>
                  <a:pt x="20112" y="25268"/>
                </a:lnTo>
                <a:close/>
                <a:moveTo>
                  <a:pt x="45507" y="23660"/>
                </a:moveTo>
                <a:cubicBezTo>
                  <a:pt x="45507" y="23711"/>
                  <a:pt x="45532" y="23762"/>
                  <a:pt x="45532" y="23787"/>
                </a:cubicBezTo>
                <a:lnTo>
                  <a:pt x="23583" y="34762"/>
                </a:lnTo>
                <a:cubicBezTo>
                  <a:pt x="23404" y="34507"/>
                  <a:pt x="23123" y="34328"/>
                  <a:pt x="22792" y="34328"/>
                </a:cubicBezTo>
                <a:cubicBezTo>
                  <a:pt x="22741" y="34328"/>
                  <a:pt x="22690" y="34328"/>
                  <a:pt x="22664" y="34354"/>
                </a:cubicBezTo>
                <a:lnTo>
                  <a:pt x="20316" y="25242"/>
                </a:lnTo>
                <a:lnTo>
                  <a:pt x="45507" y="23660"/>
                </a:lnTo>
                <a:close/>
                <a:moveTo>
                  <a:pt x="45634" y="23966"/>
                </a:moveTo>
                <a:cubicBezTo>
                  <a:pt x="45634" y="23992"/>
                  <a:pt x="45634" y="23992"/>
                  <a:pt x="45634" y="23992"/>
                </a:cubicBezTo>
                <a:lnTo>
                  <a:pt x="30908" y="36855"/>
                </a:lnTo>
                <a:lnTo>
                  <a:pt x="23736" y="35375"/>
                </a:lnTo>
                <a:cubicBezTo>
                  <a:pt x="23736" y="35349"/>
                  <a:pt x="23736" y="35298"/>
                  <a:pt x="23736" y="35273"/>
                </a:cubicBezTo>
                <a:cubicBezTo>
                  <a:pt x="23736" y="35170"/>
                  <a:pt x="23710" y="35043"/>
                  <a:pt x="23685" y="34941"/>
                </a:cubicBezTo>
                <a:lnTo>
                  <a:pt x="45634" y="23966"/>
                </a:lnTo>
                <a:close/>
                <a:moveTo>
                  <a:pt x="1608" y="18070"/>
                </a:moveTo>
                <a:lnTo>
                  <a:pt x="10337" y="25217"/>
                </a:lnTo>
                <a:cubicBezTo>
                  <a:pt x="10235" y="25370"/>
                  <a:pt x="10183" y="25548"/>
                  <a:pt x="10183" y="25753"/>
                </a:cubicBezTo>
                <a:cubicBezTo>
                  <a:pt x="10183" y="26008"/>
                  <a:pt x="10311" y="26238"/>
                  <a:pt x="10464" y="26416"/>
                </a:cubicBezTo>
                <a:lnTo>
                  <a:pt x="1455" y="37876"/>
                </a:lnTo>
                <a:cubicBezTo>
                  <a:pt x="1327" y="37799"/>
                  <a:pt x="1200" y="37774"/>
                  <a:pt x="1046" y="37748"/>
                </a:cubicBezTo>
                <a:lnTo>
                  <a:pt x="1046" y="18351"/>
                </a:lnTo>
                <a:cubicBezTo>
                  <a:pt x="1276" y="18326"/>
                  <a:pt x="1455" y="18224"/>
                  <a:pt x="1608" y="18070"/>
                </a:cubicBezTo>
                <a:close/>
                <a:moveTo>
                  <a:pt x="11791" y="26416"/>
                </a:moveTo>
                <a:lnTo>
                  <a:pt x="21924" y="34686"/>
                </a:lnTo>
                <a:lnTo>
                  <a:pt x="22000" y="34762"/>
                </a:lnTo>
                <a:cubicBezTo>
                  <a:pt x="21898" y="34915"/>
                  <a:pt x="21847" y="35094"/>
                  <a:pt x="21847" y="35273"/>
                </a:cubicBezTo>
                <a:cubicBezTo>
                  <a:pt x="21847" y="35298"/>
                  <a:pt x="21847" y="35324"/>
                  <a:pt x="21847" y="35324"/>
                </a:cubicBezTo>
                <a:lnTo>
                  <a:pt x="10822" y="37034"/>
                </a:lnTo>
                <a:lnTo>
                  <a:pt x="1863" y="38437"/>
                </a:lnTo>
                <a:cubicBezTo>
                  <a:pt x="1812" y="38284"/>
                  <a:pt x="1736" y="38131"/>
                  <a:pt x="1608" y="38003"/>
                </a:cubicBezTo>
                <a:lnTo>
                  <a:pt x="10643" y="26544"/>
                </a:lnTo>
                <a:cubicBezTo>
                  <a:pt x="10770" y="26620"/>
                  <a:pt x="10949" y="26697"/>
                  <a:pt x="11128" y="26697"/>
                </a:cubicBezTo>
                <a:cubicBezTo>
                  <a:pt x="11383" y="26697"/>
                  <a:pt x="11638" y="26569"/>
                  <a:pt x="11791" y="26416"/>
                </a:cubicBezTo>
                <a:close/>
                <a:moveTo>
                  <a:pt x="45762" y="24145"/>
                </a:moveTo>
                <a:cubicBezTo>
                  <a:pt x="45915" y="24272"/>
                  <a:pt x="46119" y="24349"/>
                  <a:pt x="46323" y="24349"/>
                </a:cubicBezTo>
                <a:cubicBezTo>
                  <a:pt x="46400" y="24349"/>
                  <a:pt x="46476" y="24349"/>
                  <a:pt x="46553" y="24323"/>
                </a:cubicBezTo>
                <a:lnTo>
                  <a:pt x="52985" y="40734"/>
                </a:lnTo>
                <a:cubicBezTo>
                  <a:pt x="52781" y="40836"/>
                  <a:pt x="52602" y="41041"/>
                  <a:pt x="52525" y="41270"/>
                </a:cubicBezTo>
                <a:lnTo>
                  <a:pt x="31163" y="36906"/>
                </a:lnTo>
                <a:lnTo>
                  <a:pt x="45762" y="24145"/>
                </a:lnTo>
                <a:close/>
                <a:moveTo>
                  <a:pt x="23685" y="35579"/>
                </a:moveTo>
                <a:lnTo>
                  <a:pt x="23813" y="35604"/>
                </a:lnTo>
                <a:lnTo>
                  <a:pt x="30729" y="37008"/>
                </a:lnTo>
                <a:lnTo>
                  <a:pt x="18836" y="47396"/>
                </a:lnTo>
                <a:cubicBezTo>
                  <a:pt x="18810" y="47370"/>
                  <a:pt x="18759" y="47345"/>
                  <a:pt x="18734" y="47319"/>
                </a:cubicBezTo>
                <a:lnTo>
                  <a:pt x="21158" y="40275"/>
                </a:lnTo>
                <a:lnTo>
                  <a:pt x="22562" y="36191"/>
                </a:lnTo>
                <a:cubicBezTo>
                  <a:pt x="22638" y="36217"/>
                  <a:pt x="22715" y="36217"/>
                  <a:pt x="22792" y="36217"/>
                </a:cubicBezTo>
                <a:cubicBezTo>
                  <a:pt x="23200" y="36217"/>
                  <a:pt x="23557" y="35962"/>
                  <a:pt x="23685" y="35579"/>
                </a:cubicBezTo>
                <a:close/>
                <a:moveTo>
                  <a:pt x="21873" y="35528"/>
                </a:moveTo>
                <a:cubicBezTo>
                  <a:pt x="21949" y="35783"/>
                  <a:pt x="22128" y="36013"/>
                  <a:pt x="22383" y="36140"/>
                </a:cubicBezTo>
                <a:lnTo>
                  <a:pt x="20980" y="40224"/>
                </a:lnTo>
                <a:lnTo>
                  <a:pt x="18555" y="47243"/>
                </a:lnTo>
                <a:lnTo>
                  <a:pt x="18453" y="47243"/>
                </a:lnTo>
                <a:cubicBezTo>
                  <a:pt x="18249" y="47243"/>
                  <a:pt x="18070" y="47345"/>
                  <a:pt x="17942" y="47498"/>
                </a:cubicBezTo>
                <a:lnTo>
                  <a:pt x="12404" y="44563"/>
                </a:lnTo>
                <a:lnTo>
                  <a:pt x="1812" y="39024"/>
                </a:lnTo>
                <a:cubicBezTo>
                  <a:pt x="1863" y="38922"/>
                  <a:pt x="1889" y="38820"/>
                  <a:pt x="1889" y="38693"/>
                </a:cubicBezTo>
                <a:cubicBezTo>
                  <a:pt x="1889" y="38667"/>
                  <a:pt x="1889" y="38641"/>
                  <a:pt x="1889" y="38641"/>
                </a:cubicBezTo>
                <a:lnTo>
                  <a:pt x="21873" y="35528"/>
                </a:lnTo>
                <a:close/>
                <a:moveTo>
                  <a:pt x="30959" y="37059"/>
                </a:moveTo>
                <a:lnTo>
                  <a:pt x="52474" y="41474"/>
                </a:lnTo>
                <a:cubicBezTo>
                  <a:pt x="52474" y="41500"/>
                  <a:pt x="52474" y="41551"/>
                  <a:pt x="52474" y="41577"/>
                </a:cubicBezTo>
                <a:cubicBezTo>
                  <a:pt x="52474" y="41602"/>
                  <a:pt x="52474" y="41602"/>
                  <a:pt x="52500" y="41628"/>
                </a:cubicBezTo>
                <a:lnTo>
                  <a:pt x="44282" y="43108"/>
                </a:lnTo>
                <a:lnTo>
                  <a:pt x="19014" y="47651"/>
                </a:lnTo>
                <a:cubicBezTo>
                  <a:pt x="18989" y="47600"/>
                  <a:pt x="18989" y="47574"/>
                  <a:pt x="18963" y="47523"/>
                </a:cubicBezTo>
                <a:lnTo>
                  <a:pt x="30959" y="37059"/>
                </a:lnTo>
                <a:close/>
                <a:moveTo>
                  <a:pt x="52653" y="42113"/>
                </a:moveTo>
                <a:cubicBezTo>
                  <a:pt x="52704" y="42189"/>
                  <a:pt x="52781" y="42240"/>
                  <a:pt x="52832" y="42317"/>
                </a:cubicBezTo>
                <a:lnTo>
                  <a:pt x="45992" y="53036"/>
                </a:lnTo>
                <a:cubicBezTo>
                  <a:pt x="45864" y="52985"/>
                  <a:pt x="45736" y="52934"/>
                  <a:pt x="45583" y="52934"/>
                </a:cubicBezTo>
                <a:cubicBezTo>
                  <a:pt x="45124" y="52934"/>
                  <a:pt x="44766" y="53240"/>
                  <a:pt x="44664" y="53623"/>
                </a:cubicBezTo>
                <a:lnTo>
                  <a:pt x="34864" y="52066"/>
                </a:lnTo>
                <a:lnTo>
                  <a:pt x="35604" y="51632"/>
                </a:lnTo>
                <a:lnTo>
                  <a:pt x="45966" y="45839"/>
                </a:lnTo>
                <a:lnTo>
                  <a:pt x="52653" y="42113"/>
                </a:lnTo>
                <a:close/>
                <a:moveTo>
                  <a:pt x="53010" y="42419"/>
                </a:moveTo>
                <a:cubicBezTo>
                  <a:pt x="53138" y="42470"/>
                  <a:pt x="53265" y="42521"/>
                  <a:pt x="53419" y="42521"/>
                </a:cubicBezTo>
                <a:cubicBezTo>
                  <a:pt x="53546" y="42521"/>
                  <a:pt x="53648" y="42495"/>
                  <a:pt x="53750" y="42444"/>
                </a:cubicBezTo>
                <a:lnTo>
                  <a:pt x="60616" y="56201"/>
                </a:lnTo>
                <a:lnTo>
                  <a:pt x="60616" y="56201"/>
                </a:lnTo>
                <a:lnTo>
                  <a:pt x="51709" y="54772"/>
                </a:lnTo>
                <a:lnTo>
                  <a:pt x="46502" y="53929"/>
                </a:lnTo>
                <a:cubicBezTo>
                  <a:pt x="46502" y="53904"/>
                  <a:pt x="46528" y="53904"/>
                  <a:pt x="46528" y="53878"/>
                </a:cubicBezTo>
                <a:cubicBezTo>
                  <a:pt x="46528" y="53572"/>
                  <a:pt x="46374" y="53317"/>
                  <a:pt x="46170" y="53138"/>
                </a:cubicBezTo>
                <a:lnTo>
                  <a:pt x="46579" y="52500"/>
                </a:lnTo>
                <a:lnTo>
                  <a:pt x="53010" y="42419"/>
                </a:lnTo>
                <a:close/>
                <a:moveTo>
                  <a:pt x="52525" y="41832"/>
                </a:moveTo>
                <a:cubicBezTo>
                  <a:pt x="52525" y="41857"/>
                  <a:pt x="52551" y="41908"/>
                  <a:pt x="52551" y="41934"/>
                </a:cubicBezTo>
                <a:lnTo>
                  <a:pt x="42163" y="47753"/>
                </a:lnTo>
                <a:lnTo>
                  <a:pt x="34557" y="51990"/>
                </a:lnTo>
                <a:lnTo>
                  <a:pt x="34430" y="51990"/>
                </a:lnTo>
                <a:lnTo>
                  <a:pt x="34455" y="52041"/>
                </a:lnTo>
                <a:lnTo>
                  <a:pt x="26901" y="56277"/>
                </a:lnTo>
                <a:lnTo>
                  <a:pt x="23557" y="58141"/>
                </a:lnTo>
                <a:cubicBezTo>
                  <a:pt x="23379" y="57911"/>
                  <a:pt x="23098" y="57732"/>
                  <a:pt x="22792" y="57732"/>
                </a:cubicBezTo>
                <a:cubicBezTo>
                  <a:pt x="22690" y="57732"/>
                  <a:pt x="22613" y="57758"/>
                  <a:pt x="22536" y="57783"/>
                </a:cubicBezTo>
                <a:lnTo>
                  <a:pt x="19857" y="51096"/>
                </a:lnTo>
                <a:lnTo>
                  <a:pt x="18759" y="48391"/>
                </a:lnTo>
                <a:cubicBezTo>
                  <a:pt x="18938" y="48263"/>
                  <a:pt x="19065" y="48085"/>
                  <a:pt x="19065" y="47855"/>
                </a:cubicBezTo>
                <a:lnTo>
                  <a:pt x="24987" y="46783"/>
                </a:lnTo>
                <a:lnTo>
                  <a:pt x="52525" y="41832"/>
                </a:lnTo>
                <a:close/>
                <a:moveTo>
                  <a:pt x="54108" y="42215"/>
                </a:moveTo>
                <a:lnTo>
                  <a:pt x="74909" y="58421"/>
                </a:lnTo>
                <a:cubicBezTo>
                  <a:pt x="74909" y="58447"/>
                  <a:pt x="74883" y="58472"/>
                  <a:pt x="74883" y="58498"/>
                </a:cubicBezTo>
                <a:lnTo>
                  <a:pt x="60871" y="56226"/>
                </a:lnTo>
                <a:lnTo>
                  <a:pt x="53929" y="42368"/>
                </a:lnTo>
                <a:cubicBezTo>
                  <a:pt x="54006" y="42317"/>
                  <a:pt x="54057" y="42266"/>
                  <a:pt x="54108" y="42215"/>
                </a:cubicBezTo>
                <a:close/>
                <a:moveTo>
                  <a:pt x="60973" y="56456"/>
                </a:moveTo>
                <a:lnTo>
                  <a:pt x="74858" y="58702"/>
                </a:lnTo>
                <a:lnTo>
                  <a:pt x="63321" y="61203"/>
                </a:lnTo>
                <a:lnTo>
                  <a:pt x="60973" y="56456"/>
                </a:lnTo>
                <a:close/>
                <a:moveTo>
                  <a:pt x="46476" y="54134"/>
                </a:moveTo>
                <a:lnTo>
                  <a:pt x="60718" y="56405"/>
                </a:lnTo>
                <a:lnTo>
                  <a:pt x="63117" y="61229"/>
                </a:lnTo>
                <a:lnTo>
                  <a:pt x="58447" y="62250"/>
                </a:lnTo>
                <a:cubicBezTo>
                  <a:pt x="58370" y="61969"/>
                  <a:pt x="58115" y="61790"/>
                  <a:pt x="57808" y="61790"/>
                </a:cubicBezTo>
                <a:cubicBezTo>
                  <a:pt x="57604" y="61790"/>
                  <a:pt x="57426" y="61867"/>
                  <a:pt x="57298" y="61995"/>
                </a:cubicBezTo>
                <a:lnTo>
                  <a:pt x="46400" y="54338"/>
                </a:lnTo>
                <a:cubicBezTo>
                  <a:pt x="46425" y="54261"/>
                  <a:pt x="46451" y="54185"/>
                  <a:pt x="46476" y="54134"/>
                </a:cubicBezTo>
                <a:close/>
                <a:moveTo>
                  <a:pt x="1736" y="39203"/>
                </a:moveTo>
                <a:lnTo>
                  <a:pt x="4543" y="40683"/>
                </a:lnTo>
                <a:lnTo>
                  <a:pt x="17866" y="47676"/>
                </a:lnTo>
                <a:cubicBezTo>
                  <a:pt x="17840" y="47727"/>
                  <a:pt x="17815" y="47779"/>
                  <a:pt x="17815" y="47855"/>
                </a:cubicBezTo>
                <a:cubicBezTo>
                  <a:pt x="17815" y="47983"/>
                  <a:pt x="17866" y="48085"/>
                  <a:pt x="17917" y="48187"/>
                </a:cubicBezTo>
                <a:lnTo>
                  <a:pt x="1940" y="62530"/>
                </a:lnTo>
                <a:lnTo>
                  <a:pt x="1582" y="62862"/>
                </a:lnTo>
                <a:cubicBezTo>
                  <a:pt x="1429" y="62735"/>
                  <a:pt x="1251" y="62633"/>
                  <a:pt x="1046" y="62607"/>
                </a:cubicBezTo>
                <a:lnTo>
                  <a:pt x="1046" y="39611"/>
                </a:lnTo>
                <a:cubicBezTo>
                  <a:pt x="1327" y="39586"/>
                  <a:pt x="1582" y="39433"/>
                  <a:pt x="1736" y="39203"/>
                </a:cubicBezTo>
                <a:close/>
                <a:moveTo>
                  <a:pt x="18070" y="48340"/>
                </a:moveTo>
                <a:cubicBezTo>
                  <a:pt x="18172" y="48417"/>
                  <a:pt x="18300" y="48468"/>
                  <a:pt x="18453" y="48468"/>
                </a:cubicBezTo>
                <a:lnTo>
                  <a:pt x="18580" y="48468"/>
                </a:lnTo>
                <a:lnTo>
                  <a:pt x="22358" y="57860"/>
                </a:lnTo>
                <a:cubicBezTo>
                  <a:pt x="22051" y="58013"/>
                  <a:pt x="21847" y="58319"/>
                  <a:pt x="21847" y="58677"/>
                </a:cubicBezTo>
                <a:cubicBezTo>
                  <a:pt x="21847" y="58728"/>
                  <a:pt x="21847" y="58753"/>
                  <a:pt x="21847" y="58779"/>
                </a:cubicBezTo>
                <a:lnTo>
                  <a:pt x="1838" y="63245"/>
                </a:lnTo>
                <a:cubicBezTo>
                  <a:pt x="1812" y="63169"/>
                  <a:pt x="1761" y="63066"/>
                  <a:pt x="1710" y="62990"/>
                </a:cubicBezTo>
                <a:lnTo>
                  <a:pt x="7019" y="58243"/>
                </a:lnTo>
                <a:lnTo>
                  <a:pt x="18070" y="48340"/>
                </a:lnTo>
                <a:close/>
                <a:moveTo>
                  <a:pt x="46272" y="54491"/>
                </a:moveTo>
                <a:lnTo>
                  <a:pt x="57196" y="62173"/>
                </a:lnTo>
                <a:cubicBezTo>
                  <a:pt x="57145" y="62275"/>
                  <a:pt x="57119" y="62377"/>
                  <a:pt x="57119" y="62479"/>
                </a:cubicBezTo>
                <a:cubicBezTo>
                  <a:pt x="57119" y="62505"/>
                  <a:pt x="57119" y="62505"/>
                  <a:pt x="57119" y="62530"/>
                </a:cubicBezTo>
                <a:lnTo>
                  <a:pt x="46732" y="64776"/>
                </a:lnTo>
                <a:cubicBezTo>
                  <a:pt x="46604" y="64419"/>
                  <a:pt x="46298" y="64164"/>
                  <a:pt x="45915" y="64113"/>
                </a:cubicBezTo>
                <a:lnTo>
                  <a:pt x="45685" y="54823"/>
                </a:lnTo>
                <a:cubicBezTo>
                  <a:pt x="45915" y="54797"/>
                  <a:pt x="46145" y="54670"/>
                  <a:pt x="46272" y="54491"/>
                </a:cubicBezTo>
                <a:close/>
                <a:moveTo>
                  <a:pt x="99206" y="51607"/>
                </a:moveTo>
                <a:lnTo>
                  <a:pt x="118960" y="60872"/>
                </a:lnTo>
                <a:cubicBezTo>
                  <a:pt x="118935" y="60948"/>
                  <a:pt x="118935" y="61025"/>
                  <a:pt x="118935" y="61101"/>
                </a:cubicBezTo>
                <a:cubicBezTo>
                  <a:pt x="118935" y="61127"/>
                  <a:pt x="118935" y="61127"/>
                  <a:pt x="118935" y="61152"/>
                </a:cubicBezTo>
                <a:lnTo>
                  <a:pt x="103009" y="64802"/>
                </a:lnTo>
                <a:lnTo>
                  <a:pt x="98772" y="51990"/>
                </a:lnTo>
                <a:cubicBezTo>
                  <a:pt x="98951" y="51913"/>
                  <a:pt x="99104" y="51760"/>
                  <a:pt x="99206" y="51607"/>
                </a:cubicBezTo>
                <a:close/>
                <a:moveTo>
                  <a:pt x="34685" y="52219"/>
                </a:moveTo>
                <a:lnTo>
                  <a:pt x="44639" y="53827"/>
                </a:lnTo>
                <a:cubicBezTo>
                  <a:pt x="44639" y="53853"/>
                  <a:pt x="44639" y="53853"/>
                  <a:pt x="44639" y="53878"/>
                </a:cubicBezTo>
                <a:cubicBezTo>
                  <a:pt x="44639" y="54185"/>
                  <a:pt x="44766" y="54440"/>
                  <a:pt x="44996" y="54619"/>
                </a:cubicBezTo>
                <a:lnTo>
                  <a:pt x="40989" y="60897"/>
                </a:lnTo>
                <a:lnTo>
                  <a:pt x="37493" y="66333"/>
                </a:lnTo>
                <a:cubicBezTo>
                  <a:pt x="37416" y="66308"/>
                  <a:pt x="37339" y="66282"/>
                  <a:pt x="37237" y="66257"/>
                </a:cubicBezTo>
                <a:lnTo>
                  <a:pt x="34685" y="52219"/>
                </a:lnTo>
                <a:close/>
                <a:moveTo>
                  <a:pt x="34481" y="52270"/>
                </a:moveTo>
                <a:lnTo>
                  <a:pt x="37033" y="66282"/>
                </a:lnTo>
                <a:cubicBezTo>
                  <a:pt x="36906" y="66308"/>
                  <a:pt x="36778" y="66359"/>
                  <a:pt x="36676" y="66461"/>
                </a:cubicBezTo>
                <a:lnTo>
                  <a:pt x="23659" y="59059"/>
                </a:lnTo>
                <a:cubicBezTo>
                  <a:pt x="23710" y="58957"/>
                  <a:pt x="23736" y="58830"/>
                  <a:pt x="23736" y="58677"/>
                </a:cubicBezTo>
                <a:cubicBezTo>
                  <a:pt x="23736" y="58549"/>
                  <a:pt x="23710" y="58421"/>
                  <a:pt x="23659" y="58319"/>
                </a:cubicBezTo>
                <a:lnTo>
                  <a:pt x="34481" y="52270"/>
                </a:lnTo>
                <a:close/>
                <a:moveTo>
                  <a:pt x="97624" y="51683"/>
                </a:moveTo>
                <a:cubicBezTo>
                  <a:pt x="97726" y="51811"/>
                  <a:pt x="97879" y="51939"/>
                  <a:pt x="98057" y="51990"/>
                </a:cubicBezTo>
                <a:lnTo>
                  <a:pt x="94229" y="66206"/>
                </a:lnTo>
                <a:lnTo>
                  <a:pt x="94127" y="66206"/>
                </a:lnTo>
                <a:cubicBezTo>
                  <a:pt x="93872" y="66206"/>
                  <a:pt x="93668" y="66333"/>
                  <a:pt x="93540" y="66538"/>
                </a:cubicBezTo>
                <a:lnTo>
                  <a:pt x="81162" y="61101"/>
                </a:lnTo>
                <a:lnTo>
                  <a:pt x="97624" y="51683"/>
                </a:lnTo>
                <a:close/>
                <a:moveTo>
                  <a:pt x="98593" y="52041"/>
                </a:moveTo>
                <a:lnTo>
                  <a:pt x="102805" y="64828"/>
                </a:lnTo>
                <a:lnTo>
                  <a:pt x="94791" y="66665"/>
                </a:lnTo>
                <a:cubicBezTo>
                  <a:pt x="94714" y="66486"/>
                  <a:pt x="94586" y="66333"/>
                  <a:pt x="94408" y="66257"/>
                </a:cubicBezTo>
                <a:lnTo>
                  <a:pt x="98236" y="52041"/>
                </a:lnTo>
                <a:cubicBezTo>
                  <a:pt x="98287" y="52066"/>
                  <a:pt x="98338" y="52066"/>
                  <a:pt x="98389" y="52066"/>
                </a:cubicBezTo>
                <a:cubicBezTo>
                  <a:pt x="98466" y="52066"/>
                  <a:pt x="98517" y="52066"/>
                  <a:pt x="98593" y="52041"/>
                </a:cubicBezTo>
                <a:close/>
                <a:moveTo>
                  <a:pt x="45149" y="54721"/>
                </a:moveTo>
                <a:cubicBezTo>
                  <a:pt x="45251" y="54772"/>
                  <a:pt x="45379" y="54797"/>
                  <a:pt x="45507" y="54823"/>
                </a:cubicBezTo>
                <a:lnTo>
                  <a:pt x="45711" y="64138"/>
                </a:lnTo>
                <a:cubicBezTo>
                  <a:pt x="45251" y="64189"/>
                  <a:pt x="44894" y="64572"/>
                  <a:pt x="44894" y="65057"/>
                </a:cubicBezTo>
                <a:cubicBezTo>
                  <a:pt x="44894" y="65108"/>
                  <a:pt x="44894" y="65134"/>
                  <a:pt x="44894" y="65159"/>
                </a:cubicBezTo>
                <a:lnTo>
                  <a:pt x="37850" y="66691"/>
                </a:lnTo>
                <a:cubicBezTo>
                  <a:pt x="37799" y="66589"/>
                  <a:pt x="37748" y="66512"/>
                  <a:pt x="37671" y="66461"/>
                </a:cubicBezTo>
                <a:lnTo>
                  <a:pt x="40223" y="62454"/>
                </a:lnTo>
                <a:lnTo>
                  <a:pt x="45149" y="54721"/>
                </a:lnTo>
                <a:close/>
                <a:moveTo>
                  <a:pt x="74909" y="58906"/>
                </a:moveTo>
                <a:cubicBezTo>
                  <a:pt x="74909" y="58957"/>
                  <a:pt x="74960" y="59008"/>
                  <a:pt x="74985" y="59059"/>
                </a:cubicBezTo>
                <a:lnTo>
                  <a:pt x="67635" y="68248"/>
                </a:lnTo>
                <a:cubicBezTo>
                  <a:pt x="67507" y="68145"/>
                  <a:pt x="67328" y="68094"/>
                  <a:pt x="67150" y="68094"/>
                </a:cubicBezTo>
                <a:cubicBezTo>
                  <a:pt x="67022" y="68094"/>
                  <a:pt x="66920" y="68120"/>
                  <a:pt x="66818" y="68145"/>
                </a:cubicBezTo>
                <a:lnTo>
                  <a:pt x="63423" y="61382"/>
                </a:lnTo>
                <a:lnTo>
                  <a:pt x="74909" y="58906"/>
                </a:lnTo>
                <a:close/>
                <a:moveTo>
                  <a:pt x="63219" y="61408"/>
                </a:moveTo>
                <a:lnTo>
                  <a:pt x="66614" y="68248"/>
                </a:lnTo>
                <a:cubicBezTo>
                  <a:pt x="66563" y="68299"/>
                  <a:pt x="66486" y="68350"/>
                  <a:pt x="66435" y="68426"/>
                </a:cubicBezTo>
                <a:lnTo>
                  <a:pt x="58421" y="62786"/>
                </a:lnTo>
                <a:cubicBezTo>
                  <a:pt x="58472" y="62709"/>
                  <a:pt x="58498" y="62582"/>
                  <a:pt x="58498" y="62479"/>
                </a:cubicBezTo>
                <a:cubicBezTo>
                  <a:pt x="58498" y="62454"/>
                  <a:pt x="58498" y="62454"/>
                  <a:pt x="58498" y="62428"/>
                </a:cubicBezTo>
                <a:lnTo>
                  <a:pt x="63219" y="61408"/>
                </a:lnTo>
                <a:close/>
                <a:moveTo>
                  <a:pt x="75878" y="59008"/>
                </a:moveTo>
                <a:lnTo>
                  <a:pt x="80728" y="61127"/>
                </a:lnTo>
                <a:lnTo>
                  <a:pt x="67915" y="68477"/>
                </a:lnTo>
                <a:cubicBezTo>
                  <a:pt x="67864" y="68452"/>
                  <a:pt x="67839" y="68401"/>
                  <a:pt x="67813" y="68375"/>
                </a:cubicBezTo>
                <a:lnTo>
                  <a:pt x="75138" y="59187"/>
                </a:lnTo>
                <a:cubicBezTo>
                  <a:pt x="75215" y="59213"/>
                  <a:pt x="75317" y="59238"/>
                  <a:pt x="75419" y="59238"/>
                </a:cubicBezTo>
                <a:cubicBezTo>
                  <a:pt x="75598" y="59238"/>
                  <a:pt x="75776" y="59136"/>
                  <a:pt x="75878" y="59008"/>
                </a:cubicBezTo>
                <a:close/>
                <a:moveTo>
                  <a:pt x="80957" y="61229"/>
                </a:moveTo>
                <a:lnTo>
                  <a:pt x="93463" y="66716"/>
                </a:lnTo>
                <a:cubicBezTo>
                  <a:pt x="93438" y="66767"/>
                  <a:pt x="93438" y="66818"/>
                  <a:pt x="93438" y="66869"/>
                </a:cubicBezTo>
                <a:lnTo>
                  <a:pt x="84964" y="67533"/>
                </a:lnTo>
                <a:lnTo>
                  <a:pt x="68069" y="68860"/>
                </a:lnTo>
                <a:cubicBezTo>
                  <a:pt x="68043" y="68783"/>
                  <a:pt x="68017" y="68732"/>
                  <a:pt x="67992" y="68656"/>
                </a:cubicBezTo>
                <a:lnTo>
                  <a:pt x="80957" y="61229"/>
                </a:lnTo>
                <a:close/>
                <a:moveTo>
                  <a:pt x="118986" y="61356"/>
                </a:moveTo>
                <a:lnTo>
                  <a:pt x="110997" y="65746"/>
                </a:lnTo>
                <a:lnTo>
                  <a:pt x="104515" y="69345"/>
                </a:lnTo>
                <a:lnTo>
                  <a:pt x="103060" y="64981"/>
                </a:lnTo>
                <a:lnTo>
                  <a:pt x="118986" y="61356"/>
                </a:lnTo>
                <a:close/>
                <a:moveTo>
                  <a:pt x="23557" y="59238"/>
                </a:moveTo>
                <a:lnTo>
                  <a:pt x="36548" y="66614"/>
                </a:lnTo>
                <a:cubicBezTo>
                  <a:pt x="36497" y="66742"/>
                  <a:pt x="36446" y="66844"/>
                  <a:pt x="36446" y="66997"/>
                </a:cubicBezTo>
                <a:cubicBezTo>
                  <a:pt x="36446" y="67227"/>
                  <a:pt x="36574" y="67456"/>
                  <a:pt x="36752" y="67584"/>
                </a:cubicBezTo>
                <a:lnTo>
                  <a:pt x="34175" y="72050"/>
                </a:lnTo>
                <a:lnTo>
                  <a:pt x="23481" y="59340"/>
                </a:lnTo>
                <a:cubicBezTo>
                  <a:pt x="23506" y="59315"/>
                  <a:pt x="23532" y="59264"/>
                  <a:pt x="23557" y="59238"/>
                </a:cubicBezTo>
                <a:close/>
                <a:moveTo>
                  <a:pt x="119088" y="61535"/>
                </a:moveTo>
                <a:cubicBezTo>
                  <a:pt x="119088" y="61561"/>
                  <a:pt x="119114" y="61586"/>
                  <a:pt x="119139" y="61612"/>
                </a:cubicBezTo>
                <a:lnTo>
                  <a:pt x="111891" y="71412"/>
                </a:lnTo>
                <a:lnTo>
                  <a:pt x="107705" y="77078"/>
                </a:lnTo>
                <a:cubicBezTo>
                  <a:pt x="107552" y="77002"/>
                  <a:pt x="107399" y="76951"/>
                  <a:pt x="107220" y="76951"/>
                </a:cubicBezTo>
                <a:cubicBezTo>
                  <a:pt x="107143" y="76951"/>
                  <a:pt x="107092" y="76951"/>
                  <a:pt x="107016" y="76976"/>
                </a:cubicBezTo>
                <a:lnTo>
                  <a:pt x="104566" y="69524"/>
                </a:lnTo>
                <a:lnTo>
                  <a:pt x="111431" y="65746"/>
                </a:lnTo>
                <a:lnTo>
                  <a:pt x="119088" y="61535"/>
                </a:lnTo>
                <a:close/>
                <a:moveTo>
                  <a:pt x="119981" y="61739"/>
                </a:moveTo>
                <a:lnTo>
                  <a:pt x="127664" y="73199"/>
                </a:lnTo>
                <a:lnTo>
                  <a:pt x="123172" y="78916"/>
                </a:lnTo>
                <a:lnTo>
                  <a:pt x="108164" y="77869"/>
                </a:lnTo>
                <a:cubicBezTo>
                  <a:pt x="108164" y="77614"/>
                  <a:pt x="108037" y="77385"/>
                  <a:pt x="107858" y="77206"/>
                </a:cubicBezTo>
                <a:lnTo>
                  <a:pt x="119318" y="61739"/>
                </a:lnTo>
                <a:cubicBezTo>
                  <a:pt x="119420" y="61790"/>
                  <a:pt x="119547" y="61816"/>
                  <a:pt x="119675" y="61816"/>
                </a:cubicBezTo>
                <a:cubicBezTo>
                  <a:pt x="119777" y="61816"/>
                  <a:pt x="119879" y="61790"/>
                  <a:pt x="119981" y="61739"/>
                </a:cubicBezTo>
                <a:close/>
                <a:moveTo>
                  <a:pt x="142288" y="55027"/>
                </a:moveTo>
                <a:cubicBezTo>
                  <a:pt x="142288" y="55052"/>
                  <a:pt x="142314" y="55052"/>
                  <a:pt x="142339" y="55052"/>
                </a:cubicBezTo>
                <a:lnTo>
                  <a:pt x="132283" y="78916"/>
                </a:lnTo>
                <a:cubicBezTo>
                  <a:pt x="132232" y="78916"/>
                  <a:pt x="132156" y="78890"/>
                  <a:pt x="132105" y="78890"/>
                </a:cubicBezTo>
                <a:cubicBezTo>
                  <a:pt x="131977" y="78890"/>
                  <a:pt x="131875" y="78916"/>
                  <a:pt x="131773" y="78967"/>
                </a:cubicBezTo>
                <a:lnTo>
                  <a:pt x="127919" y="73224"/>
                </a:lnTo>
                <a:lnTo>
                  <a:pt x="142288" y="55027"/>
                </a:lnTo>
                <a:close/>
                <a:moveTo>
                  <a:pt x="102881" y="65032"/>
                </a:moveTo>
                <a:lnTo>
                  <a:pt x="104336" y="69422"/>
                </a:lnTo>
                <a:lnTo>
                  <a:pt x="86955" y="78992"/>
                </a:lnTo>
                <a:cubicBezTo>
                  <a:pt x="86930" y="78967"/>
                  <a:pt x="86904" y="78941"/>
                  <a:pt x="86879" y="78916"/>
                </a:cubicBezTo>
                <a:lnTo>
                  <a:pt x="91268" y="71770"/>
                </a:lnTo>
                <a:lnTo>
                  <a:pt x="93846" y="67558"/>
                </a:lnTo>
                <a:cubicBezTo>
                  <a:pt x="93923" y="67609"/>
                  <a:pt x="94025" y="67609"/>
                  <a:pt x="94127" y="67609"/>
                </a:cubicBezTo>
                <a:cubicBezTo>
                  <a:pt x="94510" y="67609"/>
                  <a:pt x="94842" y="67303"/>
                  <a:pt x="94842" y="66920"/>
                </a:cubicBezTo>
                <a:cubicBezTo>
                  <a:pt x="94842" y="66895"/>
                  <a:pt x="94842" y="66869"/>
                  <a:pt x="94842" y="66844"/>
                </a:cubicBezTo>
                <a:lnTo>
                  <a:pt x="102881" y="65032"/>
                </a:lnTo>
                <a:close/>
                <a:moveTo>
                  <a:pt x="104387" y="69626"/>
                </a:moveTo>
                <a:lnTo>
                  <a:pt x="106837" y="77053"/>
                </a:lnTo>
                <a:cubicBezTo>
                  <a:pt x="106531" y="77180"/>
                  <a:pt x="106301" y="77512"/>
                  <a:pt x="106276" y="77869"/>
                </a:cubicBezTo>
                <a:lnTo>
                  <a:pt x="87083" y="79222"/>
                </a:lnTo>
                <a:cubicBezTo>
                  <a:pt x="87083" y="79197"/>
                  <a:pt x="87057" y="79197"/>
                  <a:pt x="87057" y="79171"/>
                </a:cubicBezTo>
                <a:lnTo>
                  <a:pt x="104387" y="69626"/>
                </a:lnTo>
                <a:close/>
                <a:moveTo>
                  <a:pt x="142518" y="55129"/>
                </a:moveTo>
                <a:cubicBezTo>
                  <a:pt x="142569" y="55155"/>
                  <a:pt x="142620" y="55180"/>
                  <a:pt x="142696" y="55180"/>
                </a:cubicBezTo>
                <a:lnTo>
                  <a:pt x="142696" y="77818"/>
                </a:lnTo>
                <a:lnTo>
                  <a:pt x="132794" y="79426"/>
                </a:lnTo>
                <a:cubicBezTo>
                  <a:pt x="132743" y="79248"/>
                  <a:pt x="132640" y="79095"/>
                  <a:pt x="132462" y="78992"/>
                </a:cubicBezTo>
                <a:lnTo>
                  <a:pt x="142518" y="55129"/>
                </a:lnTo>
                <a:close/>
                <a:moveTo>
                  <a:pt x="127791" y="73378"/>
                </a:moveTo>
                <a:lnTo>
                  <a:pt x="131620" y="79069"/>
                </a:lnTo>
                <a:cubicBezTo>
                  <a:pt x="131492" y="79171"/>
                  <a:pt x="131415" y="79324"/>
                  <a:pt x="131364" y="79477"/>
                </a:cubicBezTo>
                <a:lnTo>
                  <a:pt x="128914" y="79299"/>
                </a:lnTo>
                <a:lnTo>
                  <a:pt x="123401" y="78916"/>
                </a:lnTo>
                <a:lnTo>
                  <a:pt x="127791" y="73378"/>
                </a:lnTo>
                <a:close/>
                <a:moveTo>
                  <a:pt x="58319" y="62964"/>
                </a:moveTo>
                <a:lnTo>
                  <a:pt x="63959" y="66920"/>
                </a:lnTo>
                <a:lnTo>
                  <a:pt x="66307" y="68579"/>
                </a:lnTo>
                <a:cubicBezTo>
                  <a:pt x="66231" y="68707"/>
                  <a:pt x="66205" y="68860"/>
                  <a:pt x="66205" y="69039"/>
                </a:cubicBezTo>
                <a:cubicBezTo>
                  <a:pt x="66205" y="69447"/>
                  <a:pt x="66461" y="69779"/>
                  <a:pt x="66818" y="69906"/>
                </a:cubicBezTo>
                <a:lnTo>
                  <a:pt x="64674" y="78023"/>
                </a:lnTo>
                <a:lnTo>
                  <a:pt x="64113" y="80218"/>
                </a:lnTo>
                <a:lnTo>
                  <a:pt x="64010" y="80218"/>
                </a:lnTo>
                <a:cubicBezTo>
                  <a:pt x="63959" y="80218"/>
                  <a:pt x="63934" y="80218"/>
                  <a:pt x="63883" y="80243"/>
                </a:cubicBezTo>
                <a:lnTo>
                  <a:pt x="58115" y="63092"/>
                </a:lnTo>
                <a:cubicBezTo>
                  <a:pt x="58191" y="63066"/>
                  <a:pt x="58268" y="63015"/>
                  <a:pt x="58319" y="62964"/>
                </a:cubicBezTo>
                <a:close/>
                <a:moveTo>
                  <a:pt x="57145" y="62735"/>
                </a:moveTo>
                <a:cubicBezTo>
                  <a:pt x="57247" y="62990"/>
                  <a:pt x="57502" y="63169"/>
                  <a:pt x="57808" y="63169"/>
                </a:cubicBezTo>
                <a:lnTo>
                  <a:pt x="57936" y="63169"/>
                </a:lnTo>
                <a:lnTo>
                  <a:pt x="63704" y="80294"/>
                </a:lnTo>
                <a:cubicBezTo>
                  <a:pt x="63628" y="80320"/>
                  <a:pt x="63577" y="80371"/>
                  <a:pt x="63551" y="80396"/>
                </a:cubicBezTo>
                <a:lnTo>
                  <a:pt x="46604" y="65619"/>
                </a:lnTo>
                <a:cubicBezTo>
                  <a:pt x="46706" y="65440"/>
                  <a:pt x="46783" y="65261"/>
                  <a:pt x="46783" y="65057"/>
                </a:cubicBezTo>
                <a:cubicBezTo>
                  <a:pt x="46783" y="65032"/>
                  <a:pt x="46783" y="65006"/>
                  <a:pt x="46757" y="64955"/>
                </a:cubicBezTo>
                <a:lnTo>
                  <a:pt x="57145" y="62735"/>
                </a:lnTo>
                <a:close/>
                <a:moveTo>
                  <a:pt x="93438" y="67073"/>
                </a:moveTo>
                <a:cubicBezTo>
                  <a:pt x="93438" y="67073"/>
                  <a:pt x="93463" y="67099"/>
                  <a:pt x="93463" y="67125"/>
                </a:cubicBezTo>
                <a:lnTo>
                  <a:pt x="79426" y="73658"/>
                </a:lnTo>
                <a:lnTo>
                  <a:pt x="64623" y="80549"/>
                </a:lnTo>
                <a:cubicBezTo>
                  <a:pt x="64546" y="80422"/>
                  <a:pt x="64444" y="80320"/>
                  <a:pt x="64291" y="80269"/>
                </a:cubicBezTo>
                <a:lnTo>
                  <a:pt x="66205" y="72969"/>
                </a:lnTo>
                <a:lnTo>
                  <a:pt x="66997" y="69958"/>
                </a:lnTo>
                <a:cubicBezTo>
                  <a:pt x="67048" y="69983"/>
                  <a:pt x="67099" y="69983"/>
                  <a:pt x="67124" y="69983"/>
                </a:cubicBezTo>
                <a:cubicBezTo>
                  <a:pt x="67660" y="69983"/>
                  <a:pt x="68069" y="69575"/>
                  <a:pt x="68069" y="69064"/>
                </a:cubicBezTo>
                <a:lnTo>
                  <a:pt x="87670" y="67507"/>
                </a:lnTo>
                <a:lnTo>
                  <a:pt x="93438" y="67073"/>
                </a:lnTo>
                <a:close/>
                <a:moveTo>
                  <a:pt x="93540" y="67303"/>
                </a:moveTo>
                <a:cubicBezTo>
                  <a:pt x="93566" y="67354"/>
                  <a:pt x="93617" y="67405"/>
                  <a:pt x="93693" y="67456"/>
                </a:cubicBezTo>
                <a:lnTo>
                  <a:pt x="86725" y="78814"/>
                </a:lnTo>
                <a:cubicBezTo>
                  <a:pt x="86649" y="78788"/>
                  <a:pt x="86572" y="78763"/>
                  <a:pt x="86496" y="78763"/>
                </a:cubicBezTo>
                <a:cubicBezTo>
                  <a:pt x="86190" y="78763"/>
                  <a:pt x="85934" y="78992"/>
                  <a:pt x="85909" y="79299"/>
                </a:cubicBezTo>
                <a:lnTo>
                  <a:pt x="64725" y="80805"/>
                </a:lnTo>
                <a:cubicBezTo>
                  <a:pt x="64725" y="80779"/>
                  <a:pt x="64725" y="80754"/>
                  <a:pt x="64700" y="80728"/>
                </a:cubicBezTo>
                <a:lnTo>
                  <a:pt x="79656" y="73760"/>
                </a:lnTo>
                <a:lnTo>
                  <a:pt x="93540" y="67303"/>
                </a:lnTo>
                <a:close/>
                <a:moveTo>
                  <a:pt x="23328" y="59468"/>
                </a:moveTo>
                <a:lnTo>
                  <a:pt x="34073" y="72229"/>
                </a:lnTo>
                <a:lnTo>
                  <a:pt x="28432" y="82081"/>
                </a:lnTo>
                <a:cubicBezTo>
                  <a:pt x="28304" y="82030"/>
                  <a:pt x="28177" y="81979"/>
                  <a:pt x="28049" y="81979"/>
                </a:cubicBezTo>
                <a:cubicBezTo>
                  <a:pt x="27998" y="81979"/>
                  <a:pt x="27973" y="82004"/>
                  <a:pt x="27947" y="82004"/>
                </a:cubicBezTo>
                <a:lnTo>
                  <a:pt x="24323" y="65312"/>
                </a:lnTo>
                <a:lnTo>
                  <a:pt x="23072" y="59570"/>
                </a:lnTo>
                <a:cubicBezTo>
                  <a:pt x="23174" y="59544"/>
                  <a:pt x="23251" y="59519"/>
                  <a:pt x="23328" y="59468"/>
                </a:cubicBezTo>
                <a:close/>
                <a:moveTo>
                  <a:pt x="21898" y="58983"/>
                </a:moveTo>
                <a:cubicBezTo>
                  <a:pt x="22026" y="59366"/>
                  <a:pt x="22383" y="59621"/>
                  <a:pt x="22792" y="59621"/>
                </a:cubicBezTo>
                <a:lnTo>
                  <a:pt x="22894" y="59621"/>
                </a:lnTo>
                <a:lnTo>
                  <a:pt x="27743" y="82055"/>
                </a:lnTo>
                <a:cubicBezTo>
                  <a:pt x="27590" y="82106"/>
                  <a:pt x="27437" y="82183"/>
                  <a:pt x="27335" y="82310"/>
                </a:cubicBezTo>
                <a:lnTo>
                  <a:pt x="1761" y="64011"/>
                </a:lnTo>
                <a:cubicBezTo>
                  <a:pt x="1838" y="63883"/>
                  <a:pt x="1889" y="63730"/>
                  <a:pt x="1889" y="63551"/>
                </a:cubicBezTo>
                <a:cubicBezTo>
                  <a:pt x="1889" y="63526"/>
                  <a:pt x="1889" y="63475"/>
                  <a:pt x="1889" y="63449"/>
                </a:cubicBezTo>
                <a:lnTo>
                  <a:pt x="21898" y="58983"/>
                </a:lnTo>
                <a:close/>
                <a:moveTo>
                  <a:pt x="1659" y="64189"/>
                </a:moveTo>
                <a:lnTo>
                  <a:pt x="20061" y="77359"/>
                </a:lnTo>
                <a:lnTo>
                  <a:pt x="27207" y="82464"/>
                </a:lnTo>
                <a:cubicBezTo>
                  <a:pt x="27181" y="82515"/>
                  <a:pt x="27156" y="82566"/>
                  <a:pt x="27156" y="82617"/>
                </a:cubicBezTo>
                <a:lnTo>
                  <a:pt x="1582" y="76746"/>
                </a:lnTo>
                <a:cubicBezTo>
                  <a:pt x="1582" y="76721"/>
                  <a:pt x="1582" y="76721"/>
                  <a:pt x="1582" y="76695"/>
                </a:cubicBezTo>
                <a:cubicBezTo>
                  <a:pt x="1582" y="76389"/>
                  <a:pt x="1353" y="76108"/>
                  <a:pt x="1046" y="76057"/>
                </a:cubicBezTo>
                <a:lnTo>
                  <a:pt x="1046" y="64496"/>
                </a:lnTo>
                <a:cubicBezTo>
                  <a:pt x="1276" y="64470"/>
                  <a:pt x="1506" y="64343"/>
                  <a:pt x="1659" y="64189"/>
                </a:cubicBezTo>
                <a:close/>
                <a:moveTo>
                  <a:pt x="142339" y="78074"/>
                </a:moveTo>
                <a:lnTo>
                  <a:pt x="132283" y="84684"/>
                </a:lnTo>
                <a:cubicBezTo>
                  <a:pt x="132130" y="84531"/>
                  <a:pt x="131951" y="84403"/>
                  <a:pt x="131747" y="84378"/>
                </a:cubicBezTo>
                <a:lnTo>
                  <a:pt x="132130" y="80371"/>
                </a:lnTo>
                <a:cubicBezTo>
                  <a:pt x="132513" y="80345"/>
                  <a:pt x="132845" y="80039"/>
                  <a:pt x="132845" y="79631"/>
                </a:cubicBezTo>
                <a:cubicBezTo>
                  <a:pt x="132819" y="79631"/>
                  <a:pt x="132819" y="79605"/>
                  <a:pt x="132819" y="79605"/>
                </a:cubicBezTo>
                <a:lnTo>
                  <a:pt x="142339" y="78074"/>
                </a:lnTo>
                <a:close/>
                <a:moveTo>
                  <a:pt x="142671" y="78074"/>
                </a:moveTo>
                <a:lnTo>
                  <a:pt x="142671" y="82489"/>
                </a:lnTo>
                <a:lnTo>
                  <a:pt x="142696" y="82489"/>
                </a:lnTo>
                <a:lnTo>
                  <a:pt x="132436" y="84965"/>
                </a:lnTo>
                <a:cubicBezTo>
                  <a:pt x="132411" y="84939"/>
                  <a:pt x="132411" y="84888"/>
                  <a:pt x="132385" y="84863"/>
                </a:cubicBezTo>
                <a:lnTo>
                  <a:pt x="142671" y="78074"/>
                </a:lnTo>
                <a:close/>
                <a:moveTo>
                  <a:pt x="106301" y="78074"/>
                </a:moveTo>
                <a:cubicBezTo>
                  <a:pt x="106301" y="78099"/>
                  <a:pt x="106327" y="78125"/>
                  <a:pt x="106327" y="78176"/>
                </a:cubicBezTo>
                <a:lnTo>
                  <a:pt x="87874" y="85807"/>
                </a:lnTo>
                <a:lnTo>
                  <a:pt x="86700" y="79937"/>
                </a:lnTo>
                <a:cubicBezTo>
                  <a:pt x="86904" y="79835"/>
                  <a:pt x="87057" y="79656"/>
                  <a:pt x="87083" y="79426"/>
                </a:cubicBezTo>
                <a:lnTo>
                  <a:pt x="94535" y="78890"/>
                </a:lnTo>
                <a:lnTo>
                  <a:pt x="106301" y="78074"/>
                </a:lnTo>
                <a:close/>
                <a:moveTo>
                  <a:pt x="37493" y="67660"/>
                </a:moveTo>
                <a:lnTo>
                  <a:pt x="45941" y="86011"/>
                </a:lnTo>
                <a:lnTo>
                  <a:pt x="34328" y="72203"/>
                </a:lnTo>
                <a:lnTo>
                  <a:pt x="36931" y="67686"/>
                </a:lnTo>
                <a:cubicBezTo>
                  <a:pt x="37008" y="67712"/>
                  <a:pt x="37084" y="67737"/>
                  <a:pt x="37186" y="67737"/>
                </a:cubicBezTo>
                <a:cubicBezTo>
                  <a:pt x="37288" y="67737"/>
                  <a:pt x="37390" y="67712"/>
                  <a:pt x="37493" y="67660"/>
                </a:cubicBezTo>
                <a:close/>
                <a:moveTo>
                  <a:pt x="44945" y="65363"/>
                </a:moveTo>
                <a:cubicBezTo>
                  <a:pt x="45047" y="65695"/>
                  <a:pt x="45379" y="65976"/>
                  <a:pt x="45762" y="66002"/>
                </a:cubicBezTo>
                <a:lnTo>
                  <a:pt x="46221" y="86011"/>
                </a:lnTo>
                <a:cubicBezTo>
                  <a:pt x="46196" y="86011"/>
                  <a:pt x="46196" y="86037"/>
                  <a:pt x="46170" y="86037"/>
                </a:cubicBezTo>
                <a:lnTo>
                  <a:pt x="37646" y="67533"/>
                </a:lnTo>
                <a:cubicBezTo>
                  <a:pt x="37824" y="67405"/>
                  <a:pt x="37901" y="67201"/>
                  <a:pt x="37901" y="66997"/>
                </a:cubicBezTo>
                <a:cubicBezTo>
                  <a:pt x="37901" y="66946"/>
                  <a:pt x="37901" y="66920"/>
                  <a:pt x="37901" y="66869"/>
                </a:cubicBezTo>
                <a:lnTo>
                  <a:pt x="44945" y="65363"/>
                </a:lnTo>
                <a:close/>
                <a:moveTo>
                  <a:pt x="46476" y="65746"/>
                </a:moveTo>
                <a:lnTo>
                  <a:pt x="63398" y="80549"/>
                </a:lnTo>
                <a:cubicBezTo>
                  <a:pt x="63321" y="80651"/>
                  <a:pt x="63296" y="80805"/>
                  <a:pt x="63296" y="80958"/>
                </a:cubicBezTo>
                <a:cubicBezTo>
                  <a:pt x="63296" y="80983"/>
                  <a:pt x="63296" y="81034"/>
                  <a:pt x="63296" y="81085"/>
                </a:cubicBezTo>
                <a:lnTo>
                  <a:pt x="54031" y="84046"/>
                </a:lnTo>
                <a:lnTo>
                  <a:pt x="46885" y="86343"/>
                </a:lnTo>
                <a:cubicBezTo>
                  <a:pt x="46808" y="86164"/>
                  <a:pt x="46630" y="86037"/>
                  <a:pt x="46425" y="86011"/>
                </a:cubicBezTo>
                <a:lnTo>
                  <a:pt x="46272" y="80166"/>
                </a:lnTo>
                <a:lnTo>
                  <a:pt x="45941" y="66002"/>
                </a:lnTo>
                <a:cubicBezTo>
                  <a:pt x="46145" y="65976"/>
                  <a:pt x="46323" y="65874"/>
                  <a:pt x="46476" y="65746"/>
                </a:cubicBezTo>
                <a:close/>
                <a:moveTo>
                  <a:pt x="34226" y="72408"/>
                </a:moveTo>
                <a:lnTo>
                  <a:pt x="45864" y="86215"/>
                </a:lnTo>
                <a:cubicBezTo>
                  <a:pt x="45813" y="86266"/>
                  <a:pt x="45787" y="86343"/>
                  <a:pt x="45762" y="86419"/>
                </a:cubicBezTo>
                <a:lnTo>
                  <a:pt x="28968" y="83025"/>
                </a:lnTo>
                <a:cubicBezTo>
                  <a:pt x="28968" y="82999"/>
                  <a:pt x="28994" y="82974"/>
                  <a:pt x="28994" y="82948"/>
                </a:cubicBezTo>
                <a:cubicBezTo>
                  <a:pt x="28994" y="82617"/>
                  <a:pt x="28815" y="82361"/>
                  <a:pt x="28585" y="82183"/>
                </a:cubicBezTo>
                <a:lnTo>
                  <a:pt x="34226" y="72408"/>
                </a:lnTo>
                <a:close/>
                <a:moveTo>
                  <a:pt x="85909" y="79503"/>
                </a:moveTo>
                <a:cubicBezTo>
                  <a:pt x="85934" y="79631"/>
                  <a:pt x="86011" y="79733"/>
                  <a:pt x="86113" y="79809"/>
                </a:cubicBezTo>
                <a:lnTo>
                  <a:pt x="81059" y="88053"/>
                </a:lnTo>
                <a:cubicBezTo>
                  <a:pt x="80932" y="87976"/>
                  <a:pt x="80804" y="87951"/>
                  <a:pt x="80651" y="87951"/>
                </a:cubicBezTo>
                <a:cubicBezTo>
                  <a:pt x="80319" y="87951"/>
                  <a:pt x="80013" y="88129"/>
                  <a:pt x="79860" y="88410"/>
                </a:cubicBezTo>
                <a:lnTo>
                  <a:pt x="72509" y="84888"/>
                </a:lnTo>
                <a:lnTo>
                  <a:pt x="64700" y="81162"/>
                </a:lnTo>
                <a:cubicBezTo>
                  <a:pt x="64725" y="81111"/>
                  <a:pt x="64751" y="81060"/>
                  <a:pt x="64751" y="81009"/>
                </a:cubicBezTo>
                <a:lnTo>
                  <a:pt x="85909" y="79503"/>
                </a:lnTo>
                <a:close/>
                <a:moveTo>
                  <a:pt x="86266" y="79911"/>
                </a:moveTo>
                <a:cubicBezTo>
                  <a:pt x="86343" y="79937"/>
                  <a:pt x="86419" y="79962"/>
                  <a:pt x="86496" y="79962"/>
                </a:cubicBezTo>
                <a:lnTo>
                  <a:pt x="86521" y="79962"/>
                </a:lnTo>
                <a:lnTo>
                  <a:pt x="87695" y="85884"/>
                </a:lnTo>
                <a:lnTo>
                  <a:pt x="84326" y="87262"/>
                </a:lnTo>
                <a:lnTo>
                  <a:pt x="81493" y="88436"/>
                </a:lnTo>
                <a:cubicBezTo>
                  <a:pt x="81417" y="88334"/>
                  <a:pt x="81340" y="88232"/>
                  <a:pt x="81238" y="88155"/>
                </a:cubicBezTo>
                <a:lnTo>
                  <a:pt x="86266" y="79911"/>
                </a:lnTo>
                <a:close/>
                <a:moveTo>
                  <a:pt x="108164" y="78074"/>
                </a:moveTo>
                <a:lnTo>
                  <a:pt x="110793" y="78252"/>
                </a:lnTo>
                <a:lnTo>
                  <a:pt x="123018" y="79095"/>
                </a:lnTo>
                <a:lnTo>
                  <a:pt x="115617" y="88487"/>
                </a:lnTo>
                <a:cubicBezTo>
                  <a:pt x="115464" y="88385"/>
                  <a:pt x="115285" y="88334"/>
                  <a:pt x="115107" y="88334"/>
                </a:cubicBezTo>
                <a:cubicBezTo>
                  <a:pt x="114953" y="88334"/>
                  <a:pt x="114800" y="88385"/>
                  <a:pt x="114647" y="88461"/>
                </a:cubicBezTo>
                <a:lnTo>
                  <a:pt x="112912" y="85909"/>
                </a:lnTo>
                <a:lnTo>
                  <a:pt x="107858" y="78610"/>
                </a:lnTo>
                <a:cubicBezTo>
                  <a:pt x="108011" y="78482"/>
                  <a:pt x="108113" y="78278"/>
                  <a:pt x="108164" y="78074"/>
                </a:cubicBezTo>
                <a:close/>
                <a:moveTo>
                  <a:pt x="123274" y="79120"/>
                </a:moveTo>
                <a:lnTo>
                  <a:pt x="131364" y="79682"/>
                </a:lnTo>
                <a:cubicBezTo>
                  <a:pt x="131364" y="79758"/>
                  <a:pt x="131390" y="79835"/>
                  <a:pt x="131415" y="79886"/>
                </a:cubicBezTo>
                <a:lnTo>
                  <a:pt x="124244" y="83969"/>
                </a:lnTo>
                <a:lnTo>
                  <a:pt x="115872" y="88742"/>
                </a:lnTo>
                <a:cubicBezTo>
                  <a:pt x="115847" y="88691"/>
                  <a:pt x="115796" y="88640"/>
                  <a:pt x="115770" y="88614"/>
                </a:cubicBezTo>
                <a:lnTo>
                  <a:pt x="123274" y="79120"/>
                </a:lnTo>
                <a:close/>
                <a:moveTo>
                  <a:pt x="131517" y="80064"/>
                </a:moveTo>
                <a:cubicBezTo>
                  <a:pt x="131620" y="80192"/>
                  <a:pt x="131747" y="80294"/>
                  <a:pt x="131926" y="80345"/>
                </a:cubicBezTo>
                <a:lnTo>
                  <a:pt x="131543" y="84352"/>
                </a:lnTo>
                <a:cubicBezTo>
                  <a:pt x="131007" y="84352"/>
                  <a:pt x="130599" y="84761"/>
                  <a:pt x="130599" y="85296"/>
                </a:cubicBezTo>
                <a:cubicBezTo>
                  <a:pt x="130599" y="85322"/>
                  <a:pt x="130599" y="85373"/>
                  <a:pt x="130624" y="85424"/>
                </a:cubicBezTo>
                <a:lnTo>
                  <a:pt x="116000" y="88972"/>
                </a:lnTo>
                <a:cubicBezTo>
                  <a:pt x="115974" y="88946"/>
                  <a:pt x="115974" y="88921"/>
                  <a:pt x="115974" y="88895"/>
                </a:cubicBezTo>
                <a:lnTo>
                  <a:pt x="130190" y="80830"/>
                </a:lnTo>
                <a:lnTo>
                  <a:pt x="131517" y="80064"/>
                </a:lnTo>
                <a:close/>
                <a:moveTo>
                  <a:pt x="64623" y="81341"/>
                </a:moveTo>
                <a:lnTo>
                  <a:pt x="68120" y="83025"/>
                </a:lnTo>
                <a:lnTo>
                  <a:pt x="79758" y="88589"/>
                </a:lnTo>
                <a:cubicBezTo>
                  <a:pt x="79732" y="88691"/>
                  <a:pt x="79707" y="88793"/>
                  <a:pt x="79707" y="88895"/>
                </a:cubicBezTo>
                <a:cubicBezTo>
                  <a:pt x="79707" y="88946"/>
                  <a:pt x="79732" y="88997"/>
                  <a:pt x="79732" y="89074"/>
                </a:cubicBezTo>
                <a:lnTo>
                  <a:pt x="70570" y="91805"/>
                </a:lnTo>
                <a:lnTo>
                  <a:pt x="64470" y="81519"/>
                </a:lnTo>
                <a:cubicBezTo>
                  <a:pt x="64521" y="81468"/>
                  <a:pt x="64572" y="81417"/>
                  <a:pt x="64623" y="81341"/>
                </a:cubicBezTo>
                <a:close/>
                <a:moveTo>
                  <a:pt x="64291" y="81621"/>
                </a:moveTo>
                <a:lnTo>
                  <a:pt x="70391" y="91856"/>
                </a:lnTo>
                <a:lnTo>
                  <a:pt x="63194" y="94025"/>
                </a:lnTo>
                <a:cubicBezTo>
                  <a:pt x="63092" y="93847"/>
                  <a:pt x="62939" y="93744"/>
                  <a:pt x="62760" y="93719"/>
                </a:cubicBezTo>
                <a:lnTo>
                  <a:pt x="64036" y="81672"/>
                </a:lnTo>
                <a:cubicBezTo>
                  <a:pt x="64138" y="81672"/>
                  <a:pt x="64215" y="81672"/>
                  <a:pt x="64291" y="81621"/>
                </a:cubicBezTo>
                <a:close/>
                <a:moveTo>
                  <a:pt x="63372" y="81264"/>
                </a:moveTo>
                <a:cubicBezTo>
                  <a:pt x="63398" y="81341"/>
                  <a:pt x="63449" y="81417"/>
                  <a:pt x="63526" y="81494"/>
                </a:cubicBezTo>
                <a:lnTo>
                  <a:pt x="53470" y="96322"/>
                </a:lnTo>
                <a:cubicBezTo>
                  <a:pt x="53342" y="96246"/>
                  <a:pt x="53189" y="96220"/>
                  <a:pt x="53036" y="96220"/>
                </a:cubicBezTo>
                <a:cubicBezTo>
                  <a:pt x="52883" y="96220"/>
                  <a:pt x="52730" y="96246"/>
                  <a:pt x="52602" y="96322"/>
                </a:cubicBezTo>
                <a:lnTo>
                  <a:pt x="46757" y="87083"/>
                </a:lnTo>
                <a:cubicBezTo>
                  <a:pt x="46885" y="86981"/>
                  <a:pt x="46961" y="86802"/>
                  <a:pt x="46961" y="86624"/>
                </a:cubicBezTo>
                <a:cubicBezTo>
                  <a:pt x="46961" y="86598"/>
                  <a:pt x="46961" y="86573"/>
                  <a:pt x="46961" y="86522"/>
                </a:cubicBezTo>
                <a:lnTo>
                  <a:pt x="54108" y="84225"/>
                </a:lnTo>
                <a:lnTo>
                  <a:pt x="63372" y="81264"/>
                </a:lnTo>
                <a:close/>
                <a:moveTo>
                  <a:pt x="63704" y="81596"/>
                </a:moveTo>
                <a:cubicBezTo>
                  <a:pt x="63730" y="81621"/>
                  <a:pt x="63781" y="81647"/>
                  <a:pt x="63832" y="81672"/>
                </a:cubicBezTo>
                <a:lnTo>
                  <a:pt x="62556" y="93719"/>
                </a:lnTo>
                <a:cubicBezTo>
                  <a:pt x="62249" y="93770"/>
                  <a:pt x="62020" y="94025"/>
                  <a:pt x="62020" y="94331"/>
                </a:cubicBezTo>
                <a:cubicBezTo>
                  <a:pt x="62020" y="94331"/>
                  <a:pt x="62020" y="94357"/>
                  <a:pt x="62020" y="94357"/>
                </a:cubicBezTo>
                <a:lnTo>
                  <a:pt x="53904" y="96782"/>
                </a:lnTo>
                <a:cubicBezTo>
                  <a:pt x="53852" y="96654"/>
                  <a:pt x="53750" y="96526"/>
                  <a:pt x="53623" y="96424"/>
                </a:cubicBezTo>
                <a:lnTo>
                  <a:pt x="63704" y="81596"/>
                </a:lnTo>
                <a:close/>
                <a:moveTo>
                  <a:pt x="130650" y="85603"/>
                </a:moveTo>
                <a:cubicBezTo>
                  <a:pt x="130777" y="85909"/>
                  <a:pt x="131033" y="86139"/>
                  <a:pt x="131364" y="86215"/>
                </a:cubicBezTo>
                <a:lnTo>
                  <a:pt x="130292" y="97011"/>
                </a:lnTo>
                <a:lnTo>
                  <a:pt x="115974" y="89635"/>
                </a:lnTo>
                <a:cubicBezTo>
                  <a:pt x="116025" y="89533"/>
                  <a:pt x="116051" y="89406"/>
                  <a:pt x="116051" y="89278"/>
                </a:cubicBezTo>
                <a:cubicBezTo>
                  <a:pt x="116051" y="89252"/>
                  <a:pt x="116051" y="89201"/>
                  <a:pt x="116025" y="89150"/>
                </a:cubicBezTo>
                <a:lnTo>
                  <a:pt x="130650" y="85603"/>
                </a:lnTo>
                <a:close/>
                <a:moveTo>
                  <a:pt x="106403" y="78354"/>
                </a:moveTo>
                <a:cubicBezTo>
                  <a:pt x="106454" y="78456"/>
                  <a:pt x="106531" y="78559"/>
                  <a:pt x="106633" y="78635"/>
                </a:cubicBezTo>
                <a:lnTo>
                  <a:pt x="105357" y="80626"/>
                </a:lnTo>
                <a:lnTo>
                  <a:pt x="91422" y="102269"/>
                </a:lnTo>
                <a:cubicBezTo>
                  <a:pt x="91345" y="102243"/>
                  <a:pt x="91243" y="102218"/>
                  <a:pt x="91141" y="102218"/>
                </a:cubicBezTo>
                <a:lnTo>
                  <a:pt x="91115" y="102218"/>
                </a:lnTo>
                <a:lnTo>
                  <a:pt x="87925" y="86011"/>
                </a:lnTo>
                <a:lnTo>
                  <a:pt x="106403" y="78354"/>
                </a:lnTo>
                <a:close/>
                <a:moveTo>
                  <a:pt x="87721" y="86088"/>
                </a:moveTo>
                <a:lnTo>
                  <a:pt x="89431" y="94689"/>
                </a:lnTo>
                <a:lnTo>
                  <a:pt x="90937" y="102269"/>
                </a:lnTo>
                <a:cubicBezTo>
                  <a:pt x="90886" y="102269"/>
                  <a:pt x="90860" y="102294"/>
                  <a:pt x="90835" y="102294"/>
                </a:cubicBezTo>
                <a:lnTo>
                  <a:pt x="84122" y="93336"/>
                </a:lnTo>
                <a:lnTo>
                  <a:pt x="81289" y="89584"/>
                </a:lnTo>
                <a:cubicBezTo>
                  <a:pt x="81493" y="89406"/>
                  <a:pt x="81595" y="89176"/>
                  <a:pt x="81595" y="88895"/>
                </a:cubicBezTo>
                <a:cubicBezTo>
                  <a:pt x="81595" y="88793"/>
                  <a:pt x="81595" y="88717"/>
                  <a:pt x="81570" y="88640"/>
                </a:cubicBezTo>
                <a:lnTo>
                  <a:pt x="86700" y="86522"/>
                </a:lnTo>
                <a:lnTo>
                  <a:pt x="87721" y="86088"/>
                </a:lnTo>
                <a:close/>
                <a:moveTo>
                  <a:pt x="107679" y="78737"/>
                </a:moveTo>
                <a:lnTo>
                  <a:pt x="109185" y="80881"/>
                </a:lnTo>
                <a:lnTo>
                  <a:pt x="114494" y="88563"/>
                </a:lnTo>
                <a:cubicBezTo>
                  <a:pt x="114290" y="88742"/>
                  <a:pt x="114162" y="88997"/>
                  <a:pt x="114162" y="89278"/>
                </a:cubicBezTo>
                <a:cubicBezTo>
                  <a:pt x="114162" y="89431"/>
                  <a:pt x="114188" y="89559"/>
                  <a:pt x="114239" y="89661"/>
                </a:cubicBezTo>
                <a:lnTo>
                  <a:pt x="91677" y="102473"/>
                </a:lnTo>
                <a:cubicBezTo>
                  <a:pt x="91651" y="102448"/>
                  <a:pt x="91626" y="102422"/>
                  <a:pt x="91600" y="102397"/>
                </a:cubicBezTo>
                <a:lnTo>
                  <a:pt x="106812" y="78737"/>
                </a:lnTo>
                <a:cubicBezTo>
                  <a:pt x="106939" y="78814"/>
                  <a:pt x="107067" y="78839"/>
                  <a:pt x="107220" y="78839"/>
                </a:cubicBezTo>
                <a:cubicBezTo>
                  <a:pt x="107399" y="78839"/>
                  <a:pt x="107552" y="78814"/>
                  <a:pt x="107679" y="78737"/>
                </a:cubicBezTo>
                <a:close/>
                <a:moveTo>
                  <a:pt x="142671" y="82693"/>
                </a:moveTo>
                <a:lnTo>
                  <a:pt x="142671" y="102830"/>
                </a:lnTo>
                <a:lnTo>
                  <a:pt x="142696" y="102830"/>
                </a:lnTo>
                <a:cubicBezTo>
                  <a:pt x="142492" y="102856"/>
                  <a:pt x="142314" y="102984"/>
                  <a:pt x="142186" y="103137"/>
                </a:cubicBezTo>
                <a:lnTo>
                  <a:pt x="130497" y="97113"/>
                </a:lnTo>
                <a:lnTo>
                  <a:pt x="131543" y="86241"/>
                </a:lnTo>
                <a:cubicBezTo>
                  <a:pt x="132079" y="86241"/>
                  <a:pt x="132487" y="85807"/>
                  <a:pt x="132487" y="85296"/>
                </a:cubicBezTo>
                <a:cubicBezTo>
                  <a:pt x="132487" y="85245"/>
                  <a:pt x="132487" y="85220"/>
                  <a:pt x="132462" y="85169"/>
                </a:cubicBezTo>
                <a:lnTo>
                  <a:pt x="142671" y="82693"/>
                </a:lnTo>
                <a:close/>
                <a:moveTo>
                  <a:pt x="114341" y="89839"/>
                </a:moveTo>
                <a:cubicBezTo>
                  <a:pt x="114417" y="89942"/>
                  <a:pt x="114545" y="90044"/>
                  <a:pt x="114673" y="90120"/>
                </a:cubicBezTo>
                <a:lnTo>
                  <a:pt x="108802" y="105893"/>
                </a:lnTo>
                <a:lnTo>
                  <a:pt x="100074" y="104362"/>
                </a:lnTo>
                <a:lnTo>
                  <a:pt x="91830" y="102907"/>
                </a:lnTo>
                <a:cubicBezTo>
                  <a:pt x="91830" y="102907"/>
                  <a:pt x="91830" y="102907"/>
                  <a:pt x="91830" y="102881"/>
                </a:cubicBezTo>
                <a:cubicBezTo>
                  <a:pt x="91830" y="102805"/>
                  <a:pt x="91804" y="102728"/>
                  <a:pt x="91779" y="102652"/>
                </a:cubicBezTo>
                <a:lnTo>
                  <a:pt x="114341" y="89839"/>
                </a:lnTo>
                <a:close/>
                <a:moveTo>
                  <a:pt x="115898" y="89814"/>
                </a:moveTo>
                <a:lnTo>
                  <a:pt x="130267" y="97215"/>
                </a:lnTo>
                <a:lnTo>
                  <a:pt x="129144" y="108930"/>
                </a:lnTo>
                <a:cubicBezTo>
                  <a:pt x="129042" y="108930"/>
                  <a:pt x="128940" y="108956"/>
                  <a:pt x="128863" y="109007"/>
                </a:cubicBezTo>
                <a:lnTo>
                  <a:pt x="115719" y="89993"/>
                </a:lnTo>
                <a:cubicBezTo>
                  <a:pt x="115770" y="89942"/>
                  <a:pt x="115847" y="89865"/>
                  <a:pt x="115898" y="89814"/>
                </a:cubicBezTo>
                <a:close/>
                <a:moveTo>
                  <a:pt x="70493" y="92034"/>
                </a:moveTo>
                <a:lnTo>
                  <a:pt x="80651" y="109160"/>
                </a:lnTo>
                <a:lnTo>
                  <a:pt x="63117" y="94740"/>
                </a:lnTo>
                <a:cubicBezTo>
                  <a:pt x="63219" y="94638"/>
                  <a:pt x="63270" y="94485"/>
                  <a:pt x="63270" y="94331"/>
                </a:cubicBezTo>
                <a:cubicBezTo>
                  <a:pt x="63270" y="94280"/>
                  <a:pt x="63270" y="94229"/>
                  <a:pt x="63270" y="94204"/>
                </a:cubicBezTo>
                <a:lnTo>
                  <a:pt x="70493" y="92034"/>
                </a:lnTo>
                <a:close/>
                <a:moveTo>
                  <a:pt x="79783" y="89252"/>
                </a:moveTo>
                <a:cubicBezTo>
                  <a:pt x="79911" y="89584"/>
                  <a:pt x="80217" y="89814"/>
                  <a:pt x="80575" y="89839"/>
                </a:cubicBezTo>
                <a:lnTo>
                  <a:pt x="80804" y="102728"/>
                </a:lnTo>
                <a:lnTo>
                  <a:pt x="80932" y="109237"/>
                </a:lnTo>
                <a:lnTo>
                  <a:pt x="70672" y="91983"/>
                </a:lnTo>
                <a:lnTo>
                  <a:pt x="79783" y="89252"/>
                </a:lnTo>
                <a:close/>
                <a:moveTo>
                  <a:pt x="130471" y="97318"/>
                </a:moveTo>
                <a:lnTo>
                  <a:pt x="142109" y="103315"/>
                </a:lnTo>
                <a:cubicBezTo>
                  <a:pt x="142084" y="103392"/>
                  <a:pt x="142058" y="103468"/>
                  <a:pt x="142058" y="103545"/>
                </a:cubicBezTo>
                <a:cubicBezTo>
                  <a:pt x="142058" y="103622"/>
                  <a:pt x="142058" y="103698"/>
                  <a:pt x="142084" y="103749"/>
                </a:cubicBezTo>
                <a:lnTo>
                  <a:pt x="129731" y="109237"/>
                </a:lnTo>
                <a:cubicBezTo>
                  <a:pt x="129654" y="109109"/>
                  <a:pt x="129501" y="109007"/>
                  <a:pt x="129323" y="108956"/>
                </a:cubicBezTo>
                <a:lnTo>
                  <a:pt x="130471" y="97318"/>
                </a:lnTo>
                <a:close/>
                <a:moveTo>
                  <a:pt x="62071" y="94561"/>
                </a:moveTo>
                <a:cubicBezTo>
                  <a:pt x="62122" y="94714"/>
                  <a:pt x="62249" y="94842"/>
                  <a:pt x="62428" y="94918"/>
                </a:cubicBezTo>
                <a:lnTo>
                  <a:pt x="60871" y="109313"/>
                </a:lnTo>
                <a:lnTo>
                  <a:pt x="53623" y="97879"/>
                </a:lnTo>
                <a:cubicBezTo>
                  <a:pt x="53827" y="97726"/>
                  <a:pt x="53980" y="97445"/>
                  <a:pt x="53980" y="97164"/>
                </a:cubicBezTo>
                <a:cubicBezTo>
                  <a:pt x="53980" y="97088"/>
                  <a:pt x="53980" y="97037"/>
                  <a:pt x="53955" y="96986"/>
                </a:cubicBezTo>
                <a:lnTo>
                  <a:pt x="62071" y="94561"/>
                </a:lnTo>
                <a:close/>
                <a:moveTo>
                  <a:pt x="115566" y="90095"/>
                </a:moveTo>
                <a:lnTo>
                  <a:pt x="119675" y="96041"/>
                </a:lnTo>
                <a:lnTo>
                  <a:pt x="128710" y="109109"/>
                </a:lnTo>
                <a:cubicBezTo>
                  <a:pt x="128633" y="109186"/>
                  <a:pt x="128557" y="109288"/>
                  <a:pt x="128531" y="109390"/>
                </a:cubicBezTo>
                <a:lnTo>
                  <a:pt x="108981" y="105944"/>
                </a:lnTo>
                <a:lnTo>
                  <a:pt x="114877" y="90197"/>
                </a:lnTo>
                <a:cubicBezTo>
                  <a:pt x="114953" y="90222"/>
                  <a:pt x="115030" y="90222"/>
                  <a:pt x="115107" y="90222"/>
                </a:cubicBezTo>
                <a:cubicBezTo>
                  <a:pt x="115260" y="90222"/>
                  <a:pt x="115413" y="90171"/>
                  <a:pt x="115566" y="90095"/>
                </a:cubicBezTo>
                <a:close/>
                <a:moveTo>
                  <a:pt x="81136" y="89712"/>
                </a:moveTo>
                <a:lnTo>
                  <a:pt x="84173" y="93719"/>
                </a:lnTo>
                <a:lnTo>
                  <a:pt x="90681" y="102422"/>
                </a:lnTo>
                <a:cubicBezTo>
                  <a:pt x="90554" y="102550"/>
                  <a:pt x="90477" y="102703"/>
                  <a:pt x="90477" y="102881"/>
                </a:cubicBezTo>
                <a:cubicBezTo>
                  <a:pt x="90477" y="102984"/>
                  <a:pt x="90503" y="103086"/>
                  <a:pt x="90554" y="103162"/>
                </a:cubicBezTo>
                <a:lnTo>
                  <a:pt x="81136" y="109415"/>
                </a:lnTo>
                <a:lnTo>
                  <a:pt x="81008" y="102805"/>
                </a:lnTo>
                <a:lnTo>
                  <a:pt x="80779" y="89814"/>
                </a:lnTo>
                <a:cubicBezTo>
                  <a:pt x="80906" y="89814"/>
                  <a:pt x="81034" y="89763"/>
                  <a:pt x="81136" y="89712"/>
                </a:cubicBezTo>
                <a:close/>
                <a:moveTo>
                  <a:pt x="62964" y="94867"/>
                </a:moveTo>
                <a:lnTo>
                  <a:pt x="80753" y="109492"/>
                </a:lnTo>
                <a:lnTo>
                  <a:pt x="61050" y="109492"/>
                </a:lnTo>
                <a:lnTo>
                  <a:pt x="61764" y="102805"/>
                </a:lnTo>
                <a:lnTo>
                  <a:pt x="62607" y="94944"/>
                </a:lnTo>
                <a:lnTo>
                  <a:pt x="62658" y="94944"/>
                </a:lnTo>
                <a:cubicBezTo>
                  <a:pt x="62760" y="94944"/>
                  <a:pt x="62862" y="94918"/>
                  <a:pt x="62964" y="94867"/>
                </a:cubicBezTo>
                <a:close/>
                <a:moveTo>
                  <a:pt x="91779" y="103111"/>
                </a:moveTo>
                <a:lnTo>
                  <a:pt x="108726" y="106097"/>
                </a:lnTo>
                <a:lnTo>
                  <a:pt x="107450" y="109492"/>
                </a:lnTo>
                <a:lnTo>
                  <a:pt x="81366" y="109492"/>
                </a:lnTo>
                <a:lnTo>
                  <a:pt x="90656" y="103341"/>
                </a:lnTo>
                <a:cubicBezTo>
                  <a:pt x="90784" y="103468"/>
                  <a:pt x="90962" y="103571"/>
                  <a:pt x="91141" y="103571"/>
                </a:cubicBezTo>
                <a:cubicBezTo>
                  <a:pt x="91447" y="103571"/>
                  <a:pt x="91702" y="103366"/>
                  <a:pt x="91779" y="103111"/>
                </a:cubicBezTo>
                <a:close/>
                <a:moveTo>
                  <a:pt x="108905" y="106123"/>
                </a:moveTo>
                <a:lnTo>
                  <a:pt x="128021" y="109492"/>
                </a:lnTo>
                <a:lnTo>
                  <a:pt x="107654" y="109492"/>
                </a:lnTo>
                <a:lnTo>
                  <a:pt x="108905" y="106123"/>
                </a:lnTo>
                <a:close/>
                <a:moveTo>
                  <a:pt x="142160" y="103928"/>
                </a:moveTo>
                <a:cubicBezTo>
                  <a:pt x="142288" y="104107"/>
                  <a:pt x="142467" y="104234"/>
                  <a:pt x="142696" y="104260"/>
                </a:cubicBezTo>
                <a:lnTo>
                  <a:pt x="142696" y="109492"/>
                </a:lnTo>
                <a:lnTo>
                  <a:pt x="129833" y="109492"/>
                </a:lnTo>
                <a:cubicBezTo>
                  <a:pt x="129833" y="109466"/>
                  <a:pt x="129833" y="109441"/>
                  <a:pt x="129807" y="109415"/>
                </a:cubicBezTo>
                <a:lnTo>
                  <a:pt x="142160" y="103928"/>
                </a:lnTo>
                <a:close/>
                <a:moveTo>
                  <a:pt x="944" y="1"/>
                </a:moveTo>
                <a:cubicBezTo>
                  <a:pt x="638" y="1"/>
                  <a:pt x="383" y="256"/>
                  <a:pt x="383" y="588"/>
                </a:cubicBezTo>
                <a:cubicBezTo>
                  <a:pt x="383" y="868"/>
                  <a:pt x="587" y="1098"/>
                  <a:pt x="842" y="1149"/>
                </a:cubicBezTo>
                <a:lnTo>
                  <a:pt x="842" y="16462"/>
                </a:lnTo>
                <a:cubicBezTo>
                  <a:pt x="357" y="16514"/>
                  <a:pt x="0" y="16922"/>
                  <a:pt x="0" y="17407"/>
                </a:cubicBezTo>
                <a:cubicBezTo>
                  <a:pt x="0" y="17892"/>
                  <a:pt x="357" y="18300"/>
                  <a:pt x="842" y="18351"/>
                </a:cubicBezTo>
                <a:lnTo>
                  <a:pt x="842" y="37748"/>
                </a:lnTo>
                <a:cubicBezTo>
                  <a:pt x="357" y="37799"/>
                  <a:pt x="0" y="38208"/>
                  <a:pt x="0" y="38693"/>
                </a:cubicBezTo>
                <a:cubicBezTo>
                  <a:pt x="0" y="39177"/>
                  <a:pt x="357" y="39560"/>
                  <a:pt x="842" y="39611"/>
                </a:cubicBezTo>
                <a:lnTo>
                  <a:pt x="842" y="62607"/>
                </a:lnTo>
                <a:cubicBezTo>
                  <a:pt x="357" y="62658"/>
                  <a:pt x="0" y="63066"/>
                  <a:pt x="0" y="63551"/>
                </a:cubicBezTo>
                <a:cubicBezTo>
                  <a:pt x="0" y="64036"/>
                  <a:pt x="357" y="64445"/>
                  <a:pt x="842" y="64496"/>
                </a:cubicBezTo>
                <a:lnTo>
                  <a:pt x="842" y="76057"/>
                </a:lnTo>
                <a:cubicBezTo>
                  <a:pt x="536" y="76108"/>
                  <a:pt x="306" y="76364"/>
                  <a:pt x="306" y="76695"/>
                </a:cubicBezTo>
                <a:cubicBezTo>
                  <a:pt x="306" y="77053"/>
                  <a:pt x="587" y="77333"/>
                  <a:pt x="944" y="77333"/>
                </a:cubicBezTo>
                <a:cubicBezTo>
                  <a:pt x="1225" y="77333"/>
                  <a:pt x="1455" y="77180"/>
                  <a:pt x="1557" y="76925"/>
                </a:cubicBezTo>
                <a:lnTo>
                  <a:pt x="27105" y="82821"/>
                </a:lnTo>
                <a:cubicBezTo>
                  <a:pt x="27105" y="82872"/>
                  <a:pt x="27079" y="82897"/>
                  <a:pt x="27079" y="82923"/>
                </a:cubicBezTo>
                <a:cubicBezTo>
                  <a:pt x="27079" y="83459"/>
                  <a:pt x="27513" y="83867"/>
                  <a:pt x="28024" y="83867"/>
                </a:cubicBezTo>
                <a:cubicBezTo>
                  <a:pt x="28458" y="83867"/>
                  <a:pt x="28815" y="83586"/>
                  <a:pt x="28943" y="83204"/>
                </a:cubicBezTo>
                <a:lnTo>
                  <a:pt x="45711" y="86598"/>
                </a:lnTo>
                <a:cubicBezTo>
                  <a:pt x="45711" y="86598"/>
                  <a:pt x="45711" y="86624"/>
                  <a:pt x="45711" y="86624"/>
                </a:cubicBezTo>
                <a:cubicBezTo>
                  <a:pt x="45711" y="86955"/>
                  <a:pt x="45992" y="87236"/>
                  <a:pt x="46323" y="87236"/>
                </a:cubicBezTo>
                <a:cubicBezTo>
                  <a:pt x="46425" y="87236"/>
                  <a:pt x="46502" y="87211"/>
                  <a:pt x="46579" y="87185"/>
                </a:cubicBezTo>
                <a:lnTo>
                  <a:pt x="52449" y="96424"/>
                </a:lnTo>
                <a:cubicBezTo>
                  <a:pt x="52219" y="96577"/>
                  <a:pt x="52091" y="96858"/>
                  <a:pt x="52091" y="97139"/>
                </a:cubicBezTo>
                <a:cubicBezTo>
                  <a:pt x="52091" y="97675"/>
                  <a:pt x="52500" y="98083"/>
                  <a:pt x="53036" y="98083"/>
                </a:cubicBezTo>
                <a:cubicBezTo>
                  <a:pt x="53163" y="98083"/>
                  <a:pt x="53317" y="98058"/>
                  <a:pt x="53444" y="97981"/>
                </a:cubicBezTo>
                <a:lnTo>
                  <a:pt x="60846" y="109619"/>
                </a:lnTo>
                <a:lnTo>
                  <a:pt x="60820" y="109696"/>
                </a:lnTo>
                <a:lnTo>
                  <a:pt x="60871" y="109696"/>
                </a:lnTo>
                <a:lnTo>
                  <a:pt x="60999" y="109900"/>
                </a:lnTo>
                <a:lnTo>
                  <a:pt x="61024" y="109696"/>
                </a:lnTo>
                <a:lnTo>
                  <a:pt x="80932" y="109696"/>
                </a:lnTo>
                <a:lnTo>
                  <a:pt x="80932" y="109773"/>
                </a:lnTo>
                <a:lnTo>
                  <a:pt x="81008" y="109747"/>
                </a:lnTo>
                <a:lnTo>
                  <a:pt x="81136" y="109977"/>
                </a:lnTo>
                <a:lnTo>
                  <a:pt x="81136" y="109696"/>
                </a:lnTo>
                <a:lnTo>
                  <a:pt x="128506" y="109696"/>
                </a:lnTo>
                <a:cubicBezTo>
                  <a:pt x="128531" y="110028"/>
                  <a:pt x="128812" y="110283"/>
                  <a:pt x="129169" y="110283"/>
                </a:cubicBezTo>
                <a:cubicBezTo>
                  <a:pt x="129501" y="110283"/>
                  <a:pt x="129782" y="110028"/>
                  <a:pt x="129807" y="109696"/>
                </a:cubicBezTo>
                <a:lnTo>
                  <a:pt x="142875" y="109696"/>
                </a:lnTo>
                <a:lnTo>
                  <a:pt x="142875" y="104260"/>
                </a:lnTo>
                <a:cubicBezTo>
                  <a:pt x="143232" y="104209"/>
                  <a:pt x="143513" y="103902"/>
                  <a:pt x="143513" y="103545"/>
                </a:cubicBezTo>
                <a:cubicBezTo>
                  <a:pt x="143513" y="103188"/>
                  <a:pt x="143232" y="102881"/>
                  <a:pt x="142875" y="102830"/>
                </a:cubicBezTo>
                <a:lnTo>
                  <a:pt x="142875" y="82642"/>
                </a:lnTo>
                <a:lnTo>
                  <a:pt x="142875" y="82438"/>
                </a:lnTo>
                <a:lnTo>
                  <a:pt x="142875" y="77997"/>
                </a:lnTo>
                <a:lnTo>
                  <a:pt x="142875" y="77716"/>
                </a:lnTo>
                <a:lnTo>
                  <a:pt x="142875" y="55180"/>
                </a:lnTo>
                <a:cubicBezTo>
                  <a:pt x="143360" y="55129"/>
                  <a:pt x="143717" y="54721"/>
                  <a:pt x="143717" y="54236"/>
                </a:cubicBezTo>
                <a:cubicBezTo>
                  <a:pt x="143717" y="53725"/>
                  <a:pt x="143309" y="53291"/>
                  <a:pt x="142773" y="53291"/>
                </a:cubicBezTo>
                <a:cubicBezTo>
                  <a:pt x="142262" y="53291"/>
                  <a:pt x="141829" y="53725"/>
                  <a:pt x="141829" y="54236"/>
                </a:cubicBezTo>
                <a:cubicBezTo>
                  <a:pt x="141829" y="54516"/>
                  <a:pt x="141956" y="54746"/>
                  <a:pt x="142135" y="54925"/>
                </a:cubicBezTo>
                <a:lnTo>
                  <a:pt x="127791" y="73046"/>
                </a:lnTo>
                <a:lnTo>
                  <a:pt x="120160" y="61637"/>
                </a:lnTo>
                <a:cubicBezTo>
                  <a:pt x="120288" y="61510"/>
                  <a:pt x="120390" y="61305"/>
                  <a:pt x="120390" y="61101"/>
                </a:cubicBezTo>
                <a:cubicBezTo>
                  <a:pt x="120390" y="60693"/>
                  <a:pt x="120058" y="60361"/>
                  <a:pt x="119675" y="60361"/>
                </a:cubicBezTo>
                <a:cubicBezTo>
                  <a:pt x="119394" y="60361"/>
                  <a:pt x="119190" y="60489"/>
                  <a:pt x="119037" y="60693"/>
                </a:cubicBezTo>
                <a:lnTo>
                  <a:pt x="99283" y="51428"/>
                </a:lnTo>
                <a:cubicBezTo>
                  <a:pt x="99308" y="51326"/>
                  <a:pt x="99334" y="51224"/>
                  <a:pt x="99334" y="51122"/>
                </a:cubicBezTo>
                <a:cubicBezTo>
                  <a:pt x="99334" y="50586"/>
                  <a:pt x="98900" y="50178"/>
                  <a:pt x="98389" y="50178"/>
                </a:cubicBezTo>
                <a:cubicBezTo>
                  <a:pt x="97879" y="50178"/>
                  <a:pt x="97445" y="50612"/>
                  <a:pt x="97445" y="51122"/>
                </a:cubicBezTo>
                <a:cubicBezTo>
                  <a:pt x="97445" y="51250"/>
                  <a:pt x="97470" y="51377"/>
                  <a:pt x="97522" y="51505"/>
                </a:cubicBezTo>
                <a:lnTo>
                  <a:pt x="80957" y="60999"/>
                </a:lnTo>
                <a:lnTo>
                  <a:pt x="75955" y="58804"/>
                </a:lnTo>
                <a:cubicBezTo>
                  <a:pt x="75955" y="58779"/>
                  <a:pt x="75981" y="58728"/>
                  <a:pt x="75981" y="58677"/>
                </a:cubicBezTo>
                <a:cubicBezTo>
                  <a:pt x="75981" y="58370"/>
                  <a:pt x="75725" y="58115"/>
                  <a:pt x="75419" y="58115"/>
                </a:cubicBezTo>
                <a:cubicBezTo>
                  <a:pt x="75266" y="58115"/>
                  <a:pt x="75138" y="58166"/>
                  <a:pt x="75036" y="58268"/>
                </a:cubicBezTo>
                <a:lnTo>
                  <a:pt x="54235" y="42061"/>
                </a:lnTo>
                <a:cubicBezTo>
                  <a:pt x="54312" y="41934"/>
                  <a:pt x="54363" y="41755"/>
                  <a:pt x="54363" y="41577"/>
                </a:cubicBezTo>
                <a:cubicBezTo>
                  <a:pt x="54363" y="41041"/>
                  <a:pt x="53955" y="40632"/>
                  <a:pt x="53419" y="40632"/>
                </a:cubicBezTo>
                <a:cubicBezTo>
                  <a:pt x="53342" y="40632"/>
                  <a:pt x="53265" y="40632"/>
                  <a:pt x="53189" y="40658"/>
                </a:cubicBezTo>
                <a:lnTo>
                  <a:pt x="46732" y="24247"/>
                </a:lnTo>
                <a:cubicBezTo>
                  <a:pt x="47012" y="24119"/>
                  <a:pt x="47191" y="23838"/>
                  <a:pt x="47191" y="23507"/>
                </a:cubicBezTo>
                <a:cubicBezTo>
                  <a:pt x="47191" y="23047"/>
                  <a:pt x="46808" y="22664"/>
                  <a:pt x="46349" y="22664"/>
                </a:cubicBezTo>
                <a:cubicBezTo>
                  <a:pt x="45889" y="22664"/>
                  <a:pt x="45507" y="23022"/>
                  <a:pt x="45481" y="23456"/>
                </a:cubicBezTo>
                <a:lnTo>
                  <a:pt x="20265" y="25064"/>
                </a:lnTo>
                <a:lnTo>
                  <a:pt x="18325" y="17534"/>
                </a:lnTo>
                <a:cubicBezTo>
                  <a:pt x="18529" y="17432"/>
                  <a:pt x="18708" y="17203"/>
                  <a:pt x="18708" y="16947"/>
                </a:cubicBezTo>
                <a:cubicBezTo>
                  <a:pt x="18708" y="16590"/>
                  <a:pt x="18402" y="16309"/>
                  <a:pt x="18070" y="16309"/>
                </a:cubicBezTo>
                <a:cubicBezTo>
                  <a:pt x="17917" y="16309"/>
                  <a:pt x="17789" y="16360"/>
                  <a:pt x="17687" y="16437"/>
                </a:cubicBezTo>
                <a:lnTo>
                  <a:pt x="1429" y="894"/>
                </a:lnTo>
                <a:cubicBezTo>
                  <a:pt x="1480" y="817"/>
                  <a:pt x="1506" y="690"/>
                  <a:pt x="1506" y="588"/>
                </a:cubicBezTo>
                <a:cubicBezTo>
                  <a:pt x="1506" y="256"/>
                  <a:pt x="1251" y="1"/>
                  <a:pt x="9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39"/>
          </a:p>
        </p:txBody>
      </p:sp>
      <p:sp>
        <p:nvSpPr>
          <p:cNvPr id="46" name="Google Shape;46;p6"/>
          <p:cNvSpPr txBox="1">
            <a:spLocks noGrp="1"/>
          </p:cNvSpPr>
          <p:nvPr>
            <p:ph type="title"/>
          </p:nvPr>
        </p:nvSpPr>
        <p:spPr>
          <a:xfrm>
            <a:off x="1150875" y="712727"/>
            <a:ext cx="12314363" cy="9172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oogle Shape;48;p7"/>
          <p:cNvGrpSpPr/>
          <p:nvPr/>
        </p:nvGrpSpPr>
        <p:grpSpPr>
          <a:xfrm>
            <a:off x="99" y="6791498"/>
            <a:ext cx="14615915" cy="1647572"/>
            <a:chOff x="62" y="4240596"/>
            <a:chExt cx="9143876" cy="1028740"/>
          </a:xfrm>
        </p:grpSpPr>
        <p:sp>
          <p:nvSpPr>
            <p:cNvPr id="49" name="Google Shape;49;p7"/>
            <p:cNvSpPr/>
            <p:nvPr/>
          </p:nvSpPr>
          <p:spPr>
            <a:xfrm flipH="1">
              <a:off x="62" y="4240596"/>
              <a:ext cx="9143876" cy="1028740"/>
            </a:xfrm>
            <a:custGeom>
              <a:avLst/>
              <a:gdLst/>
              <a:ahLst/>
              <a:cxnLst/>
              <a:rect l="l" t="t" r="r" b="b"/>
              <a:pathLst>
                <a:path w="172942" h="19457" extrusionOk="0">
                  <a:moveTo>
                    <a:pt x="172941" y="0"/>
                  </a:moveTo>
                  <a:lnTo>
                    <a:pt x="1" y="16929"/>
                  </a:lnTo>
                  <a:lnTo>
                    <a:pt x="1" y="19456"/>
                  </a:lnTo>
                  <a:lnTo>
                    <a:pt x="172941" y="19456"/>
                  </a:lnTo>
                  <a:lnTo>
                    <a:pt x="1729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39"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62" y="4240596"/>
              <a:ext cx="9143876" cy="1028740"/>
            </a:xfrm>
            <a:custGeom>
              <a:avLst/>
              <a:gdLst/>
              <a:ahLst/>
              <a:cxnLst/>
              <a:rect l="l" t="t" r="r" b="b"/>
              <a:pathLst>
                <a:path w="172942" h="19457" extrusionOk="0">
                  <a:moveTo>
                    <a:pt x="172941" y="0"/>
                  </a:moveTo>
                  <a:lnTo>
                    <a:pt x="1" y="16929"/>
                  </a:lnTo>
                  <a:lnTo>
                    <a:pt x="1" y="19456"/>
                  </a:lnTo>
                  <a:lnTo>
                    <a:pt x="172941" y="19456"/>
                  </a:lnTo>
                  <a:lnTo>
                    <a:pt x="1729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39"/>
            </a:p>
          </p:txBody>
        </p:sp>
      </p:grpSp>
      <p:grpSp>
        <p:nvGrpSpPr>
          <p:cNvPr id="51" name="Google Shape;51;p7"/>
          <p:cNvGrpSpPr/>
          <p:nvPr/>
        </p:nvGrpSpPr>
        <p:grpSpPr>
          <a:xfrm>
            <a:off x="-3033615" y="-5225733"/>
            <a:ext cx="23307165" cy="14238284"/>
            <a:chOff x="-1897863" y="-3262936"/>
            <a:chExt cx="14581217" cy="8890352"/>
          </a:xfrm>
        </p:grpSpPr>
        <p:sp>
          <p:nvSpPr>
            <p:cNvPr id="52" name="Google Shape;52;p7"/>
            <p:cNvSpPr/>
            <p:nvPr/>
          </p:nvSpPr>
          <p:spPr>
            <a:xfrm rot="-10320869" flipH="1">
              <a:off x="-1556381" y="-2799617"/>
              <a:ext cx="7047645" cy="5408059"/>
            </a:xfrm>
            <a:custGeom>
              <a:avLst/>
              <a:gdLst/>
              <a:ahLst/>
              <a:cxnLst/>
              <a:rect l="l" t="t" r="r" b="b"/>
              <a:pathLst>
                <a:path w="143718" h="110283" extrusionOk="0">
                  <a:moveTo>
                    <a:pt x="1276" y="1047"/>
                  </a:moveTo>
                  <a:lnTo>
                    <a:pt x="17534" y="16565"/>
                  </a:lnTo>
                  <a:cubicBezTo>
                    <a:pt x="17483" y="16667"/>
                    <a:pt x="17457" y="16743"/>
                    <a:pt x="17432" y="16845"/>
                  </a:cubicBezTo>
                  <a:lnTo>
                    <a:pt x="1889" y="17279"/>
                  </a:lnTo>
                  <a:cubicBezTo>
                    <a:pt x="1812" y="16845"/>
                    <a:pt x="1480" y="16514"/>
                    <a:pt x="1046" y="16462"/>
                  </a:cubicBezTo>
                  <a:lnTo>
                    <a:pt x="1046" y="1149"/>
                  </a:lnTo>
                  <a:cubicBezTo>
                    <a:pt x="1123" y="1124"/>
                    <a:pt x="1225" y="1098"/>
                    <a:pt x="1276" y="1047"/>
                  </a:cubicBezTo>
                  <a:close/>
                  <a:moveTo>
                    <a:pt x="17432" y="17050"/>
                  </a:moveTo>
                  <a:cubicBezTo>
                    <a:pt x="17457" y="17177"/>
                    <a:pt x="17508" y="17279"/>
                    <a:pt x="17585" y="17381"/>
                  </a:cubicBezTo>
                  <a:lnTo>
                    <a:pt x="11638" y="24936"/>
                  </a:lnTo>
                  <a:cubicBezTo>
                    <a:pt x="11485" y="24859"/>
                    <a:pt x="11306" y="24808"/>
                    <a:pt x="11128" y="24808"/>
                  </a:cubicBezTo>
                  <a:cubicBezTo>
                    <a:pt x="10873" y="24808"/>
                    <a:pt x="10643" y="24910"/>
                    <a:pt x="10464" y="25064"/>
                  </a:cubicBezTo>
                  <a:lnTo>
                    <a:pt x="1736" y="17917"/>
                  </a:lnTo>
                  <a:cubicBezTo>
                    <a:pt x="1812" y="17790"/>
                    <a:pt x="1863" y="17637"/>
                    <a:pt x="1889" y="17483"/>
                  </a:cubicBezTo>
                  <a:lnTo>
                    <a:pt x="17432" y="17050"/>
                  </a:lnTo>
                  <a:close/>
                  <a:moveTo>
                    <a:pt x="17764" y="17483"/>
                  </a:moveTo>
                  <a:cubicBezTo>
                    <a:pt x="17840" y="17534"/>
                    <a:pt x="17942" y="17585"/>
                    <a:pt x="18070" y="17585"/>
                  </a:cubicBezTo>
                  <a:cubicBezTo>
                    <a:pt x="18070" y="17585"/>
                    <a:pt x="18095" y="17560"/>
                    <a:pt x="18121" y="17560"/>
                  </a:cubicBezTo>
                  <a:lnTo>
                    <a:pt x="20061" y="25089"/>
                  </a:lnTo>
                  <a:lnTo>
                    <a:pt x="12047" y="25574"/>
                  </a:lnTo>
                  <a:cubicBezTo>
                    <a:pt x="12021" y="25395"/>
                    <a:pt x="11919" y="25191"/>
                    <a:pt x="11791" y="25064"/>
                  </a:cubicBezTo>
                  <a:lnTo>
                    <a:pt x="17764" y="17483"/>
                  </a:lnTo>
                  <a:close/>
                  <a:moveTo>
                    <a:pt x="20112" y="25268"/>
                  </a:moveTo>
                  <a:lnTo>
                    <a:pt x="22460" y="34405"/>
                  </a:lnTo>
                  <a:cubicBezTo>
                    <a:pt x="22332" y="34456"/>
                    <a:pt x="22230" y="34507"/>
                    <a:pt x="22128" y="34609"/>
                  </a:cubicBezTo>
                  <a:lnTo>
                    <a:pt x="14726" y="28560"/>
                  </a:lnTo>
                  <a:lnTo>
                    <a:pt x="11919" y="26263"/>
                  </a:lnTo>
                  <a:cubicBezTo>
                    <a:pt x="12021" y="26135"/>
                    <a:pt x="12072" y="25957"/>
                    <a:pt x="12072" y="25778"/>
                  </a:cubicBezTo>
                  <a:lnTo>
                    <a:pt x="20112" y="25268"/>
                  </a:lnTo>
                  <a:close/>
                  <a:moveTo>
                    <a:pt x="45507" y="23660"/>
                  </a:moveTo>
                  <a:cubicBezTo>
                    <a:pt x="45507" y="23711"/>
                    <a:pt x="45532" y="23762"/>
                    <a:pt x="45532" y="23787"/>
                  </a:cubicBezTo>
                  <a:lnTo>
                    <a:pt x="23583" y="34762"/>
                  </a:lnTo>
                  <a:cubicBezTo>
                    <a:pt x="23404" y="34507"/>
                    <a:pt x="23123" y="34328"/>
                    <a:pt x="22792" y="34328"/>
                  </a:cubicBezTo>
                  <a:cubicBezTo>
                    <a:pt x="22741" y="34328"/>
                    <a:pt x="22690" y="34328"/>
                    <a:pt x="22664" y="34354"/>
                  </a:cubicBezTo>
                  <a:lnTo>
                    <a:pt x="20316" y="25242"/>
                  </a:lnTo>
                  <a:lnTo>
                    <a:pt x="45507" y="23660"/>
                  </a:lnTo>
                  <a:close/>
                  <a:moveTo>
                    <a:pt x="45634" y="23966"/>
                  </a:moveTo>
                  <a:cubicBezTo>
                    <a:pt x="45634" y="23992"/>
                    <a:pt x="45634" y="23992"/>
                    <a:pt x="45634" y="23992"/>
                  </a:cubicBezTo>
                  <a:lnTo>
                    <a:pt x="30908" y="36855"/>
                  </a:lnTo>
                  <a:lnTo>
                    <a:pt x="23736" y="35375"/>
                  </a:lnTo>
                  <a:cubicBezTo>
                    <a:pt x="23736" y="35349"/>
                    <a:pt x="23736" y="35298"/>
                    <a:pt x="23736" y="35273"/>
                  </a:cubicBezTo>
                  <a:cubicBezTo>
                    <a:pt x="23736" y="35170"/>
                    <a:pt x="23710" y="35043"/>
                    <a:pt x="23685" y="34941"/>
                  </a:cubicBezTo>
                  <a:lnTo>
                    <a:pt x="45634" y="23966"/>
                  </a:lnTo>
                  <a:close/>
                  <a:moveTo>
                    <a:pt x="1608" y="18070"/>
                  </a:moveTo>
                  <a:lnTo>
                    <a:pt x="10337" y="25217"/>
                  </a:lnTo>
                  <a:cubicBezTo>
                    <a:pt x="10235" y="25370"/>
                    <a:pt x="10183" y="25548"/>
                    <a:pt x="10183" y="25753"/>
                  </a:cubicBezTo>
                  <a:cubicBezTo>
                    <a:pt x="10183" y="26008"/>
                    <a:pt x="10311" y="26238"/>
                    <a:pt x="10464" y="26416"/>
                  </a:cubicBezTo>
                  <a:lnTo>
                    <a:pt x="1455" y="37876"/>
                  </a:lnTo>
                  <a:cubicBezTo>
                    <a:pt x="1327" y="37799"/>
                    <a:pt x="1200" y="37774"/>
                    <a:pt x="1046" y="37748"/>
                  </a:cubicBezTo>
                  <a:lnTo>
                    <a:pt x="1046" y="18351"/>
                  </a:lnTo>
                  <a:cubicBezTo>
                    <a:pt x="1276" y="18326"/>
                    <a:pt x="1455" y="18224"/>
                    <a:pt x="1608" y="18070"/>
                  </a:cubicBezTo>
                  <a:close/>
                  <a:moveTo>
                    <a:pt x="11791" y="26416"/>
                  </a:moveTo>
                  <a:lnTo>
                    <a:pt x="21924" y="34686"/>
                  </a:lnTo>
                  <a:lnTo>
                    <a:pt x="22000" y="34762"/>
                  </a:lnTo>
                  <a:cubicBezTo>
                    <a:pt x="21898" y="34915"/>
                    <a:pt x="21847" y="35094"/>
                    <a:pt x="21847" y="35273"/>
                  </a:cubicBezTo>
                  <a:cubicBezTo>
                    <a:pt x="21847" y="35298"/>
                    <a:pt x="21847" y="35324"/>
                    <a:pt x="21847" y="35324"/>
                  </a:cubicBezTo>
                  <a:lnTo>
                    <a:pt x="10822" y="37034"/>
                  </a:lnTo>
                  <a:lnTo>
                    <a:pt x="1863" y="38437"/>
                  </a:lnTo>
                  <a:cubicBezTo>
                    <a:pt x="1812" y="38284"/>
                    <a:pt x="1736" y="38131"/>
                    <a:pt x="1608" y="38003"/>
                  </a:cubicBezTo>
                  <a:lnTo>
                    <a:pt x="10643" y="26544"/>
                  </a:lnTo>
                  <a:cubicBezTo>
                    <a:pt x="10770" y="26620"/>
                    <a:pt x="10949" y="26697"/>
                    <a:pt x="11128" y="26697"/>
                  </a:cubicBezTo>
                  <a:cubicBezTo>
                    <a:pt x="11383" y="26697"/>
                    <a:pt x="11638" y="26569"/>
                    <a:pt x="11791" y="26416"/>
                  </a:cubicBezTo>
                  <a:close/>
                  <a:moveTo>
                    <a:pt x="45762" y="24145"/>
                  </a:moveTo>
                  <a:cubicBezTo>
                    <a:pt x="45915" y="24272"/>
                    <a:pt x="46119" y="24349"/>
                    <a:pt x="46323" y="24349"/>
                  </a:cubicBezTo>
                  <a:cubicBezTo>
                    <a:pt x="46400" y="24349"/>
                    <a:pt x="46476" y="24349"/>
                    <a:pt x="46553" y="24323"/>
                  </a:cubicBezTo>
                  <a:lnTo>
                    <a:pt x="52985" y="40734"/>
                  </a:lnTo>
                  <a:cubicBezTo>
                    <a:pt x="52781" y="40836"/>
                    <a:pt x="52602" y="41041"/>
                    <a:pt x="52525" y="41270"/>
                  </a:cubicBezTo>
                  <a:lnTo>
                    <a:pt x="31163" y="36906"/>
                  </a:lnTo>
                  <a:lnTo>
                    <a:pt x="45762" y="24145"/>
                  </a:lnTo>
                  <a:close/>
                  <a:moveTo>
                    <a:pt x="23685" y="35579"/>
                  </a:moveTo>
                  <a:lnTo>
                    <a:pt x="23813" y="35604"/>
                  </a:lnTo>
                  <a:lnTo>
                    <a:pt x="30729" y="37008"/>
                  </a:lnTo>
                  <a:lnTo>
                    <a:pt x="18836" y="47396"/>
                  </a:lnTo>
                  <a:cubicBezTo>
                    <a:pt x="18810" y="47370"/>
                    <a:pt x="18759" y="47345"/>
                    <a:pt x="18734" y="47319"/>
                  </a:cubicBezTo>
                  <a:lnTo>
                    <a:pt x="21158" y="40275"/>
                  </a:lnTo>
                  <a:lnTo>
                    <a:pt x="22562" y="36191"/>
                  </a:lnTo>
                  <a:cubicBezTo>
                    <a:pt x="22638" y="36217"/>
                    <a:pt x="22715" y="36217"/>
                    <a:pt x="22792" y="36217"/>
                  </a:cubicBezTo>
                  <a:cubicBezTo>
                    <a:pt x="23200" y="36217"/>
                    <a:pt x="23557" y="35962"/>
                    <a:pt x="23685" y="35579"/>
                  </a:cubicBezTo>
                  <a:close/>
                  <a:moveTo>
                    <a:pt x="21873" y="35528"/>
                  </a:moveTo>
                  <a:cubicBezTo>
                    <a:pt x="21949" y="35783"/>
                    <a:pt x="22128" y="36013"/>
                    <a:pt x="22383" y="36140"/>
                  </a:cubicBezTo>
                  <a:lnTo>
                    <a:pt x="20980" y="40224"/>
                  </a:lnTo>
                  <a:lnTo>
                    <a:pt x="18555" y="47243"/>
                  </a:lnTo>
                  <a:lnTo>
                    <a:pt x="18453" y="47243"/>
                  </a:lnTo>
                  <a:cubicBezTo>
                    <a:pt x="18249" y="47243"/>
                    <a:pt x="18070" y="47345"/>
                    <a:pt x="17942" y="47498"/>
                  </a:cubicBezTo>
                  <a:lnTo>
                    <a:pt x="12404" y="44563"/>
                  </a:lnTo>
                  <a:lnTo>
                    <a:pt x="1812" y="39024"/>
                  </a:lnTo>
                  <a:cubicBezTo>
                    <a:pt x="1863" y="38922"/>
                    <a:pt x="1889" y="38820"/>
                    <a:pt x="1889" y="38693"/>
                  </a:cubicBezTo>
                  <a:cubicBezTo>
                    <a:pt x="1889" y="38667"/>
                    <a:pt x="1889" y="38641"/>
                    <a:pt x="1889" y="38641"/>
                  </a:cubicBezTo>
                  <a:lnTo>
                    <a:pt x="21873" y="35528"/>
                  </a:lnTo>
                  <a:close/>
                  <a:moveTo>
                    <a:pt x="30959" y="37059"/>
                  </a:moveTo>
                  <a:lnTo>
                    <a:pt x="52474" y="41474"/>
                  </a:lnTo>
                  <a:cubicBezTo>
                    <a:pt x="52474" y="41500"/>
                    <a:pt x="52474" y="41551"/>
                    <a:pt x="52474" y="41577"/>
                  </a:cubicBezTo>
                  <a:cubicBezTo>
                    <a:pt x="52474" y="41602"/>
                    <a:pt x="52474" y="41602"/>
                    <a:pt x="52500" y="41628"/>
                  </a:cubicBezTo>
                  <a:lnTo>
                    <a:pt x="44282" y="43108"/>
                  </a:lnTo>
                  <a:lnTo>
                    <a:pt x="19014" y="47651"/>
                  </a:lnTo>
                  <a:cubicBezTo>
                    <a:pt x="18989" y="47600"/>
                    <a:pt x="18989" y="47574"/>
                    <a:pt x="18963" y="47523"/>
                  </a:cubicBezTo>
                  <a:lnTo>
                    <a:pt x="30959" y="37059"/>
                  </a:lnTo>
                  <a:close/>
                  <a:moveTo>
                    <a:pt x="52653" y="42113"/>
                  </a:moveTo>
                  <a:cubicBezTo>
                    <a:pt x="52704" y="42189"/>
                    <a:pt x="52781" y="42240"/>
                    <a:pt x="52832" y="42317"/>
                  </a:cubicBezTo>
                  <a:lnTo>
                    <a:pt x="45992" y="53036"/>
                  </a:lnTo>
                  <a:cubicBezTo>
                    <a:pt x="45864" y="52985"/>
                    <a:pt x="45736" y="52934"/>
                    <a:pt x="45583" y="52934"/>
                  </a:cubicBezTo>
                  <a:cubicBezTo>
                    <a:pt x="45124" y="52934"/>
                    <a:pt x="44766" y="53240"/>
                    <a:pt x="44664" y="53623"/>
                  </a:cubicBezTo>
                  <a:lnTo>
                    <a:pt x="34864" y="52066"/>
                  </a:lnTo>
                  <a:lnTo>
                    <a:pt x="35604" y="51632"/>
                  </a:lnTo>
                  <a:lnTo>
                    <a:pt x="45966" y="45839"/>
                  </a:lnTo>
                  <a:lnTo>
                    <a:pt x="52653" y="42113"/>
                  </a:lnTo>
                  <a:close/>
                  <a:moveTo>
                    <a:pt x="53010" y="42419"/>
                  </a:moveTo>
                  <a:cubicBezTo>
                    <a:pt x="53138" y="42470"/>
                    <a:pt x="53265" y="42521"/>
                    <a:pt x="53419" y="42521"/>
                  </a:cubicBezTo>
                  <a:cubicBezTo>
                    <a:pt x="53546" y="42521"/>
                    <a:pt x="53648" y="42495"/>
                    <a:pt x="53750" y="42444"/>
                  </a:cubicBezTo>
                  <a:lnTo>
                    <a:pt x="60616" y="56201"/>
                  </a:lnTo>
                  <a:lnTo>
                    <a:pt x="60616" y="56201"/>
                  </a:lnTo>
                  <a:lnTo>
                    <a:pt x="51709" y="54772"/>
                  </a:lnTo>
                  <a:lnTo>
                    <a:pt x="46502" y="53929"/>
                  </a:lnTo>
                  <a:cubicBezTo>
                    <a:pt x="46502" y="53904"/>
                    <a:pt x="46528" y="53904"/>
                    <a:pt x="46528" y="53878"/>
                  </a:cubicBezTo>
                  <a:cubicBezTo>
                    <a:pt x="46528" y="53572"/>
                    <a:pt x="46374" y="53317"/>
                    <a:pt x="46170" y="53138"/>
                  </a:cubicBezTo>
                  <a:lnTo>
                    <a:pt x="46579" y="52500"/>
                  </a:lnTo>
                  <a:lnTo>
                    <a:pt x="53010" y="42419"/>
                  </a:lnTo>
                  <a:close/>
                  <a:moveTo>
                    <a:pt x="52525" y="41832"/>
                  </a:moveTo>
                  <a:cubicBezTo>
                    <a:pt x="52525" y="41857"/>
                    <a:pt x="52551" y="41908"/>
                    <a:pt x="52551" y="41934"/>
                  </a:cubicBezTo>
                  <a:lnTo>
                    <a:pt x="42163" y="47753"/>
                  </a:lnTo>
                  <a:lnTo>
                    <a:pt x="34557" y="51990"/>
                  </a:lnTo>
                  <a:lnTo>
                    <a:pt x="34430" y="51990"/>
                  </a:lnTo>
                  <a:lnTo>
                    <a:pt x="34455" y="52041"/>
                  </a:lnTo>
                  <a:lnTo>
                    <a:pt x="26901" y="56277"/>
                  </a:lnTo>
                  <a:lnTo>
                    <a:pt x="23557" y="58141"/>
                  </a:lnTo>
                  <a:cubicBezTo>
                    <a:pt x="23379" y="57911"/>
                    <a:pt x="23098" y="57732"/>
                    <a:pt x="22792" y="57732"/>
                  </a:cubicBezTo>
                  <a:cubicBezTo>
                    <a:pt x="22690" y="57732"/>
                    <a:pt x="22613" y="57758"/>
                    <a:pt x="22536" y="57783"/>
                  </a:cubicBezTo>
                  <a:lnTo>
                    <a:pt x="19857" y="51096"/>
                  </a:lnTo>
                  <a:lnTo>
                    <a:pt x="18759" y="48391"/>
                  </a:lnTo>
                  <a:cubicBezTo>
                    <a:pt x="18938" y="48263"/>
                    <a:pt x="19065" y="48085"/>
                    <a:pt x="19065" y="47855"/>
                  </a:cubicBezTo>
                  <a:lnTo>
                    <a:pt x="24987" y="46783"/>
                  </a:lnTo>
                  <a:lnTo>
                    <a:pt x="52525" y="41832"/>
                  </a:lnTo>
                  <a:close/>
                  <a:moveTo>
                    <a:pt x="54108" y="42215"/>
                  </a:moveTo>
                  <a:lnTo>
                    <a:pt x="74909" y="58421"/>
                  </a:lnTo>
                  <a:cubicBezTo>
                    <a:pt x="74909" y="58447"/>
                    <a:pt x="74883" y="58472"/>
                    <a:pt x="74883" y="58498"/>
                  </a:cubicBezTo>
                  <a:lnTo>
                    <a:pt x="60871" y="56226"/>
                  </a:lnTo>
                  <a:lnTo>
                    <a:pt x="53929" y="42368"/>
                  </a:lnTo>
                  <a:cubicBezTo>
                    <a:pt x="54006" y="42317"/>
                    <a:pt x="54057" y="42266"/>
                    <a:pt x="54108" y="42215"/>
                  </a:cubicBezTo>
                  <a:close/>
                  <a:moveTo>
                    <a:pt x="60973" y="56456"/>
                  </a:moveTo>
                  <a:lnTo>
                    <a:pt x="74858" y="58702"/>
                  </a:lnTo>
                  <a:lnTo>
                    <a:pt x="63321" y="61203"/>
                  </a:lnTo>
                  <a:lnTo>
                    <a:pt x="60973" y="56456"/>
                  </a:lnTo>
                  <a:close/>
                  <a:moveTo>
                    <a:pt x="46476" y="54134"/>
                  </a:moveTo>
                  <a:lnTo>
                    <a:pt x="60718" y="56405"/>
                  </a:lnTo>
                  <a:lnTo>
                    <a:pt x="63117" y="61229"/>
                  </a:lnTo>
                  <a:lnTo>
                    <a:pt x="58447" y="62250"/>
                  </a:lnTo>
                  <a:cubicBezTo>
                    <a:pt x="58370" y="61969"/>
                    <a:pt x="58115" y="61790"/>
                    <a:pt x="57808" y="61790"/>
                  </a:cubicBezTo>
                  <a:cubicBezTo>
                    <a:pt x="57604" y="61790"/>
                    <a:pt x="57426" y="61867"/>
                    <a:pt x="57298" y="61995"/>
                  </a:cubicBezTo>
                  <a:lnTo>
                    <a:pt x="46400" y="54338"/>
                  </a:lnTo>
                  <a:cubicBezTo>
                    <a:pt x="46425" y="54261"/>
                    <a:pt x="46451" y="54185"/>
                    <a:pt x="46476" y="54134"/>
                  </a:cubicBezTo>
                  <a:close/>
                  <a:moveTo>
                    <a:pt x="1736" y="39203"/>
                  </a:moveTo>
                  <a:lnTo>
                    <a:pt x="4543" y="40683"/>
                  </a:lnTo>
                  <a:lnTo>
                    <a:pt x="17866" y="47676"/>
                  </a:lnTo>
                  <a:cubicBezTo>
                    <a:pt x="17840" y="47727"/>
                    <a:pt x="17815" y="47779"/>
                    <a:pt x="17815" y="47855"/>
                  </a:cubicBezTo>
                  <a:cubicBezTo>
                    <a:pt x="17815" y="47983"/>
                    <a:pt x="17866" y="48085"/>
                    <a:pt x="17917" y="48187"/>
                  </a:cubicBezTo>
                  <a:lnTo>
                    <a:pt x="1940" y="62530"/>
                  </a:lnTo>
                  <a:lnTo>
                    <a:pt x="1582" y="62862"/>
                  </a:lnTo>
                  <a:cubicBezTo>
                    <a:pt x="1429" y="62735"/>
                    <a:pt x="1251" y="62633"/>
                    <a:pt x="1046" y="62607"/>
                  </a:cubicBezTo>
                  <a:lnTo>
                    <a:pt x="1046" y="39611"/>
                  </a:lnTo>
                  <a:cubicBezTo>
                    <a:pt x="1327" y="39586"/>
                    <a:pt x="1582" y="39433"/>
                    <a:pt x="1736" y="39203"/>
                  </a:cubicBezTo>
                  <a:close/>
                  <a:moveTo>
                    <a:pt x="18070" y="48340"/>
                  </a:moveTo>
                  <a:cubicBezTo>
                    <a:pt x="18172" y="48417"/>
                    <a:pt x="18300" y="48468"/>
                    <a:pt x="18453" y="48468"/>
                  </a:cubicBezTo>
                  <a:lnTo>
                    <a:pt x="18580" y="48468"/>
                  </a:lnTo>
                  <a:lnTo>
                    <a:pt x="22358" y="57860"/>
                  </a:lnTo>
                  <a:cubicBezTo>
                    <a:pt x="22051" y="58013"/>
                    <a:pt x="21847" y="58319"/>
                    <a:pt x="21847" y="58677"/>
                  </a:cubicBezTo>
                  <a:cubicBezTo>
                    <a:pt x="21847" y="58728"/>
                    <a:pt x="21847" y="58753"/>
                    <a:pt x="21847" y="58779"/>
                  </a:cubicBezTo>
                  <a:lnTo>
                    <a:pt x="1838" y="63245"/>
                  </a:lnTo>
                  <a:cubicBezTo>
                    <a:pt x="1812" y="63169"/>
                    <a:pt x="1761" y="63066"/>
                    <a:pt x="1710" y="62990"/>
                  </a:cubicBezTo>
                  <a:lnTo>
                    <a:pt x="7019" y="58243"/>
                  </a:lnTo>
                  <a:lnTo>
                    <a:pt x="18070" y="48340"/>
                  </a:lnTo>
                  <a:close/>
                  <a:moveTo>
                    <a:pt x="46272" y="54491"/>
                  </a:moveTo>
                  <a:lnTo>
                    <a:pt x="57196" y="62173"/>
                  </a:lnTo>
                  <a:cubicBezTo>
                    <a:pt x="57145" y="62275"/>
                    <a:pt x="57119" y="62377"/>
                    <a:pt x="57119" y="62479"/>
                  </a:cubicBezTo>
                  <a:cubicBezTo>
                    <a:pt x="57119" y="62505"/>
                    <a:pt x="57119" y="62505"/>
                    <a:pt x="57119" y="62530"/>
                  </a:cubicBezTo>
                  <a:lnTo>
                    <a:pt x="46732" y="64776"/>
                  </a:lnTo>
                  <a:cubicBezTo>
                    <a:pt x="46604" y="64419"/>
                    <a:pt x="46298" y="64164"/>
                    <a:pt x="45915" y="64113"/>
                  </a:cubicBezTo>
                  <a:lnTo>
                    <a:pt x="45685" y="54823"/>
                  </a:lnTo>
                  <a:cubicBezTo>
                    <a:pt x="45915" y="54797"/>
                    <a:pt x="46145" y="54670"/>
                    <a:pt x="46272" y="54491"/>
                  </a:cubicBezTo>
                  <a:close/>
                  <a:moveTo>
                    <a:pt x="99206" y="51607"/>
                  </a:moveTo>
                  <a:lnTo>
                    <a:pt x="118960" y="60872"/>
                  </a:lnTo>
                  <a:cubicBezTo>
                    <a:pt x="118935" y="60948"/>
                    <a:pt x="118935" y="61025"/>
                    <a:pt x="118935" y="61101"/>
                  </a:cubicBezTo>
                  <a:cubicBezTo>
                    <a:pt x="118935" y="61127"/>
                    <a:pt x="118935" y="61127"/>
                    <a:pt x="118935" y="61152"/>
                  </a:cubicBezTo>
                  <a:lnTo>
                    <a:pt x="103009" y="64802"/>
                  </a:lnTo>
                  <a:lnTo>
                    <a:pt x="98772" y="51990"/>
                  </a:lnTo>
                  <a:cubicBezTo>
                    <a:pt x="98951" y="51913"/>
                    <a:pt x="99104" y="51760"/>
                    <a:pt x="99206" y="51607"/>
                  </a:cubicBezTo>
                  <a:close/>
                  <a:moveTo>
                    <a:pt x="34685" y="52219"/>
                  </a:moveTo>
                  <a:lnTo>
                    <a:pt x="44639" y="53827"/>
                  </a:lnTo>
                  <a:cubicBezTo>
                    <a:pt x="44639" y="53853"/>
                    <a:pt x="44639" y="53853"/>
                    <a:pt x="44639" y="53878"/>
                  </a:cubicBezTo>
                  <a:cubicBezTo>
                    <a:pt x="44639" y="54185"/>
                    <a:pt x="44766" y="54440"/>
                    <a:pt x="44996" y="54619"/>
                  </a:cubicBezTo>
                  <a:lnTo>
                    <a:pt x="40989" y="60897"/>
                  </a:lnTo>
                  <a:lnTo>
                    <a:pt x="37493" y="66333"/>
                  </a:lnTo>
                  <a:cubicBezTo>
                    <a:pt x="37416" y="66308"/>
                    <a:pt x="37339" y="66282"/>
                    <a:pt x="37237" y="66257"/>
                  </a:cubicBezTo>
                  <a:lnTo>
                    <a:pt x="34685" y="52219"/>
                  </a:lnTo>
                  <a:close/>
                  <a:moveTo>
                    <a:pt x="34481" y="52270"/>
                  </a:moveTo>
                  <a:lnTo>
                    <a:pt x="37033" y="66282"/>
                  </a:lnTo>
                  <a:cubicBezTo>
                    <a:pt x="36906" y="66308"/>
                    <a:pt x="36778" y="66359"/>
                    <a:pt x="36676" y="66461"/>
                  </a:cubicBezTo>
                  <a:lnTo>
                    <a:pt x="23659" y="59059"/>
                  </a:lnTo>
                  <a:cubicBezTo>
                    <a:pt x="23710" y="58957"/>
                    <a:pt x="23736" y="58830"/>
                    <a:pt x="23736" y="58677"/>
                  </a:cubicBezTo>
                  <a:cubicBezTo>
                    <a:pt x="23736" y="58549"/>
                    <a:pt x="23710" y="58421"/>
                    <a:pt x="23659" y="58319"/>
                  </a:cubicBezTo>
                  <a:lnTo>
                    <a:pt x="34481" y="52270"/>
                  </a:lnTo>
                  <a:close/>
                  <a:moveTo>
                    <a:pt x="97624" y="51683"/>
                  </a:moveTo>
                  <a:cubicBezTo>
                    <a:pt x="97726" y="51811"/>
                    <a:pt x="97879" y="51939"/>
                    <a:pt x="98057" y="51990"/>
                  </a:cubicBezTo>
                  <a:lnTo>
                    <a:pt x="94229" y="66206"/>
                  </a:lnTo>
                  <a:lnTo>
                    <a:pt x="94127" y="66206"/>
                  </a:lnTo>
                  <a:cubicBezTo>
                    <a:pt x="93872" y="66206"/>
                    <a:pt x="93668" y="66333"/>
                    <a:pt x="93540" y="66538"/>
                  </a:cubicBezTo>
                  <a:lnTo>
                    <a:pt x="81162" y="61101"/>
                  </a:lnTo>
                  <a:lnTo>
                    <a:pt x="97624" y="51683"/>
                  </a:lnTo>
                  <a:close/>
                  <a:moveTo>
                    <a:pt x="98593" y="52041"/>
                  </a:moveTo>
                  <a:lnTo>
                    <a:pt x="102805" y="64828"/>
                  </a:lnTo>
                  <a:lnTo>
                    <a:pt x="94791" y="66665"/>
                  </a:lnTo>
                  <a:cubicBezTo>
                    <a:pt x="94714" y="66486"/>
                    <a:pt x="94586" y="66333"/>
                    <a:pt x="94408" y="66257"/>
                  </a:cubicBezTo>
                  <a:lnTo>
                    <a:pt x="98236" y="52041"/>
                  </a:lnTo>
                  <a:cubicBezTo>
                    <a:pt x="98287" y="52066"/>
                    <a:pt x="98338" y="52066"/>
                    <a:pt x="98389" y="52066"/>
                  </a:cubicBezTo>
                  <a:cubicBezTo>
                    <a:pt x="98466" y="52066"/>
                    <a:pt x="98517" y="52066"/>
                    <a:pt x="98593" y="52041"/>
                  </a:cubicBezTo>
                  <a:close/>
                  <a:moveTo>
                    <a:pt x="45149" y="54721"/>
                  </a:moveTo>
                  <a:cubicBezTo>
                    <a:pt x="45251" y="54772"/>
                    <a:pt x="45379" y="54797"/>
                    <a:pt x="45507" y="54823"/>
                  </a:cubicBezTo>
                  <a:lnTo>
                    <a:pt x="45711" y="64138"/>
                  </a:lnTo>
                  <a:cubicBezTo>
                    <a:pt x="45251" y="64189"/>
                    <a:pt x="44894" y="64572"/>
                    <a:pt x="44894" y="65057"/>
                  </a:cubicBezTo>
                  <a:cubicBezTo>
                    <a:pt x="44894" y="65108"/>
                    <a:pt x="44894" y="65134"/>
                    <a:pt x="44894" y="65159"/>
                  </a:cubicBezTo>
                  <a:lnTo>
                    <a:pt x="37850" y="66691"/>
                  </a:lnTo>
                  <a:cubicBezTo>
                    <a:pt x="37799" y="66589"/>
                    <a:pt x="37748" y="66512"/>
                    <a:pt x="37671" y="66461"/>
                  </a:cubicBezTo>
                  <a:lnTo>
                    <a:pt x="40223" y="62454"/>
                  </a:lnTo>
                  <a:lnTo>
                    <a:pt x="45149" y="54721"/>
                  </a:lnTo>
                  <a:close/>
                  <a:moveTo>
                    <a:pt x="74909" y="58906"/>
                  </a:moveTo>
                  <a:cubicBezTo>
                    <a:pt x="74909" y="58957"/>
                    <a:pt x="74960" y="59008"/>
                    <a:pt x="74985" y="59059"/>
                  </a:cubicBezTo>
                  <a:lnTo>
                    <a:pt x="67635" y="68248"/>
                  </a:lnTo>
                  <a:cubicBezTo>
                    <a:pt x="67507" y="68145"/>
                    <a:pt x="67328" y="68094"/>
                    <a:pt x="67150" y="68094"/>
                  </a:cubicBezTo>
                  <a:cubicBezTo>
                    <a:pt x="67022" y="68094"/>
                    <a:pt x="66920" y="68120"/>
                    <a:pt x="66818" y="68145"/>
                  </a:cubicBezTo>
                  <a:lnTo>
                    <a:pt x="63423" y="61382"/>
                  </a:lnTo>
                  <a:lnTo>
                    <a:pt x="74909" y="58906"/>
                  </a:lnTo>
                  <a:close/>
                  <a:moveTo>
                    <a:pt x="63219" y="61408"/>
                  </a:moveTo>
                  <a:lnTo>
                    <a:pt x="66614" y="68248"/>
                  </a:lnTo>
                  <a:cubicBezTo>
                    <a:pt x="66563" y="68299"/>
                    <a:pt x="66486" y="68350"/>
                    <a:pt x="66435" y="68426"/>
                  </a:cubicBezTo>
                  <a:lnTo>
                    <a:pt x="58421" y="62786"/>
                  </a:lnTo>
                  <a:cubicBezTo>
                    <a:pt x="58472" y="62709"/>
                    <a:pt x="58498" y="62582"/>
                    <a:pt x="58498" y="62479"/>
                  </a:cubicBezTo>
                  <a:cubicBezTo>
                    <a:pt x="58498" y="62454"/>
                    <a:pt x="58498" y="62454"/>
                    <a:pt x="58498" y="62428"/>
                  </a:cubicBezTo>
                  <a:lnTo>
                    <a:pt x="63219" y="61408"/>
                  </a:lnTo>
                  <a:close/>
                  <a:moveTo>
                    <a:pt x="75878" y="59008"/>
                  </a:moveTo>
                  <a:lnTo>
                    <a:pt x="80728" y="61127"/>
                  </a:lnTo>
                  <a:lnTo>
                    <a:pt x="67915" y="68477"/>
                  </a:lnTo>
                  <a:cubicBezTo>
                    <a:pt x="67864" y="68452"/>
                    <a:pt x="67839" y="68401"/>
                    <a:pt x="67813" y="68375"/>
                  </a:cubicBezTo>
                  <a:lnTo>
                    <a:pt x="75138" y="59187"/>
                  </a:lnTo>
                  <a:cubicBezTo>
                    <a:pt x="75215" y="59213"/>
                    <a:pt x="75317" y="59238"/>
                    <a:pt x="75419" y="59238"/>
                  </a:cubicBezTo>
                  <a:cubicBezTo>
                    <a:pt x="75598" y="59238"/>
                    <a:pt x="75776" y="59136"/>
                    <a:pt x="75878" y="59008"/>
                  </a:cubicBezTo>
                  <a:close/>
                  <a:moveTo>
                    <a:pt x="80957" y="61229"/>
                  </a:moveTo>
                  <a:lnTo>
                    <a:pt x="93463" y="66716"/>
                  </a:lnTo>
                  <a:cubicBezTo>
                    <a:pt x="93438" y="66767"/>
                    <a:pt x="93438" y="66818"/>
                    <a:pt x="93438" y="66869"/>
                  </a:cubicBezTo>
                  <a:lnTo>
                    <a:pt x="84964" y="67533"/>
                  </a:lnTo>
                  <a:lnTo>
                    <a:pt x="68069" y="68860"/>
                  </a:lnTo>
                  <a:cubicBezTo>
                    <a:pt x="68043" y="68783"/>
                    <a:pt x="68017" y="68732"/>
                    <a:pt x="67992" y="68656"/>
                  </a:cubicBezTo>
                  <a:lnTo>
                    <a:pt x="80957" y="61229"/>
                  </a:lnTo>
                  <a:close/>
                  <a:moveTo>
                    <a:pt x="118986" y="61356"/>
                  </a:moveTo>
                  <a:lnTo>
                    <a:pt x="110997" y="65746"/>
                  </a:lnTo>
                  <a:lnTo>
                    <a:pt x="104515" y="69345"/>
                  </a:lnTo>
                  <a:lnTo>
                    <a:pt x="103060" y="64981"/>
                  </a:lnTo>
                  <a:lnTo>
                    <a:pt x="118986" y="61356"/>
                  </a:lnTo>
                  <a:close/>
                  <a:moveTo>
                    <a:pt x="23557" y="59238"/>
                  </a:moveTo>
                  <a:lnTo>
                    <a:pt x="36548" y="66614"/>
                  </a:lnTo>
                  <a:cubicBezTo>
                    <a:pt x="36497" y="66742"/>
                    <a:pt x="36446" y="66844"/>
                    <a:pt x="36446" y="66997"/>
                  </a:cubicBezTo>
                  <a:cubicBezTo>
                    <a:pt x="36446" y="67227"/>
                    <a:pt x="36574" y="67456"/>
                    <a:pt x="36752" y="67584"/>
                  </a:cubicBezTo>
                  <a:lnTo>
                    <a:pt x="34175" y="72050"/>
                  </a:lnTo>
                  <a:lnTo>
                    <a:pt x="23481" y="59340"/>
                  </a:lnTo>
                  <a:cubicBezTo>
                    <a:pt x="23506" y="59315"/>
                    <a:pt x="23532" y="59264"/>
                    <a:pt x="23557" y="59238"/>
                  </a:cubicBezTo>
                  <a:close/>
                  <a:moveTo>
                    <a:pt x="119088" y="61535"/>
                  </a:moveTo>
                  <a:cubicBezTo>
                    <a:pt x="119088" y="61561"/>
                    <a:pt x="119114" y="61586"/>
                    <a:pt x="119139" y="61612"/>
                  </a:cubicBezTo>
                  <a:lnTo>
                    <a:pt x="111891" y="71412"/>
                  </a:lnTo>
                  <a:lnTo>
                    <a:pt x="107705" y="77078"/>
                  </a:lnTo>
                  <a:cubicBezTo>
                    <a:pt x="107552" y="77002"/>
                    <a:pt x="107399" y="76951"/>
                    <a:pt x="107220" y="76951"/>
                  </a:cubicBezTo>
                  <a:cubicBezTo>
                    <a:pt x="107143" y="76951"/>
                    <a:pt x="107092" y="76951"/>
                    <a:pt x="107016" y="76976"/>
                  </a:cubicBezTo>
                  <a:lnTo>
                    <a:pt x="104566" y="69524"/>
                  </a:lnTo>
                  <a:lnTo>
                    <a:pt x="111431" y="65746"/>
                  </a:lnTo>
                  <a:lnTo>
                    <a:pt x="119088" y="61535"/>
                  </a:lnTo>
                  <a:close/>
                  <a:moveTo>
                    <a:pt x="119981" y="61739"/>
                  </a:moveTo>
                  <a:lnTo>
                    <a:pt x="127664" y="73199"/>
                  </a:lnTo>
                  <a:lnTo>
                    <a:pt x="123172" y="78916"/>
                  </a:lnTo>
                  <a:lnTo>
                    <a:pt x="108164" y="77869"/>
                  </a:lnTo>
                  <a:cubicBezTo>
                    <a:pt x="108164" y="77614"/>
                    <a:pt x="108037" y="77385"/>
                    <a:pt x="107858" y="77206"/>
                  </a:cubicBezTo>
                  <a:lnTo>
                    <a:pt x="119318" y="61739"/>
                  </a:lnTo>
                  <a:cubicBezTo>
                    <a:pt x="119420" y="61790"/>
                    <a:pt x="119547" y="61816"/>
                    <a:pt x="119675" y="61816"/>
                  </a:cubicBezTo>
                  <a:cubicBezTo>
                    <a:pt x="119777" y="61816"/>
                    <a:pt x="119879" y="61790"/>
                    <a:pt x="119981" y="61739"/>
                  </a:cubicBezTo>
                  <a:close/>
                  <a:moveTo>
                    <a:pt x="142288" y="55027"/>
                  </a:moveTo>
                  <a:cubicBezTo>
                    <a:pt x="142288" y="55052"/>
                    <a:pt x="142314" y="55052"/>
                    <a:pt x="142339" y="55052"/>
                  </a:cubicBezTo>
                  <a:lnTo>
                    <a:pt x="132283" y="78916"/>
                  </a:lnTo>
                  <a:cubicBezTo>
                    <a:pt x="132232" y="78916"/>
                    <a:pt x="132156" y="78890"/>
                    <a:pt x="132105" y="78890"/>
                  </a:cubicBezTo>
                  <a:cubicBezTo>
                    <a:pt x="131977" y="78890"/>
                    <a:pt x="131875" y="78916"/>
                    <a:pt x="131773" y="78967"/>
                  </a:cubicBezTo>
                  <a:lnTo>
                    <a:pt x="127919" y="73224"/>
                  </a:lnTo>
                  <a:lnTo>
                    <a:pt x="142288" y="55027"/>
                  </a:lnTo>
                  <a:close/>
                  <a:moveTo>
                    <a:pt x="102881" y="65032"/>
                  </a:moveTo>
                  <a:lnTo>
                    <a:pt x="104336" y="69422"/>
                  </a:lnTo>
                  <a:lnTo>
                    <a:pt x="86955" y="78992"/>
                  </a:lnTo>
                  <a:cubicBezTo>
                    <a:pt x="86930" y="78967"/>
                    <a:pt x="86904" y="78941"/>
                    <a:pt x="86879" y="78916"/>
                  </a:cubicBezTo>
                  <a:lnTo>
                    <a:pt x="91268" y="71770"/>
                  </a:lnTo>
                  <a:lnTo>
                    <a:pt x="93846" y="67558"/>
                  </a:lnTo>
                  <a:cubicBezTo>
                    <a:pt x="93923" y="67609"/>
                    <a:pt x="94025" y="67609"/>
                    <a:pt x="94127" y="67609"/>
                  </a:cubicBezTo>
                  <a:cubicBezTo>
                    <a:pt x="94510" y="67609"/>
                    <a:pt x="94842" y="67303"/>
                    <a:pt x="94842" y="66920"/>
                  </a:cubicBezTo>
                  <a:cubicBezTo>
                    <a:pt x="94842" y="66895"/>
                    <a:pt x="94842" y="66869"/>
                    <a:pt x="94842" y="66844"/>
                  </a:cubicBezTo>
                  <a:lnTo>
                    <a:pt x="102881" y="65032"/>
                  </a:lnTo>
                  <a:close/>
                  <a:moveTo>
                    <a:pt x="104387" y="69626"/>
                  </a:moveTo>
                  <a:lnTo>
                    <a:pt x="106837" y="77053"/>
                  </a:lnTo>
                  <a:cubicBezTo>
                    <a:pt x="106531" y="77180"/>
                    <a:pt x="106301" y="77512"/>
                    <a:pt x="106276" y="77869"/>
                  </a:cubicBezTo>
                  <a:lnTo>
                    <a:pt x="87083" y="79222"/>
                  </a:lnTo>
                  <a:cubicBezTo>
                    <a:pt x="87083" y="79197"/>
                    <a:pt x="87057" y="79197"/>
                    <a:pt x="87057" y="79171"/>
                  </a:cubicBezTo>
                  <a:lnTo>
                    <a:pt x="104387" y="69626"/>
                  </a:lnTo>
                  <a:close/>
                  <a:moveTo>
                    <a:pt x="142518" y="55129"/>
                  </a:moveTo>
                  <a:cubicBezTo>
                    <a:pt x="142569" y="55155"/>
                    <a:pt x="142620" y="55180"/>
                    <a:pt x="142696" y="55180"/>
                  </a:cubicBezTo>
                  <a:lnTo>
                    <a:pt x="142696" y="77818"/>
                  </a:lnTo>
                  <a:lnTo>
                    <a:pt x="132794" y="79426"/>
                  </a:lnTo>
                  <a:cubicBezTo>
                    <a:pt x="132743" y="79248"/>
                    <a:pt x="132640" y="79095"/>
                    <a:pt x="132462" y="78992"/>
                  </a:cubicBezTo>
                  <a:lnTo>
                    <a:pt x="142518" y="55129"/>
                  </a:lnTo>
                  <a:close/>
                  <a:moveTo>
                    <a:pt x="127791" y="73378"/>
                  </a:moveTo>
                  <a:lnTo>
                    <a:pt x="131620" y="79069"/>
                  </a:lnTo>
                  <a:cubicBezTo>
                    <a:pt x="131492" y="79171"/>
                    <a:pt x="131415" y="79324"/>
                    <a:pt x="131364" y="79477"/>
                  </a:cubicBezTo>
                  <a:lnTo>
                    <a:pt x="128914" y="79299"/>
                  </a:lnTo>
                  <a:lnTo>
                    <a:pt x="123401" y="78916"/>
                  </a:lnTo>
                  <a:lnTo>
                    <a:pt x="127791" y="73378"/>
                  </a:lnTo>
                  <a:close/>
                  <a:moveTo>
                    <a:pt x="58319" y="62964"/>
                  </a:moveTo>
                  <a:lnTo>
                    <a:pt x="63959" y="66920"/>
                  </a:lnTo>
                  <a:lnTo>
                    <a:pt x="66307" y="68579"/>
                  </a:lnTo>
                  <a:cubicBezTo>
                    <a:pt x="66231" y="68707"/>
                    <a:pt x="66205" y="68860"/>
                    <a:pt x="66205" y="69039"/>
                  </a:cubicBezTo>
                  <a:cubicBezTo>
                    <a:pt x="66205" y="69447"/>
                    <a:pt x="66461" y="69779"/>
                    <a:pt x="66818" y="69906"/>
                  </a:cubicBezTo>
                  <a:lnTo>
                    <a:pt x="64674" y="78023"/>
                  </a:lnTo>
                  <a:lnTo>
                    <a:pt x="64113" y="80218"/>
                  </a:lnTo>
                  <a:lnTo>
                    <a:pt x="64010" y="80218"/>
                  </a:lnTo>
                  <a:cubicBezTo>
                    <a:pt x="63959" y="80218"/>
                    <a:pt x="63934" y="80218"/>
                    <a:pt x="63883" y="80243"/>
                  </a:cubicBezTo>
                  <a:lnTo>
                    <a:pt x="58115" y="63092"/>
                  </a:lnTo>
                  <a:cubicBezTo>
                    <a:pt x="58191" y="63066"/>
                    <a:pt x="58268" y="63015"/>
                    <a:pt x="58319" y="62964"/>
                  </a:cubicBezTo>
                  <a:close/>
                  <a:moveTo>
                    <a:pt x="57145" y="62735"/>
                  </a:moveTo>
                  <a:cubicBezTo>
                    <a:pt x="57247" y="62990"/>
                    <a:pt x="57502" y="63169"/>
                    <a:pt x="57808" y="63169"/>
                  </a:cubicBezTo>
                  <a:lnTo>
                    <a:pt x="57936" y="63169"/>
                  </a:lnTo>
                  <a:lnTo>
                    <a:pt x="63704" y="80294"/>
                  </a:lnTo>
                  <a:cubicBezTo>
                    <a:pt x="63628" y="80320"/>
                    <a:pt x="63577" y="80371"/>
                    <a:pt x="63551" y="80396"/>
                  </a:cubicBezTo>
                  <a:lnTo>
                    <a:pt x="46604" y="65619"/>
                  </a:lnTo>
                  <a:cubicBezTo>
                    <a:pt x="46706" y="65440"/>
                    <a:pt x="46783" y="65261"/>
                    <a:pt x="46783" y="65057"/>
                  </a:cubicBezTo>
                  <a:cubicBezTo>
                    <a:pt x="46783" y="65032"/>
                    <a:pt x="46783" y="65006"/>
                    <a:pt x="46757" y="64955"/>
                  </a:cubicBezTo>
                  <a:lnTo>
                    <a:pt x="57145" y="62735"/>
                  </a:lnTo>
                  <a:close/>
                  <a:moveTo>
                    <a:pt x="93438" y="67073"/>
                  </a:moveTo>
                  <a:cubicBezTo>
                    <a:pt x="93438" y="67073"/>
                    <a:pt x="93463" y="67099"/>
                    <a:pt x="93463" y="67125"/>
                  </a:cubicBezTo>
                  <a:lnTo>
                    <a:pt x="79426" y="73658"/>
                  </a:lnTo>
                  <a:lnTo>
                    <a:pt x="64623" y="80549"/>
                  </a:lnTo>
                  <a:cubicBezTo>
                    <a:pt x="64546" y="80422"/>
                    <a:pt x="64444" y="80320"/>
                    <a:pt x="64291" y="80269"/>
                  </a:cubicBezTo>
                  <a:lnTo>
                    <a:pt x="66205" y="72969"/>
                  </a:lnTo>
                  <a:lnTo>
                    <a:pt x="66997" y="69958"/>
                  </a:lnTo>
                  <a:cubicBezTo>
                    <a:pt x="67048" y="69983"/>
                    <a:pt x="67099" y="69983"/>
                    <a:pt x="67124" y="69983"/>
                  </a:cubicBezTo>
                  <a:cubicBezTo>
                    <a:pt x="67660" y="69983"/>
                    <a:pt x="68069" y="69575"/>
                    <a:pt x="68069" y="69064"/>
                  </a:cubicBezTo>
                  <a:lnTo>
                    <a:pt x="87670" y="67507"/>
                  </a:lnTo>
                  <a:lnTo>
                    <a:pt x="93438" y="67073"/>
                  </a:lnTo>
                  <a:close/>
                  <a:moveTo>
                    <a:pt x="93540" y="67303"/>
                  </a:moveTo>
                  <a:cubicBezTo>
                    <a:pt x="93566" y="67354"/>
                    <a:pt x="93617" y="67405"/>
                    <a:pt x="93693" y="67456"/>
                  </a:cubicBezTo>
                  <a:lnTo>
                    <a:pt x="86725" y="78814"/>
                  </a:lnTo>
                  <a:cubicBezTo>
                    <a:pt x="86649" y="78788"/>
                    <a:pt x="86572" y="78763"/>
                    <a:pt x="86496" y="78763"/>
                  </a:cubicBezTo>
                  <a:cubicBezTo>
                    <a:pt x="86190" y="78763"/>
                    <a:pt x="85934" y="78992"/>
                    <a:pt x="85909" y="79299"/>
                  </a:cubicBezTo>
                  <a:lnTo>
                    <a:pt x="64725" y="80805"/>
                  </a:lnTo>
                  <a:cubicBezTo>
                    <a:pt x="64725" y="80779"/>
                    <a:pt x="64725" y="80754"/>
                    <a:pt x="64700" y="80728"/>
                  </a:cubicBezTo>
                  <a:lnTo>
                    <a:pt x="79656" y="73760"/>
                  </a:lnTo>
                  <a:lnTo>
                    <a:pt x="93540" y="67303"/>
                  </a:lnTo>
                  <a:close/>
                  <a:moveTo>
                    <a:pt x="23328" y="59468"/>
                  </a:moveTo>
                  <a:lnTo>
                    <a:pt x="34073" y="72229"/>
                  </a:lnTo>
                  <a:lnTo>
                    <a:pt x="28432" y="82081"/>
                  </a:lnTo>
                  <a:cubicBezTo>
                    <a:pt x="28304" y="82030"/>
                    <a:pt x="28177" y="81979"/>
                    <a:pt x="28049" y="81979"/>
                  </a:cubicBezTo>
                  <a:cubicBezTo>
                    <a:pt x="27998" y="81979"/>
                    <a:pt x="27973" y="82004"/>
                    <a:pt x="27947" y="82004"/>
                  </a:cubicBezTo>
                  <a:lnTo>
                    <a:pt x="24323" y="65312"/>
                  </a:lnTo>
                  <a:lnTo>
                    <a:pt x="23072" y="59570"/>
                  </a:lnTo>
                  <a:cubicBezTo>
                    <a:pt x="23174" y="59544"/>
                    <a:pt x="23251" y="59519"/>
                    <a:pt x="23328" y="59468"/>
                  </a:cubicBezTo>
                  <a:close/>
                  <a:moveTo>
                    <a:pt x="21898" y="58983"/>
                  </a:moveTo>
                  <a:cubicBezTo>
                    <a:pt x="22026" y="59366"/>
                    <a:pt x="22383" y="59621"/>
                    <a:pt x="22792" y="59621"/>
                  </a:cubicBezTo>
                  <a:lnTo>
                    <a:pt x="22894" y="59621"/>
                  </a:lnTo>
                  <a:lnTo>
                    <a:pt x="27743" y="82055"/>
                  </a:lnTo>
                  <a:cubicBezTo>
                    <a:pt x="27590" y="82106"/>
                    <a:pt x="27437" y="82183"/>
                    <a:pt x="27335" y="82310"/>
                  </a:cubicBezTo>
                  <a:lnTo>
                    <a:pt x="1761" y="64011"/>
                  </a:lnTo>
                  <a:cubicBezTo>
                    <a:pt x="1838" y="63883"/>
                    <a:pt x="1889" y="63730"/>
                    <a:pt x="1889" y="63551"/>
                  </a:cubicBezTo>
                  <a:cubicBezTo>
                    <a:pt x="1889" y="63526"/>
                    <a:pt x="1889" y="63475"/>
                    <a:pt x="1889" y="63449"/>
                  </a:cubicBezTo>
                  <a:lnTo>
                    <a:pt x="21898" y="58983"/>
                  </a:lnTo>
                  <a:close/>
                  <a:moveTo>
                    <a:pt x="1659" y="64189"/>
                  </a:moveTo>
                  <a:lnTo>
                    <a:pt x="20061" y="77359"/>
                  </a:lnTo>
                  <a:lnTo>
                    <a:pt x="27207" y="82464"/>
                  </a:lnTo>
                  <a:cubicBezTo>
                    <a:pt x="27181" y="82515"/>
                    <a:pt x="27156" y="82566"/>
                    <a:pt x="27156" y="82617"/>
                  </a:cubicBezTo>
                  <a:lnTo>
                    <a:pt x="1582" y="76746"/>
                  </a:lnTo>
                  <a:cubicBezTo>
                    <a:pt x="1582" y="76721"/>
                    <a:pt x="1582" y="76721"/>
                    <a:pt x="1582" y="76695"/>
                  </a:cubicBezTo>
                  <a:cubicBezTo>
                    <a:pt x="1582" y="76389"/>
                    <a:pt x="1353" y="76108"/>
                    <a:pt x="1046" y="76057"/>
                  </a:cubicBezTo>
                  <a:lnTo>
                    <a:pt x="1046" y="64496"/>
                  </a:lnTo>
                  <a:cubicBezTo>
                    <a:pt x="1276" y="64470"/>
                    <a:pt x="1506" y="64343"/>
                    <a:pt x="1659" y="64189"/>
                  </a:cubicBezTo>
                  <a:close/>
                  <a:moveTo>
                    <a:pt x="142339" y="78074"/>
                  </a:moveTo>
                  <a:lnTo>
                    <a:pt x="132283" y="84684"/>
                  </a:lnTo>
                  <a:cubicBezTo>
                    <a:pt x="132130" y="84531"/>
                    <a:pt x="131951" y="84403"/>
                    <a:pt x="131747" y="84378"/>
                  </a:cubicBezTo>
                  <a:lnTo>
                    <a:pt x="132130" y="80371"/>
                  </a:lnTo>
                  <a:cubicBezTo>
                    <a:pt x="132513" y="80345"/>
                    <a:pt x="132845" y="80039"/>
                    <a:pt x="132845" y="79631"/>
                  </a:cubicBezTo>
                  <a:cubicBezTo>
                    <a:pt x="132819" y="79631"/>
                    <a:pt x="132819" y="79605"/>
                    <a:pt x="132819" y="79605"/>
                  </a:cubicBezTo>
                  <a:lnTo>
                    <a:pt x="142339" y="78074"/>
                  </a:lnTo>
                  <a:close/>
                  <a:moveTo>
                    <a:pt x="142671" y="78074"/>
                  </a:moveTo>
                  <a:lnTo>
                    <a:pt x="142671" y="82489"/>
                  </a:lnTo>
                  <a:lnTo>
                    <a:pt x="142696" y="82489"/>
                  </a:lnTo>
                  <a:lnTo>
                    <a:pt x="132436" y="84965"/>
                  </a:lnTo>
                  <a:cubicBezTo>
                    <a:pt x="132411" y="84939"/>
                    <a:pt x="132411" y="84888"/>
                    <a:pt x="132385" y="84863"/>
                  </a:cubicBezTo>
                  <a:lnTo>
                    <a:pt x="142671" y="78074"/>
                  </a:lnTo>
                  <a:close/>
                  <a:moveTo>
                    <a:pt x="106301" y="78074"/>
                  </a:moveTo>
                  <a:cubicBezTo>
                    <a:pt x="106301" y="78099"/>
                    <a:pt x="106327" y="78125"/>
                    <a:pt x="106327" y="78176"/>
                  </a:cubicBezTo>
                  <a:lnTo>
                    <a:pt x="87874" y="85807"/>
                  </a:lnTo>
                  <a:lnTo>
                    <a:pt x="86700" y="79937"/>
                  </a:lnTo>
                  <a:cubicBezTo>
                    <a:pt x="86904" y="79835"/>
                    <a:pt x="87057" y="79656"/>
                    <a:pt x="87083" y="79426"/>
                  </a:cubicBezTo>
                  <a:lnTo>
                    <a:pt x="94535" y="78890"/>
                  </a:lnTo>
                  <a:lnTo>
                    <a:pt x="106301" y="78074"/>
                  </a:lnTo>
                  <a:close/>
                  <a:moveTo>
                    <a:pt x="37493" y="67660"/>
                  </a:moveTo>
                  <a:lnTo>
                    <a:pt x="45941" y="86011"/>
                  </a:lnTo>
                  <a:lnTo>
                    <a:pt x="34328" y="72203"/>
                  </a:lnTo>
                  <a:lnTo>
                    <a:pt x="36931" y="67686"/>
                  </a:lnTo>
                  <a:cubicBezTo>
                    <a:pt x="37008" y="67712"/>
                    <a:pt x="37084" y="67737"/>
                    <a:pt x="37186" y="67737"/>
                  </a:cubicBezTo>
                  <a:cubicBezTo>
                    <a:pt x="37288" y="67737"/>
                    <a:pt x="37390" y="67712"/>
                    <a:pt x="37493" y="67660"/>
                  </a:cubicBezTo>
                  <a:close/>
                  <a:moveTo>
                    <a:pt x="44945" y="65363"/>
                  </a:moveTo>
                  <a:cubicBezTo>
                    <a:pt x="45047" y="65695"/>
                    <a:pt x="45379" y="65976"/>
                    <a:pt x="45762" y="66002"/>
                  </a:cubicBezTo>
                  <a:lnTo>
                    <a:pt x="46221" y="86011"/>
                  </a:lnTo>
                  <a:cubicBezTo>
                    <a:pt x="46196" y="86011"/>
                    <a:pt x="46196" y="86037"/>
                    <a:pt x="46170" y="86037"/>
                  </a:cubicBezTo>
                  <a:lnTo>
                    <a:pt x="37646" y="67533"/>
                  </a:lnTo>
                  <a:cubicBezTo>
                    <a:pt x="37824" y="67405"/>
                    <a:pt x="37901" y="67201"/>
                    <a:pt x="37901" y="66997"/>
                  </a:cubicBezTo>
                  <a:cubicBezTo>
                    <a:pt x="37901" y="66946"/>
                    <a:pt x="37901" y="66920"/>
                    <a:pt x="37901" y="66869"/>
                  </a:cubicBezTo>
                  <a:lnTo>
                    <a:pt x="44945" y="65363"/>
                  </a:lnTo>
                  <a:close/>
                  <a:moveTo>
                    <a:pt x="46476" y="65746"/>
                  </a:moveTo>
                  <a:lnTo>
                    <a:pt x="63398" y="80549"/>
                  </a:lnTo>
                  <a:cubicBezTo>
                    <a:pt x="63321" y="80651"/>
                    <a:pt x="63296" y="80805"/>
                    <a:pt x="63296" y="80958"/>
                  </a:cubicBezTo>
                  <a:cubicBezTo>
                    <a:pt x="63296" y="80983"/>
                    <a:pt x="63296" y="81034"/>
                    <a:pt x="63296" y="81085"/>
                  </a:cubicBezTo>
                  <a:lnTo>
                    <a:pt x="54031" y="84046"/>
                  </a:lnTo>
                  <a:lnTo>
                    <a:pt x="46885" y="86343"/>
                  </a:lnTo>
                  <a:cubicBezTo>
                    <a:pt x="46808" y="86164"/>
                    <a:pt x="46630" y="86037"/>
                    <a:pt x="46425" y="86011"/>
                  </a:cubicBezTo>
                  <a:lnTo>
                    <a:pt x="46272" y="80166"/>
                  </a:lnTo>
                  <a:lnTo>
                    <a:pt x="45941" y="66002"/>
                  </a:lnTo>
                  <a:cubicBezTo>
                    <a:pt x="46145" y="65976"/>
                    <a:pt x="46323" y="65874"/>
                    <a:pt x="46476" y="65746"/>
                  </a:cubicBezTo>
                  <a:close/>
                  <a:moveTo>
                    <a:pt x="34226" y="72408"/>
                  </a:moveTo>
                  <a:lnTo>
                    <a:pt x="45864" y="86215"/>
                  </a:lnTo>
                  <a:cubicBezTo>
                    <a:pt x="45813" y="86266"/>
                    <a:pt x="45787" y="86343"/>
                    <a:pt x="45762" y="86419"/>
                  </a:cubicBezTo>
                  <a:lnTo>
                    <a:pt x="28968" y="83025"/>
                  </a:lnTo>
                  <a:cubicBezTo>
                    <a:pt x="28968" y="82999"/>
                    <a:pt x="28994" y="82974"/>
                    <a:pt x="28994" y="82948"/>
                  </a:cubicBezTo>
                  <a:cubicBezTo>
                    <a:pt x="28994" y="82617"/>
                    <a:pt x="28815" y="82361"/>
                    <a:pt x="28585" y="82183"/>
                  </a:cubicBezTo>
                  <a:lnTo>
                    <a:pt x="34226" y="72408"/>
                  </a:lnTo>
                  <a:close/>
                  <a:moveTo>
                    <a:pt x="85909" y="79503"/>
                  </a:moveTo>
                  <a:cubicBezTo>
                    <a:pt x="85934" y="79631"/>
                    <a:pt x="86011" y="79733"/>
                    <a:pt x="86113" y="79809"/>
                  </a:cubicBezTo>
                  <a:lnTo>
                    <a:pt x="81059" y="88053"/>
                  </a:lnTo>
                  <a:cubicBezTo>
                    <a:pt x="80932" y="87976"/>
                    <a:pt x="80804" y="87951"/>
                    <a:pt x="80651" y="87951"/>
                  </a:cubicBezTo>
                  <a:cubicBezTo>
                    <a:pt x="80319" y="87951"/>
                    <a:pt x="80013" y="88129"/>
                    <a:pt x="79860" y="88410"/>
                  </a:cubicBezTo>
                  <a:lnTo>
                    <a:pt x="72509" y="84888"/>
                  </a:lnTo>
                  <a:lnTo>
                    <a:pt x="64700" y="81162"/>
                  </a:lnTo>
                  <a:cubicBezTo>
                    <a:pt x="64725" y="81111"/>
                    <a:pt x="64751" y="81060"/>
                    <a:pt x="64751" y="81009"/>
                  </a:cubicBezTo>
                  <a:lnTo>
                    <a:pt x="85909" y="79503"/>
                  </a:lnTo>
                  <a:close/>
                  <a:moveTo>
                    <a:pt x="86266" y="79911"/>
                  </a:moveTo>
                  <a:cubicBezTo>
                    <a:pt x="86343" y="79937"/>
                    <a:pt x="86419" y="79962"/>
                    <a:pt x="86496" y="79962"/>
                  </a:cubicBezTo>
                  <a:lnTo>
                    <a:pt x="86521" y="79962"/>
                  </a:lnTo>
                  <a:lnTo>
                    <a:pt x="87695" y="85884"/>
                  </a:lnTo>
                  <a:lnTo>
                    <a:pt x="84326" y="87262"/>
                  </a:lnTo>
                  <a:lnTo>
                    <a:pt x="81493" y="88436"/>
                  </a:lnTo>
                  <a:cubicBezTo>
                    <a:pt x="81417" y="88334"/>
                    <a:pt x="81340" y="88232"/>
                    <a:pt x="81238" y="88155"/>
                  </a:cubicBezTo>
                  <a:lnTo>
                    <a:pt x="86266" y="79911"/>
                  </a:lnTo>
                  <a:close/>
                  <a:moveTo>
                    <a:pt x="108164" y="78074"/>
                  </a:moveTo>
                  <a:lnTo>
                    <a:pt x="110793" y="78252"/>
                  </a:lnTo>
                  <a:lnTo>
                    <a:pt x="123018" y="79095"/>
                  </a:lnTo>
                  <a:lnTo>
                    <a:pt x="115617" y="88487"/>
                  </a:lnTo>
                  <a:cubicBezTo>
                    <a:pt x="115464" y="88385"/>
                    <a:pt x="115285" y="88334"/>
                    <a:pt x="115107" y="88334"/>
                  </a:cubicBezTo>
                  <a:cubicBezTo>
                    <a:pt x="114953" y="88334"/>
                    <a:pt x="114800" y="88385"/>
                    <a:pt x="114647" y="88461"/>
                  </a:cubicBezTo>
                  <a:lnTo>
                    <a:pt x="112912" y="85909"/>
                  </a:lnTo>
                  <a:lnTo>
                    <a:pt x="107858" y="78610"/>
                  </a:lnTo>
                  <a:cubicBezTo>
                    <a:pt x="108011" y="78482"/>
                    <a:pt x="108113" y="78278"/>
                    <a:pt x="108164" y="78074"/>
                  </a:cubicBezTo>
                  <a:close/>
                  <a:moveTo>
                    <a:pt x="123274" y="79120"/>
                  </a:moveTo>
                  <a:lnTo>
                    <a:pt x="131364" y="79682"/>
                  </a:lnTo>
                  <a:cubicBezTo>
                    <a:pt x="131364" y="79758"/>
                    <a:pt x="131390" y="79835"/>
                    <a:pt x="131415" y="79886"/>
                  </a:cubicBezTo>
                  <a:lnTo>
                    <a:pt x="124244" y="83969"/>
                  </a:lnTo>
                  <a:lnTo>
                    <a:pt x="115872" y="88742"/>
                  </a:lnTo>
                  <a:cubicBezTo>
                    <a:pt x="115847" y="88691"/>
                    <a:pt x="115796" y="88640"/>
                    <a:pt x="115770" y="88614"/>
                  </a:cubicBezTo>
                  <a:lnTo>
                    <a:pt x="123274" y="79120"/>
                  </a:lnTo>
                  <a:close/>
                  <a:moveTo>
                    <a:pt x="131517" y="80064"/>
                  </a:moveTo>
                  <a:cubicBezTo>
                    <a:pt x="131620" y="80192"/>
                    <a:pt x="131747" y="80294"/>
                    <a:pt x="131926" y="80345"/>
                  </a:cubicBezTo>
                  <a:lnTo>
                    <a:pt x="131543" y="84352"/>
                  </a:lnTo>
                  <a:cubicBezTo>
                    <a:pt x="131007" y="84352"/>
                    <a:pt x="130599" y="84761"/>
                    <a:pt x="130599" y="85296"/>
                  </a:cubicBezTo>
                  <a:cubicBezTo>
                    <a:pt x="130599" y="85322"/>
                    <a:pt x="130599" y="85373"/>
                    <a:pt x="130624" y="85424"/>
                  </a:cubicBezTo>
                  <a:lnTo>
                    <a:pt x="116000" y="88972"/>
                  </a:lnTo>
                  <a:cubicBezTo>
                    <a:pt x="115974" y="88946"/>
                    <a:pt x="115974" y="88921"/>
                    <a:pt x="115974" y="88895"/>
                  </a:cubicBezTo>
                  <a:lnTo>
                    <a:pt x="130190" y="80830"/>
                  </a:lnTo>
                  <a:lnTo>
                    <a:pt x="131517" y="80064"/>
                  </a:lnTo>
                  <a:close/>
                  <a:moveTo>
                    <a:pt x="64623" y="81341"/>
                  </a:moveTo>
                  <a:lnTo>
                    <a:pt x="68120" y="83025"/>
                  </a:lnTo>
                  <a:lnTo>
                    <a:pt x="79758" y="88589"/>
                  </a:lnTo>
                  <a:cubicBezTo>
                    <a:pt x="79732" y="88691"/>
                    <a:pt x="79707" y="88793"/>
                    <a:pt x="79707" y="88895"/>
                  </a:cubicBezTo>
                  <a:cubicBezTo>
                    <a:pt x="79707" y="88946"/>
                    <a:pt x="79732" y="88997"/>
                    <a:pt x="79732" y="89074"/>
                  </a:cubicBezTo>
                  <a:lnTo>
                    <a:pt x="70570" y="91805"/>
                  </a:lnTo>
                  <a:lnTo>
                    <a:pt x="64470" y="81519"/>
                  </a:lnTo>
                  <a:cubicBezTo>
                    <a:pt x="64521" y="81468"/>
                    <a:pt x="64572" y="81417"/>
                    <a:pt x="64623" y="81341"/>
                  </a:cubicBezTo>
                  <a:close/>
                  <a:moveTo>
                    <a:pt x="64291" y="81621"/>
                  </a:moveTo>
                  <a:lnTo>
                    <a:pt x="70391" y="91856"/>
                  </a:lnTo>
                  <a:lnTo>
                    <a:pt x="63194" y="94025"/>
                  </a:lnTo>
                  <a:cubicBezTo>
                    <a:pt x="63092" y="93847"/>
                    <a:pt x="62939" y="93744"/>
                    <a:pt x="62760" y="93719"/>
                  </a:cubicBezTo>
                  <a:lnTo>
                    <a:pt x="64036" y="81672"/>
                  </a:lnTo>
                  <a:cubicBezTo>
                    <a:pt x="64138" y="81672"/>
                    <a:pt x="64215" y="81672"/>
                    <a:pt x="64291" y="81621"/>
                  </a:cubicBezTo>
                  <a:close/>
                  <a:moveTo>
                    <a:pt x="63372" y="81264"/>
                  </a:moveTo>
                  <a:cubicBezTo>
                    <a:pt x="63398" y="81341"/>
                    <a:pt x="63449" y="81417"/>
                    <a:pt x="63526" y="81494"/>
                  </a:cubicBezTo>
                  <a:lnTo>
                    <a:pt x="53470" y="96322"/>
                  </a:lnTo>
                  <a:cubicBezTo>
                    <a:pt x="53342" y="96246"/>
                    <a:pt x="53189" y="96220"/>
                    <a:pt x="53036" y="96220"/>
                  </a:cubicBezTo>
                  <a:cubicBezTo>
                    <a:pt x="52883" y="96220"/>
                    <a:pt x="52730" y="96246"/>
                    <a:pt x="52602" y="96322"/>
                  </a:cubicBezTo>
                  <a:lnTo>
                    <a:pt x="46757" y="87083"/>
                  </a:lnTo>
                  <a:cubicBezTo>
                    <a:pt x="46885" y="86981"/>
                    <a:pt x="46961" y="86802"/>
                    <a:pt x="46961" y="86624"/>
                  </a:cubicBezTo>
                  <a:cubicBezTo>
                    <a:pt x="46961" y="86598"/>
                    <a:pt x="46961" y="86573"/>
                    <a:pt x="46961" y="86522"/>
                  </a:cubicBezTo>
                  <a:lnTo>
                    <a:pt x="54108" y="84225"/>
                  </a:lnTo>
                  <a:lnTo>
                    <a:pt x="63372" y="81264"/>
                  </a:lnTo>
                  <a:close/>
                  <a:moveTo>
                    <a:pt x="63704" y="81596"/>
                  </a:moveTo>
                  <a:cubicBezTo>
                    <a:pt x="63730" y="81621"/>
                    <a:pt x="63781" y="81647"/>
                    <a:pt x="63832" y="81672"/>
                  </a:cubicBezTo>
                  <a:lnTo>
                    <a:pt x="62556" y="93719"/>
                  </a:lnTo>
                  <a:cubicBezTo>
                    <a:pt x="62249" y="93770"/>
                    <a:pt x="62020" y="94025"/>
                    <a:pt x="62020" y="94331"/>
                  </a:cubicBezTo>
                  <a:cubicBezTo>
                    <a:pt x="62020" y="94331"/>
                    <a:pt x="62020" y="94357"/>
                    <a:pt x="62020" y="94357"/>
                  </a:cubicBezTo>
                  <a:lnTo>
                    <a:pt x="53904" y="96782"/>
                  </a:lnTo>
                  <a:cubicBezTo>
                    <a:pt x="53852" y="96654"/>
                    <a:pt x="53750" y="96526"/>
                    <a:pt x="53623" y="96424"/>
                  </a:cubicBezTo>
                  <a:lnTo>
                    <a:pt x="63704" y="81596"/>
                  </a:lnTo>
                  <a:close/>
                  <a:moveTo>
                    <a:pt x="130650" y="85603"/>
                  </a:moveTo>
                  <a:cubicBezTo>
                    <a:pt x="130777" y="85909"/>
                    <a:pt x="131033" y="86139"/>
                    <a:pt x="131364" y="86215"/>
                  </a:cubicBezTo>
                  <a:lnTo>
                    <a:pt x="130292" y="97011"/>
                  </a:lnTo>
                  <a:lnTo>
                    <a:pt x="115974" y="89635"/>
                  </a:lnTo>
                  <a:cubicBezTo>
                    <a:pt x="116025" y="89533"/>
                    <a:pt x="116051" y="89406"/>
                    <a:pt x="116051" y="89278"/>
                  </a:cubicBezTo>
                  <a:cubicBezTo>
                    <a:pt x="116051" y="89252"/>
                    <a:pt x="116051" y="89201"/>
                    <a:pt x="116025" y="89150"/>
                  </a:cubicBezTo>
                  <a:lnTo>
                    <a:pt x="130650" y="85603"/>
                  </a:lnTo>
                  <a:close/>
                  <a:moveTo>
                    <a:pt x="106403" y="78354"/>
                  </a:moveTo>
                  <a:cubicBezTo>
                    <a:pt x="106454" y="78456"/>
                    <a:pt x="106531" y="78559"/>
                    <a:pt x="106633" y="78635"/>
                  </a:cubicBezTo>
                  <a:lnTo>
                    <a:pt x="105357" y="80626"/>
                  </a:lnTo>
                  <a:lnTo>
                    <a:pt x="91422" y="102269"/>
                  </a:lnTo>
                  <a:cubicBezTo>
                    <a:pt x="91345" y="102243"/>
                    <a:pt x="91243" y="102218"/>
                    <a:pt x="91141" y="102218"/>
                  </a:cubicBezTo>
                  <a:lnTo>
                    <a:pt x="91115" y="102218"/>
                  </a:lnTo>
                  <a:lnTo>
                    <a:pt x="87925" y="86011"/>
                  </a:lnTo>
                  <a:lnTo>
                    <a:pt x="106403" y="78354"/>
                  </a:lnTo>
                  <a:close/>
                  <a:moveTo>
                    <a:pt x="87721" y="86088"/>
                  </a:moveTo>
                  <a:lnTo>
                    <a:pt x="89431" y="94689"/>
                  </a:lnTo>
                  <a:lnTo>
                    <a:pt x="90937" y="102269"/>
                  </a:lnTo>
                  <a:cubicBezTo>
                    <a:pt x="90886" y="102269"/>
                    <a:pt x="90860" y="102294"/>
                    <a:pt x="90835" y="102294"/>
                  </a:cubicBezTo>
                  <a:lnTo>
                    <a:pt x="84122" y="93336"/>
                  </a:lnTo>
                  <a:lnTo>
                    <a:pt x="81289" y="89584"/>
                  </a:lnTo>
                  <a:cubicBezTo>
                    <a:pt x="81493" y="89406"/>
                    <a:pt x="81595" y="89176"/>
                    <a:pt x="81595" y="88895"/>
                  </a:cubicBezTo>
                  <a:cubicBezTo>
                    <a:pt x="81595" y="88793"/>
                    <a:pt x="81595" y="88717"/>
                    <a:pt x="81570" y="88640"/>
                  </a:cubicBezTo>
                  <a:lnTo>
                    <a:pt x="86700" y="86522"/>
                  </a:lnTo>
                  <a:lnTo>
                    <a:pt x="87721" y="86088"/>
                  </a:lnTo>
                  <a:close/>
                  <a:moveTo>
                    <a:pt x="107679" y="78737"/>
                  </a:moveTo>
                  <a:lnTo>
                    <a:pt x="109185" y="80881"/>
                  </a:lnTo>
                  <a:lnTo>
                    <a:pt x="114494" y="88563"/>
                  </a:lnTo>
                  <a:cubicBezTo>
                    <a:pt x="114290" y="88742"/>
                    <a:pt x="114162" y="88997"/>
                    <a:pt x="114162" y="89278"/>
                  </a:cubicBezTo>
                  <a:cubicBezTo>
                    <a:pt x="114162" y="89431"/>
                    <a:pt x="114188" y="89559"/>
                    <a:pt x="114239" y="89661"/>
                  </a:cubicBezTo>
                  <a:lnTo>
                    <a:pt x="91677" y="102473"/>
                  </a:lnTo>
                  <a:cubicBezTo>
                    <a:pt x="91651" y="102448"/>
                    <a:pt x="91626" y="102422"/>
                    <a:pt x="91600" y="102397"/>
                  </a:cubicBezTo>
                  <a:lnTo>
                    <a:pt x="106812" y="78737"/>
                  </a:lnTo>
                  <a:cubicBezTo>
                    <a:pt x="106939" y="78814"/>
                    <a:pt x="107067" y="78839"/>
                    <a:pt x="107220" y="78839"/>
                  </a:cubicBezTo>
                  <a:cubicBezTo>
                    <a:pt x="107399" y="78839"/>
                    <a:pt x="107552" y="78814"/>
                    <a:pt x="107679" y="78737"/>
                  </a:cubicBezTo>
                  <a:close/>
                  <a:moveTo>
                    <a:pt x="142671" y="82693"/>
                  </a:moveTo>
                  <a:lnTo>
                    <a:pt x="142671" y="102830"/>
                  </a:lnTo>
                  <a:lnTo>
                    <a:pt x="142696" y="102830"/>
                  </a:lnTo>
                  <a:cubicBezTo>
                    <a:pt x="142492" y="102856"/>
                    <a:pt x="142314" y="102984"/>
                    <a:pt x="142186" y="103137"/>
                  </a:cubicBezTo>
                  <a:lnTo>
                    <a:pt x="130497" y="97113"/>
                  </a:lnTo>
                  <a:lnTo>
                    <a:pt x="131543" y="86241"/>
                  </a:lnTo>
                  <a:cubicBezTo>
                    <a:pt x="132079" y="86241"/>
                    <a:pt x="132487" y="85807"/>
                    <a:pt x="132487" y="85296"/>
                  </a:cubicBezTo>
                  <a:cubicBezTo>
                    <a:pt x="132487" y="85245"/>
                    <a:pt x="132487" y="85220"/>
                    <a:pt x="132462" y="85169"/>
                  </a:cubicBezTo>
                  <a:lnTo>
                    <a:pt x="142671" y="82693"/>
                  </a:lnTo>
                  <a:close/>
                  <a:moveTo>
                    <a:pt x="114341" y="89839"/>
                  </a:moveTo>
                  <a:cubicBezTo>
                    <a:pt x="114417" y="89942"/>
                    <a:pt x="114545" y="90044"/>
                    <a:pt x="114673" y="90120"/>
                  </a:cubicBezTo>
                  <a:lnTo>
                    <a:pt x="108802" y="105893"/>
                  </a:lnTo>
                  <a:lnTo>
                    <a:pt x="100074" y="104362"/>
                  </a:lnTo>
                  <a:lnTo>
                    <a:pt x="91830" y="102907"/>
                  </a:lnTo>
                  <a:cubicBezTo>
                    <a:pt x="91830" y="102907"/>
                    <a:pt x="91830" y="102907"/>
                    <a:pt x="91830" y="102881"/>
                  </a:cubicBezTo>
                  <a:cubicBezTo>
                    <a:pt x="91830" y="102805"/>
                    <a:pt x="91804" y="102728"/>
                    <a:pt x="91779" y="102652"/>
                  </a:cubicBezTo>
                  <a:lnTo>
                    <a:pt x="114341" y="89839"/>
                  </a:lnTo>
                  <a:close/>
                  <a:moveTo>
                    <a:pt x="115898" y="89814"/>
                  </a:moveTo>
                  <a:lnTo>
                    <a:pt x="130267" y="97215"/>
                  </a:lnTo>
                  <a:lnTo>
                    <a:pt x="129144" y="108930"/>
                  </a:lnTo>
                  <a:cubicBezTo>
                    <a:pt x="129042" y="108930"/>
                    <a:pt x="128940" y="108956"/>
                    <a:pt x="128863" y="109007"/>
                  </a:cubicBezTo>
                  <a:lnTo>
                    <a:pt x="115719" y="89993"/>
                  </a:lnTo>
                  <a:cubicBezTo>
                    <a:pt x="115770" y="89942"/>
                    <a:pt x="115847" y="89865"/>
                    <a:pt x="115898" y="89814"/>
                  </a:cubicBezTo>
                  <a:close/>
                  <a:moveTo>
                    <a:pt x="70493" y="92034"/>
                  </a:moveTo>
                  <a:lnTo>
                    <a:pt x="80651" y="109160"/>
                  </a:lnTo>
                  <a:lnTo>
                    <a:pt x="63117" y="94740"/>
                  </a:lnTo>
                  <a:cubicBezTo>
                    <a:pt x="63219" y="94638"/>
                    <a:pt x="63270" y="94485"/>
                    <a:pt x="63270" y="94331"/>
                  </a:cubicBezTo>
                  <a:cubicBezTo>
                    <a:pt x="63270" y="94280"/>
                    <a:pt x="63270" y="94229"/>
                    <a:pt x="63270" y="94204"/>
                  </a:cubicBezTo>
                  <a:lnTo>
                    <a:pt x="70493" y="92034"/>
                  </a:lnTo>
                  <a:close/>
                  <a:moveTo>
                    <a:pt x="79783" y="89252"/>
                  </a:moveTo>
                  <a:cubicBezTo>
                    <a:pt x="79911" y="89584"/>
                    <a:pt x="80217" y="89814"/>
                    <a:pt x="80575" y="89839"/>
                  </a:cubicBezTo>
                  <a:lnTo>
                    <a:pt x="80804" y="102728"/>
                  </a:lnTo>
                  <a:lnTo>
                    <a:pt x="80932" y="109237"/>
                  </a:lnTo>
                  <a:lnTo>
                    <a:pt x="70672" y="91983"/>
                  </a:lnTo>
                  <a:lnTo>
                    <a:pt x="79783" y="89252"/>
                  </a:lnTo>
                  <a:close/>
                  <a:moveTo>
                    <a:pt x="130471" y="97318"/>
                  </a:moveTo>
                  <a:lnTo>
                    <a:pt x="142109" y="103315"/>
                  </a:lnTo>
                  <a:cubicBezTo>
                    <a:pt x="142084" y="103392"/>
                    <a:pt x="142058" y="103468"/>
                    <a:pt x="142058" y="103545"/>
                  </a:cubicBezTo>
                  <a:cubicBezTo>
                    <a:pt x="142058" y="103622"/>
                    <a:pt x="142058" y="103698"/>
                    <a:pt x="142084" y="103749"/>
                  </a:cubicBezTo>
                  <a:lnTo>
                    <a:pt x="129731" y="109237"/>
                  </a:lnTo>
                  <a:cubicBezTo>
                    <a:pt x="129654" y="109109"/>
                    <a:pt x="129501" y="109007"/>
                    <a:pt x="129323" y="108956"/>
                  </a:cubicBezTo>
                  <a:lnTo>
                    <a:pt x="130471" y="97318"/>
                  </a:lnTo>
                  <a:close/>
                  <a:moveTo>
                    <a:pt x="62071" y="94561"/>
                  </a:moveTo>
                  <a:cubicBezTo>
                    <a:pt x="62122" y="94714"/>
                    <a:pt x="62249" y="94842"/>
                    <a:pt x="62428" y="94918"/>
                  </a:cubicBezTo>
                  <a:lnTo>
                    <a:pt x="60871" y="109313"/>
                  </a:lnTo>
                  <a:lnTo>
                    <a:pt x="53623" y="97879"/>
                  </a:lnTo>
                  <a:cubicBezTo>
                    <a:pt x="53827" y="97726"/>
                    <a:pt x="53980" y="97445"/>
                    <a:pt x="53980" y="97164"/>
                  </a:cubicBezTo>
                  <a:cubicBezTo>
                    <a:pt x="53980" y="97088"/>
                    <a:pt x="53980" y="97037"/>
                    <a:pt x="53955" y="96986"/>
                  </a:cubicBezTo>
                  <a:lnTo>
                    <a:pt x="62071" y="94561"/>
                  </a:lnTo>
                  <a:close/>
                  <a:moveTo>
                    <a:pt x="115566" y="90095"/>
                  </a:moveTo>
                  <a:lnTo>
                    <a:pt x="119675" y="96041"/>
                  </a:lnTo>
                  <a:lnTo>
                    <a:pt x="128710" y="109109"/>
                  </a:lnTo>
                  <a:cubicBezTo>
                    <a:pt x="128633" y="109186"/>
                    <a:pt x="128557" y="109288"/>
                    <a:pt x="128531" y="109390"/>
                  </a:cubicBezTo>
                  <a:lnTo>
                    <a:pt x="108981" y="105944"/>
                  </a:lnTo>
                  <a:lnTo>
                    <a:pt x="114877" y="90197"/>
                  </a:lnTo>
                  <a:cubicBezTo>
                    <a:pt x="114953" y="90222"/>
                    <a:pt x="115030" y="90222"/>
                    <a:pt x="115107" y="90222"/>
                  </a:cubicBezTo>
                  <a:cubicBezTo>
                    <a:pt x="115260" y="90222"/>
                    <a:pt x="115413" y="90171"/>
                    <a:pt x="115566" y="90095"/>
                  </a:cubicBezTo>
                  <a:close/>
                  <a:moveTo>
                    <a:pt x="81136" y="89712"/>
                  </a:moveTo>
                  <a:lnTo>
                    <a:pt x="84173" y="93719"/>
                  </a:lnTo>
                  <a:lnTo>
                    <a:pt x="90681" y="102422"/>
                  </a:lnTo>
                  <a:cubicBezTo>
                    <a:pt x="90554" y="102550"/>
                    <a:pt x="90477" y="102703"/>
                    <a:pt x="90477" y="102881"/>
                  </a:cubicBezTo>
                  <a:cubicBezTo>
                    <a:pt x="90477" y="102984"/>
                    <a:pt x="90503" y="103086"/>
                    <a:pt x="90554" y="103162"/>
                  </a:cubicBezTo>
                  <a:lnTo>
                    <a:pt x="81136" y="109415"/>
                  </a:lnTo>
                  <a:lnTo>
                    <a:pt x="81008" y="102805"/>
                  </a:lnTo>
                  <a:lnTo>
                    <a:pt x="80779" y="89814"/>
                  </a:lnTo>
                  <a:cubicBezTo>
                    <a:pt x="80906" y="89814"/>
                    <a:pt x="81034" y="89763"/>
                    <a:pt x="81136" y="89712"/>
                  </a:cubicBezTo>
                  <a:close/>
                  <a:moveTo>
                    <a:pt x="62964" y="94867"/>
                  </a:moveTo>
                  <a:lnTo>
                    <a:pt x="80753" y="109492"/>
                  </a:lnTo>
                  <a:lnTo>
                    <a:pt x="61050" y="109492"/>
                  </a:lnTo>
                  <a:lnTo>
                    <a:pt x="61764" y="102805"/>
                  </a:lnTo>
                  <a:lnTo>
                    <a:pt x="62607" y="94944"/>
                  </a:lnTo>
                  <a:lnTo>
                    <a:pt x="62658" y="94944"/>
                  </a:lnTo>
                  <a:cubicBezTo>
                    <a:pt x="62760" y="94944"/>
                    <a:pt x="62862" y="94918"/>
                    <a:pt x="62964" y="94867"/>
                  </a:cubicBezTo>
                  <a:close/>
                  <a:moveTo>
                    <a:pt x="91779" y="103111"/>
                  </a:moveTo>
                  <a:lnTo>
                    <a:pt x="108726" y="106097"/>
                  </a:lnTo>
                  <a:lnTo>
                    <a:pt x="107450" y="109492"/>
                  </a:lnTo>
                  <a:lnTo>
                    <a:pt x="81366" y="109492"/>
                  </a:lnTo>
                  <a:lnTo>
                    <a:pt x="90656" y="103341"/>
                  </a:lnTo>
                  <a:cubicBezTo>
                    <a:pt x="90784" y="103468"/>
                    <a:pt x="90962" y="103571"/>
                    <a:pt x="91141" y="103571"/>
                  </a:cubicBezTo>
                  <a:cubicBezTo>
                    <a:pt x="91447" y="103571"/>
                    <a:pt x="91702" y="103366"/>
                    <a:pt x="91779" y="103111"/>
                  </a:cubicBezTo>
                  <a:close/>
                  <a:moveTo>
                    <a:pt x="108905" y="106123"/>
                  </a:moveTo>
                  <a:lnTo>
                    <a:pt x="128021" y="109492"/>
                  </a:lnTo>
                  <a:lnTo>
                    <a:pt x="107654" y="109492"/>
                  </a:lnTo>
                  <a:lnTo>
                    <a:pt x="108905" y="106123"/>
                  </a:lnTo>
                  <a:close/>
                  <a:moveTo>
                    <a:pt x="142160" y="103928"/>
                  </a:moveTo>
                  <a:cubicBezTo>
                    <a:pt x="142288" y="104107"/>
                    <a:pt x="142467" y="104234"/>
                    <a:pt x="142696" y="104260"/>
                  </a:cubicBezTo>
                  <a:lnTo>
                    <a:pt x="142696" y="109492"/>
                  </a:lnTo>
                  <a:lnTo>
                    <a:pt x="129833" y="109492"/>
                  </a:lnTo>
                  <a:cubicBezTo>
                    <a:pt x="129833" y="109466"/>
                    <a:pt x="129833" y="109441"/>
                    <a:pt x="129807" y="109415"/>
                  </a:cubicBezTo>
                  <a:lnTo>
                    <a:pt x="142160" y="103928"/>
                  </a:lnTo>
                  <a:close/>
                  <a:moveTo>
                    <a:pt x="944" y="1"/>
                  </a:moveTo>
                  <a:cubicBezTo>
                    <a:pt x="638" y="1"/>
                    <a:pt x="383" y="256"/>
                    <a:pt x="383" y="588"/>
                  </a:cubicBezTo>
                  <a:cubicBezTo>
                    <a:pt x="383" y="868"/>
                    <a:pt x="587" y="1098"/>
                    <a:pt x="842" y="1149"/>
                  </a:cubicBezTo>
                  <a:lnTo>
                    <a:pt x="842" y="16462"/>
                  </a:lnTo>
                  <a:cubicBezTo>
                    <a:pt x="357" y="16514"/>
                    <a:pt x="0" y="16922"/>
                    <a:pt x="0" y="17407"/>
                  </a:cubicBezTo>
                  <a:cubicBezTo>
                    <a:pt x="0" y="17892"/>
                    <a:pt x="357" y="18300"/>
                    <a:pt x="842" y="18351"/>
                  </a:cubicBezTo>
                  <a:lnTo>
                    <a:pt x="842" y="37748"/>
                  </a:lnTo>
                  <a:cubicBezTo>
                    <a:pt x="357" y="37799"/>
                    <a:pt x="0" y="38208"/>
                    <a:pt x="0" y="38693"/>
                  </a:cubicBezTo>
                  <a:cubicBezTo>
                    <a:pt x="0" y="39177"/>
                    <a:pt x="357" y="39560"/>
                    <a:pt x="842" y="39611"/>
                  </a:cubicBezTo>
                  <a:lnTo>
                    <a:pt x="842" y="62607"/>
                  </a:lnTo>
                  <a:cubicBezTo>
                    <a:pt x="357" y="62658"/>
                    <a:pt x="0" y="63066"/>
                    <a:pt x="0" y="63551"/>
                  </a:cubicBezTo>
                  <a:cubicBezTo>
                    <a:pt x="0" y="64036"/>
                    <a:pt x="357" y="64445"/>
                    <a:pt x="842" y="64496"/>
                  </a:cubicBezTo>
                  <a:lnTo>
                    <a:pt x="842" y="76057"/>
                  </a:lnTo>
                  <a:cubicBezTo>
                    <a:pt x="536" y="76108"/>
                    <a:pt x="306" y="76364"/>
                    <a:pt x="306" y="76695"/>
                  </a:cubicBezTo>
                  <a:cubicBezTo>
                    <a:pt x="306" y="77053"/>
                    <a:pt x="587" y="77333"/>
                    <a:pt x="944" y="77333"/>
                  </a:cubicBezTo>
                  <a:cubicBezTo>
                    <a:pt x="1225" y="77333"/>
                    <a:pt x="1455" y="77180"/>
                    <a:pt x="1557" y="76925"/>
                  </a:cubicBezTo>
                  <a:lnTo>
                    <a:pt x="27105" y="82821"/>
                  </a:lnTo>
                  <a:cubicBezTo>
                    <a:pt x="27105" y="82872"/>
                    <a:pt x="27079" y="82897"/>
                    <a:pt x="27079" y="82923"/>
                  </a:cubicBezTo>
                  <a:cubicBezTo>
                    <a:pt x="27079" y="83459"/>
                    <a:pt x="27513" y="83867"/>
                    <a:pt x="28024" y="83867"/>
                  </a:cubicBezTo>
                  <a:cubicBezTo>
                    <a:pt x="28458" y="83867"/>
                    <a:pt x="28815" y="83586"/>
                    <a:pt x="28943" y="83204"/>
                  </a:cubicBezTo>
                  <a:lnTo>
                    <a:pt x="45711" y="86598"/>
                  </a:lnTo>
                  <a:cubicBezTo>
                    <a:pt x="45711" y="86598"/>
                    <a:pt x="45711" y="86624"/>
                    <a:pt x="45711" y="86624"/>
                  </a:cubicBezTo>
                  <a:cubicBezTo>
                    <a:pt x="45711" y="86955"/>
                    <a:pt x="45992" y="87236"/>
                    <a:pt x="46323" y="87236"/>
                  </a:cubicBezTo>
                  <a:cubicBezTo>
                    <a:pt x="46425" y="87236"/>
                    <a:pt x="46502" y="87211"/>
                    <a:pt x="46579" y="87185"/>
                  </a:cubicBezTo>
                  <a:lnTo>
                    <a:pt x="52449" y="96424"/>
                  </a:lnTo>
                  <a:cubicBezTo>
                    <a:pt x="52219" y="96577"/>
                    <a:pt x="52091" y="96858"/>
                    <a:pt x="52091" y="97139"/>
                  </a:cubicBezTo>
                  <a:cubicBezTo>
                    <a:pt x="52091" y="97675"/>
                    <a:pt x="52500" y="98083"/>
                    <a:pt x="53036" y="98083"/>
                  </a:cubicBezTo>
                  <a:cubicBezTo>
                    <a:pt x="53163" y="98083"/>
                    <a:pt x="53317" y="98058"/>
                    <a:pt x="53444" y="97981"/>
                  </a:cubicBezTo>
                  <a:lnTo>
                    <a:pt x="60846" y="109619"/>
                  </a:lnTo>
                  <a:lnTo>
                    <a:pt x="60820" y="109696"/>
                  </a:lnTo>
                  <a:lnTo>
                    <a:pt x="60871" y="109696"/>
                  </a:lnTo>
                  <a:lnTo>
                    <a:pt x="60999" y="109900"/>
                  </a:lnTo>
                  <a:lnTo>
                    <a:pt x="61024" y="109696"/>
                  </a:lnTo>
                  <a:lnTo>
                    <a:pt x="80932" y="109696"/>
                  </a:lnTo>
                  <a:lnTo>
                    <a:pt x="80932" y="109773"/>
                  </a:lnTo>
                  <a:lnTo>
                    <a:pt x="81008" y="109747"/>
                  </a:lnTo>
                  <a:lnTo>
                    <a:pt x="81136" y="109977"/>
                  </a:lnTo>
                  <a:lnTo>
                    <a:pt x="81136" y="109696"/>
                  </a:lnTo>
                  <a:lnTo>
                    <a:pt x="128506" y="109696"/>
                  </a:lnTo>
                  <a:cubicBezTo>
                    <a:pt x="128531" y="110028"/>
                    <a:pt x="128812" y="110283"/>
                    <a:pt x="129169" y="110283"/>
                  </a:cubicBezTo>
                  <a:cubicBezTo>
                    <a:pt x="129501" y="110283"/>
                    <a:pt x="129782" y="110028"/>
                    <a:pt x="129807" y="109696"/>
                  </a:cubicBezTo>
                  <a:lnTo>
                    <a:pt x="142875" y="109696"/>
                  </a:lnTo>
                  <a:lnTo>
                    <a:pt x="142875" y="104260"/>
                  </a:lnTo>
                  <a:cubicBezTo>
                    <a:pt x="143232" y="104209"/>
                    <a:pt x="143513" y="103902"/>
                    <a:pt x="143513" y="103545"/>
                  </a:cubicBezTo>
                  <a:cubicBezTo>
                    <a:pt x="143513" y="103188"/>
                    <a:pt x="143232" y="102881"/>
                    <a:pt x="142875" y="102830"/>
                  </a:cubicBezTo>
                  <a:lnTo>
                    <a:pt x="142875" y="82642"/>
                  </a:lnTo>
                  <a:lnTo>
                    <a:pt x="142875" y="82438"/>
                  </a:lnTo>
                  <a:lnTo>
                    <a:pt x="142875" y="77997"/>
                  </a:lnTo>
                  <a:lnTo>
                    <a:pt x="142875" y="77716"/>
                  </a:lnTo>
                  <a:lnTo>
                    <a:pt x="142875" y="55180"/>
                  </a:lnTo>
                  <a:cubicBezTo>
                    <a:pt x="143360" y="55129"/>
                    <a:pt x="143717" y="54721"/>
                    <a:pt x="143717" y="54236"/>
                  </a:cubicBezTo>
                  <a:cubicBezTo>
                    <a:pt x="143717" y="53725"/>
                    <a:pt x="143309" y="53291"/>
                    <a:pt x="142773" y="53291"/>
                  </a:cubicBezTo>
                  <a:cubicBezTo>
                    <a:pt x="142262" y="53291"/>
                    <a:pt x="141829" y="53725"/>
                    <a:pt x="141829" y="54236"/>
                  </a:cubicBezTo>
                  <a:cubicBezTo>
                    <a:pt x="141829" y="54516"/>
                    <a:pt x="141956" y="54746"/>
                    <a:pt x="142135" y="54925"/>
                  </a:cubicBezTo>
                  <a:lnTo>
                    <a:pt x="127791" y="73046"/>
                  </a:lnTo>
                  <a:lnTo>
                    <a:pt x="120160" y="61637"/>
                  </a:lnTo>
                  <a:cubicBezTo>
                    <a:pt x="120288" y="61510"/>
                    <a:pt x="120390" y="61305"/>
                    <a:pt x="120390" y="61101"/>
                  </a:cubicBezTo>
                  <a:cubicBezTo>
                    <a:pt x="120390" y="60693"/>
                    <a:pt x="120058" y="60361"/>
                    <a:pt x="119675" y="60361"/>
                  </a:cubicBezTo>
                  <a:cubicBezTo>
                    <a:pt x="119394" y="60361"/>
                    <a:pt x="119190" y="60489"/>
                    <a:pt x="119037" y="60693"/>
                  </a:cubicBezTo>
                  <a:lnTo>
                    <a:pt x="99283" y="51428"/>
                  </a:lnTo>
                  <a:cubicBezTo>
                    <a:pt x="99308" y="51326"/>
                    <a:pt x="99334" y="51224"/>
                    <a:pt x="99334" y="51122"/>
                  </a:cubicBezTo>
                  <a:cubicBezTo>
                    <a:pt x="99334" y="50586"/>
                    <a:pt x="98900" y="50178"/>
                    <a:pt x="98389" y="50178"/>
                  </a:cubicBezTo>
                  <a:cubicBezTo>
                    <a:pt x="97879" y="50178"/>
                    <a:pt x="97445" y="50612"/>
                    <a:pt x="97445" y="51122"/>
                  </a:cubicBezTo>
                  <a:cubicBezTo>
                    <a:pt x="97445" y="51250"/>
                    <a:pt x="97470" y="51377"/>
                    <a:pt x="97522" y="51505"/>
                  </a:cubicBezTo>
                  <a:lnTo>
                    <a:pt x="80957" y="60999"/>
                  </a:lnTo>
                  <a:lnTo>
                    <a:pt x="75955" y="58804"/>
                  </a:lnTo>
                  <a:cubicBezTo>
                    <a:pt x="75955" y="58779"/>
                    <a:pt x="75981" y="58728"/>
                    <a:pt x="75981" y="58677"/>
                  </a:cubicBezTo>
                  <a:cubicBezTo>
                    <a:pt x="75981" y="58370"/>
                    <a:pt x="75725" y="58115"/>
                    <a:pt x="75419" y="58115"/>
                  </a:cubicBezTo>
                  <a:cubicBezTo>
                    <a:pt x="75266" y="58115"/>
                    <a:pt x="75138" y="58166"/>
                    <a:pt x="75036" y="58268"/>
                  </a:cubicBezTo>
                  <a:lnTo>
                    <a:pt x="54235" y="42061"/>
                  </a:lnTo>
                  <a:cubicBezTo>
                    <a:pt x="54312" y="41934"/>
                    <a:pt x="54363" y="41755"/>
                    <a:pt x="54363" y="41577"/>
                  </a:cubicBezTo>
                  <a:cubicBezTo>
                    <a:pt x="54363" y="41041"/>
                    <a:pt x="53955" y="40632"/>
                    <a:pt x="53419" y="40632"/>
                  </a:cubicBezTo>
                  <a:cubicBezTo>
                    <a:pt x="53342" y="40632"/>
                    <a:pt x="53265" y="40632"/>
                    <a:pt x="53189" y="40658"/>
                  </a:cubicBezTo>
                  <a:lnTo>
                    <a:pt x="46732" y="24247"/>
                  </a:lnTo>
                  <a:cubicBezTo>
                    <a:pt x="47012" y="24119"/>
                    <a:pt x="47191" y="23838"/>
                    <a:pt x="47191" y="23507"/>
                  </a:cubicBezTo>
                  <a:cubicBezTo>
                    <a:pt x="47191" y="23047"/>
                    <a:pt x="46808" y="22664"/>
                    <a:pt x="46349" y="22664"/>
                  </a:cubicBezTo>
                  <a:cubicBezTo>
                    <a:pt x="45889" y="22664"/>
                    <a:pt x="45507" y="23022"/>
                    <a:pt x="45481" y="23456"/>
                  </a:cubicBezTo>
                  <a:lnTo>
                    <a:pt x="20265" y="25064"/>
                  </a:lnTo>
                  <a:lnTo>
                    <a:pt x="18325" y="17534"/>
                  </a:lnTo>
                  <a:cubicBezTo>
                    <a:pt x="18529" y="17432"/>
                    <a:pt x="18708" y="17203"/>
                    <a:pt x="18708" y="16947"/>
                  </a:cubicBezTo>
                  <a:cubicBezTo>
                    <a:pt x="18708" y="16590"/>
                    <a:pt x="18402" y="16309"/>
                    <a:pt x="18070" y="16309"/>
                  </a:cubicBezTo>
                  <a:cubicBezTo>
                    <a:pt x="17917" y="16309"/>
                    <a:pt x="17789" y="16360"/>
                    <a:pt x="17687" y="16437"/>
                  </a:cubicBezTo>
                  <a:lnTo>
                    <a:pt x="1429" y="894"/>
                  </a:lnTo>
                  <a:cubicBezTo>
                    <a:pt x="1480" y="817"/>
                    <a:pt x="1506" y="690"/>
                    <a:pt x="1506" y="588"/>
                  </a:cubicBezTo>
                  <a:cubicBezTo>
                    <a:pt x="1506" y="256"/>
                    <a:pt x="1251" y="1"/>
                    <a:pt x="9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39"/>
            </a:p>
          </p:txBody>
        </p:sp>
        <p:sp>
          <p:nvSpPr>
            <p:cNvPr id="53" name="Google Shape;53;p7"/>
            <p:cNvSpPr/>
            <p:nvPr/>
          </p:nvSpPr>
          <p:spPr>
            <a:xfrm rot="-6177391" flipH="1">
              <a:off x="5734195" y="-1117063"/>
              <a:ext cx="7047715" cy="5408112"/>
            </a:xfrm>
            <a:custGeom>
              <a:avLst/>
              <a:gdLst/>
              <a:ahLst/>
              <a:cxnLst/>
              <a:rect l="l" t="t" r="r" b="b"/>
              <a:pathLst>
                <a:path w="143718" h="110283" extrusionOk="0">
                  <a:moveTo>
                    <a:pt x="1276" y="1047"/>
                  </a:moveTo>
                  <a:lnTo>
                    <a:pt x="17534" y="16565"/>
                  </a:lnTo>
                  <a:cubicBezTo>
                    <a:pt x="17483" y="16667"/>
                    <a:pt x="17457" y="16743"/>
                    <a:pt x="17432" y="16845"/>
                  </a:cubicBezTo>
                  <a:lnTo>
                    <a:pt x="1889" y="17279"/>
                  </a:lnTo>
                  <a:cubicBezTo>
                    <a:pt x="1812" y="16845"/>
                    <a:pt x="1480" y="16514"/>
                    <a:pt x="1046" y="16462"/>
                  </a:cubicBezTo>
                  <a:lnTo>
                    <a:pt x="1046" y="1149"/>
                  </a:lnTo>
                  <a:cubicBezTo>
                    <a:pt x="1123" y="1124"/>
                    <a:pt x="1225" y="1098"/>
                    <a:pt x="1276" y="1047"/>
                  </a:cubicBezTo>
                  <a:close/>
                  <a:moveTo>
                    <a:pt x="17432" y="17050"/>
                  </a:moveTo>
                  <a:cubicBezTo>
                    <a:pt x="17457" y="17177"/>
                    <a:pt x="17508" y="17279"/>
                    <a:pt x="17585" y="17381"/>
                  </a:cubicBezTo>
                  <a:lnTo>
                    <a:pt x="11638" y="24936"/>
                  </a:lnTo>
                  <a:cubicBezTo>
                    <a:pt x="11485" y="24859"/>
                    <a:pt x="11306" y="24808"/>
                    <a:pt x="11128" y="24808"/>
                  </a:cubicBezTo>
                  <a:cubicBezTo>
                    <a:pt x="10873" y="24808"/>
                    <a:pt x="10643" y="24910"/>
                    <a:pt x="10464" y="25064"/>
                  </a:cubicBezTo>
                  <a:lnTo>
                    <a:pt x="1736" y="17917"/>
                  </a:lnTo>
                  <a:cubicBezTo>
                    <a:pt x="1812" y="17790"/>
                    <a:pt x="1863" y="17637"/>
                    <a:pt x="1889" y="17483"/>
                  </a:cubicBezTo>
                  <a:lnTo>
                    <a:pt x="17432" y="17050"/>
                  </a:lnTo>
                  <a:close/>
                  <a:moveTo>
                    <a:pt x="17764" y="17483"/>
                  </a:moveTo>
                  <a:cubicBezTo>
                    <a:pt x="17840" y="17534"/>
                    <a:pt x="17942" y="17585"/>
                    <a:pt x="18070" y="17585"/>
                  </a:cubicBezTo>
                  <a:cubicBezTo>
                    <a:pt x="18070" y="17585"/>
                    <a:pt x="18095" y="17560"/>
                    <a:pt x="18121" y="17560"/>
                  </a:cubicBezTo>
                  <a:lnTo>
                    <a:pt x="20061" y="25089"/>
                  </a:lnTo>
                  <a:lnTo>
                    <a:pt x="12047" y="25574"/>
                  </a:lnTo>
                  <a:cubicBezTo>
                    <a:pt x="12021" y="25395"/>
                    <a:pt x="11919" y="25191"/>
                    <a:pt x="11791" y="25064"/>
                  </a:cubicBezTo>
                  <a:lnTo>
                    <a:pt x="17764" y="17483"/>
                  </a:lnTo>
                  <a:close/>
                  <a:moveTo>
                    <a:pt x="20112" y="25268"/>
                  </a:moveTo>
                  <a:lnTo>
                    <a:pt x="22460" y="34405"/>
                  </a:lnTo>
                  <a:cubicBezTo>
                    <a:pt x="22332" y="34456"/>
                    <a:pt x="22230" y="34507"/>
                    <a:pt x="22128" y="34609"/>
                  </a:cubicBezTo>
                  <a:lnTo>
                    <a:pt x="14726" y="28560"/>
                  </a:lnTo>
                  <a:lnTo>
                    <a:pt x="11919" y="26263"/>
                  </a:lnTo>
                  <a:cubicBezTo>
                    <a:pt x="12021" y="26135"/>
                    <a:pt x="12072" y="25957"/>
                    <a:pt x="12072" y="25778"/>
                  </a:cubicBezTo>
                  <a:lnTo>
                    <a:pt x="20112" y="25268"/>
                  </a:lnTo>
                  <a:close/>
                  <a:moveTo>
                    <a:pt x="45507" y="23660"/>
                  </a:moveTo>
                  <a:cubicBezTo>
                    <a:pt x="45507" y="23711"/>
                    <a:pt x="45532" y="23762"/>
                    <a:pt x="45532" y="23787"/>
                  </a:cubicBezTo>
                  <a:lnTo>
                    <a:pt x="23583" y="34762"/>
                  </a:lnTo>
                  <a:cubicBezTo>
                    <a:pt x="23404" y="34507"/>
                    <a:pt x="23123" y="34328"/>
                    <a:pt x="22792" y="34328"/>
                  </a:cubicBezTo>
                  <a:cubicBezTo>
                    <a:pt x="22741" y="34328"/>
                    <a:pt x="22690" y="34328"/>
                    <a:pt x="22664" y="34354"/>
                  </a:cubicBezTo>
                  <a:lnTo>
                    <a:pt x="20316" y="25242"/>
                  </a:lnTo>
                  <a:lnTo>
                    <a:pt x="45507" y="23660"/>
                  </a:lnTo>
                  <a:close/>
                  <a:moveTo>
                    <a:pt x="45634" y="23966"/>
                  </a:moveTo>
                  <a:cubicBezTo>
                    <a:pt x="45634" y="23992"/>
                    <a:pt x="45634" y="23992"/>
                    <a:pt x="45634" y="23992"/>
                  </a:cubicBezTo>
                  <a:lnTo>
                    <a:pt x="30908" y="36855"/>
                  </a:lnTo>
                  <a:lnTo>
                    <a:pt x="23736" y="35375"/>
                  </a:lnTo>
                  <a:cubicBezTo>
                    <a:pt x="23736" y="35349"/>
                    <a:pt x="23736" y="35298"/>
                    <a:pt x="23736" y="35273"/>
                  </a:cubicBezTo>
                  <a:cubicBezTo>
                    <a:pt x="23736" y="35170"/>
                    <a:pt x="23710" y="35043"/>
                    <a:pt x="23685" y="34941"/>
                  </a:cubicBezTo>
                  <a:lnTo>
                    <a:pt x="45634" y="23966"/>
                  </a:lnTo>
                  <a:close/>
                  <a:moveTo>
                    <a:pt x="1608" y="18070"/>
                  </a:moveTo>
                  <a:lnTo>
                    <a:pt x="10337" y="25217"/>
                  </a:lnTo>
                  <a:cubicBezTo>
                    <a:pt x="10235" y="25370"/>
                    <a:pt x="10183" y="25548"/>
                    <a:pt x="10183" y="25753"/>
                  </a:cubicBezTo>
                  <a:cubicBezTo>
                    <a:pt x="10183" y="26008"/>
                    <a:pt x="10311" y="26238"/>
                    <a:pt x="10464" y="26416"/>
                  </a:cubicBezTo>
                  <a:lnTo>
                    <a:pt x="1455" y="37876"/>
                  </a:lnTo>
                  <a:cubicBezTo>
                    <a:pt x="1327" y="37799"/>
                    <a:pt x="1200" y="37774"/>
                    <a:pt x="1046" y="37748"/>
                  </a:cubicBezTo>
                  <a:lnTo>
                    <a:pt x="1046" y="18351"/>
                  </a:lnTo>
                  <a:cubicBezTo>
                    <a:pt x="1276" y="18326"/>
                    <a:pt x="1455" y="18224"/>
                    <a:pt x="1608" y="18070"/>
                  </a:cubicBezTo>
                  <a:close/>
                  <a:moveTo>
                    <a:pt x="11791" y="26416"/>
                  </a:moveTo>
                  <a:lnTo>
                    <a:pt x="21924" y="34686"/>
                  </a:lnTo>
                  <a:lnTo>
                    <a:pt x="22000" y="34762"/>
                  </a:lnTo>
                  <a:cubicBezTo>
                    <a:pt x="21898" y="34915"/>
                    <a:pt x="21847" y="35094"/>
                    <a:pt x="21847" y="35273"/>
                  </a:cubicBezTo>
                  <a:cubicBezTo>
                    <a:pt x="21847" y="35298"/>
                    <a:pt x="21847" y="35324"/>
                    <a:pt x="21847" y="35324"/>
                  </a:cubicBezTo>
                  <a:lnTo>
                    <a:pt x="10822" y="37034"/>
                  </a:lnTo>
                  <a:lnTo>
                    <a:pt x="1863" y="38437"/>
                  </a:lnTo>
                  <a:cubicBezTo>
                    <a:pt x="1812" y="38284"/>
                    <a:pt x="1736" y="38131"/>
                    <a:pt x="1608" y="38003"/>
                  </a:cubicBezTo>
                  <a:lnTo>
                    <a:pt x="10643" y="26544"/>
                  </a:lnTo>
                  <a:cubicBezTo>
                    <a:pt x="10770" y="26620"/>
                    <a:pt x="10949" y="26697"/>
                    <a:pt x="11128" y="26697"/>
                  </a:cubicBezTo>
                  <a:cubicBezTo>
                    <a:pt x="11383" y="26697"/>
                    <a:pt x="11638" y="26569"/>
                    <a:pt x="11791" y="26416"/>
                  </a:cubicBezTo>
                  <a:close/>
                  <a:moveTo>
                    <a:pt x="45762" y="24145"/>
                  </a:moveTo>
                  <a:cubicBezTo>
                    <a:pt x="45915" y="24272"/>
                    <a:pt x="46119" y="24349"/>
                    <a:pt x="46323" y="24349"/>
                  </a:cubicBezTo>
                  <a:cubicBezTo>
                    <a:pt x="46400" y="24349"/>
                    <a:pt x="46476" y="24349"/>
                    <a:pt x="46553" y="24323"/>
                  </a:cubicBezTo>
                  <a:lnTo>
                    <a:pt x="52985" y="40734"/>
                  </a:lnTo>
                  <a:cubicBezTo>
                    <a:pt x="52781" y="40836"/>
                    <a:pt x="52602" y="41041"/>
                    <a:pt x="52525" y="41270"/>
                  </a:cubicBezTo>
                  <a:lnTo>
                    <a:pt x="31163" y="36906"/>
                  </a:lnTo>
                  <a:lnTo>
                    <a:pt x="45762" y="24145"/>
                  </a:lnTo>
                  <a:close/>
                  <a:moveTo>
                    <a:pt x="23685" y="35579"/>
                  </a:moveTo>
                  <a:lnTo>
                    <a:pt x="23813" y="35604"/>
                  </a:lnTo>
                  <a:lnTo>
                    <a:pt x="30729" y="37008"/>
                  </a:lnTo>
                  <a:lnTo>
                    <a:pt x="18836" y="47396"/>
                  </a:lnTo>
                  <a:cubicBezTo>
                    <a:pt x="18810" y="47370"/>
                    <a:pt x="18759" y="47345"/>
                    <a:pt x="18734" y="47319"/>
                  </a:cubicBezTo>
                  <a:lnTo>
                    <a:pt x="21158" y="40275"/>
                  </a:lnTo>
                  <a:lnTo>
                    <a:pt x="22562" y="36191"/>
                  </a:lnTo>
                  <a:cubicBezTo>
                    <a:pt x="22638" y="36217"/>
                    <a:pt x="22715" y="36217"/>
                    <a:pt x="22792" y="36217"/>
                  </a:cubicBezTo>
                  <a:cubicBezTo>
                    <a:pt x="23200" y="36217"/>
                    <a:pt x="23557" y="35962"/>
                    <a:pt x="23685" y="35579"/>
                  </a:cubicBezTo>
                  <a:close/>
                  <a:moveTo>
                    <a:pt x="21873" y="35528"/>
                  </a:moveTo>
                  <a:cubicBezTo>
                    <a:pt x="21949" y="35783"/>
                    <a:pt x="22128" y="36013"/>
                    <a:pt x="22383" y="36140"/>
                  </a:cubicBezTo>
                  <a:lnTo>
                    <a:pt x="20980" y="40224"/>
                  </a:lnTo>
                  <a:lnTo>
                    <a:pt x="18555" y="47243"/>
                  </a:lnTo>
                  <a:lnTo>
                    <a:pt x="18453" y="47243"/>
                  </a:lnTo>
                  <a:cubicBezTo>
                    <a:pt x="18249" y="47243"/>
                    <a:pt x="18070" y="47345"/>
                    <a:pt x="17942" y="47498"/>
                  </a:cubicBezTo>
                  <a:lnTo>
                    <a:pt x="12404" y="44563"/>
                  </a:lnTo>
                  <a:lnTo>
                    <a:pt x="1812" y="39024"/>
                  </a:lnTo>
                  <a:cubicBezTo>
                    <a:pt x="1863" y="38922"/>
                    <a:pt x="1889" y="38820"/>
                    <a:pt x="1889" y="38693"/>
                  </a:cubicBezTo>
                  <a:cubicBezTo>
                    <a:pt x="1889" y="38667"/>
                    <a:pt x="1889" y="38641"/>
                    <a:pt x="1889" y="38641"/>
                  </a:cubicBezTo>
                  <a:lnTo>
                    <a:pt x="21873" y="35528"/>
                  </a:lnTo>
                  <a:close/>
                  <a:moveTo>
                    <a:pt x="30959" y="37059"/>
                  </a:moveTo>
                  <a:lnTo>
                    <a:pt x="52474" y="41474"/>
                  </a:lnTo>
                  <a:cubicBezTo>
                    <a:pt x="52474" y="41500"/>
                    <a:pt x="52474" y="41551"/>
                    <a:pt x="52474" y="41577"/>
                  </a:cubicBezTo>
                  <a:cubicBezTo>
                    <a:pt x="52474" y="41602"/>
                    <a:pt x="52474" y="41602"/>
                    <a:pt x="52500" y="41628"/>
                  </a:cubicBezTo>
                  <a:lnTo>
                    <a:pt x="44282" y="43108"/>
                  </a:lnTo>
                  <a:lnTo>
                    <a:pt x="19014" y="47651"/>
                  </a:lnTo>
                  <a:cubicBezTo>
                    <a:pt x="18989" y="47600"/>
                    <a:pt x="18989" y="47574"/>
                    <a:pt x="18963" y="47523"/>
                  </a:cubicBezTo>
                  <a:lnTo>
                    <a:pt x="30959" y="37059"/>
                  </a:lnTo>
                  <a:close/>
                  <a:moveTo>
                    <a:pt x="52653" y="42113"/>
                  </a:moveTo>
                  <a:cubicBezTo>
                    <a:pt x="52704" y="42189"/>
                    <a:pt x="52781" y="42240"/>
                    <a:pt x="52832" y="42317"/>
                  </a:cubicBezTo>
                  <a:lnTo>
                    <a:pt x="45992" y="53036"/>
                  </a:lnTo>
                  <a:cubicBezTo>
                    <a:pt x="45864" y="52985"/>
                    <a:pt x="45736" y="52934"/>
                    <a:pt x="45583" y="52934"/>
                  </a:cubicBezTo>
                  <a:cubicBezTo>
                    <a:pt x="45124" y="52934"/>
                    <a:pt x="44766" y="53240"/>
                    <a:pt x="44664" y="53623"/>
                  </a:cubicBezTo>
                  <a:lnTo>
                    <a:pt x="34864" y="52066"/>
                  </a:lnTo>
                  <a:lnTo>
                    <a:pt x="35604" y="51632"/>
                  </a:lnTo>
                  <a:lnTo>
                    <a:pt x="45966" y="45839"/>
                  </a:lnTo>
                  <a:lnTo>
                    <a:pt x="52653" y="42113"/>
                  </a:lnTo>
                  <a:close/>
                  <a:moveTo>
                    <a:pt x="53010" y="42419"/>
                  </a:moveTo>
                  <a:cubicBezTo>
                    <a:pt x="53138" y="42470"/>
                    <a:pt x="53265" y="42521"/>
                    <a:pt x="53419" y="42521"/>
                  </a:cubicBezTo>
                  <a:cubicBezTo>
                    <a:pt x="53546" y="42521"/>
                    <a:pt x="53648" y="42495"/>
                    <a:pt x="53750" y="42444"/>
                  </a:cubicBezTo>
                  <a:lnTo>
                    <a:pt x="60616" y="56201"/>
                  </a:lnTo>
                  <a:lnTo>
                    <a:pt x="60616" y="56201"/>
                  </a:lnTo>
                  <a:lnTo>
                    <a:pt x="51709" y="54772"/>
                  </a:lnTo>
                  <a:lnTo>
                    <a:pt x="46502" y="53929"/>
                  </a:lnTo>
                  <a:cubicBezTo>
                    <a:pt x="46502" y="53904"/>
                    <a:pt x="46528" y="53904"/>
                    <a:pt x="46528" y="53878"/>
                  </a:cubicBezTo>
                  <a:cubicBezTo>
                    <a:pt x="46528" y="53572"/>
                    <a:pt x="46374" y="53317"/>
                    <a:pt x="46170" y="53138"/>
                  </a:cubicBezTo>
                  <a:lnTo>
                    <a:pt x="46579" y="52500"/>
                  </a:lnTo>
                  <a:lnTo>
                    <a:pt x="53010" y="42419"/>
                  </a:lnTo>
                  <a:close/>
                  <a:moveTo>
                    <a:pt x="52525" y="41832"/>
                  </a:moveTo>
                  <a:cubicBezTo>
                    <a:pt x="52525" y="41857"/>
                    <a:pt x="52551" y="41908"/>
                    <a:pt x="52551" y="41934"/>
                  </a:cubicBezTo>
                  <a:lnTo>
                    <a:pt x="42163" y="47753"/>
                  </a:lnTo>
                  <a:lnTo>
                    <a:pt x="34557" y="51990"/>
                  </a:lnTo>
                  <a:lnTo>
                    <a:pt x="34430" y="51990"/>
                  </a:lnTo>
                  <a:lnTo>
                    <a:pt x="34455" y="52041"/>
                  </a:lnTo>
                  <a:lnTo>
                    <a:pt x="26901" y="56277"/>
                  </a:lnTo>
                  <a:lnTo>
                    <a:pt x="23557" y="58141"/>
                  </a:lnTo>
                  <a:cubicBezTo>
                    <a:pt x="23379" y="57911"/>
                    <a:pt x="23098" y="57732"/>
                    <a:pt x="22792" y="57732"/>
                  </a:cubicBezTo>
                  <a:cubicBezTo>
                    <a:pt x="22690" y="57732"/>
                    <a:pt x="22613" y="57758"/>
                    <a:pt x="22536" y="57783"/>
                  </a:cubicBezTo>
                  <a:lnTo>
                    <a:pt x="19857" y="51096"/>
                  </a:lnTo>
                  <a:lnTo>
                    <a:pt x="18759" y="48391"/>
                  </a:lnTo>
                  <a:cubicBezTo>
                    <a:pt x="18938" y="48263"/>
                    <a:pt x="19065" y="48085"/>
                    <a:pt x="19065" y="47855"/>
                  </a:cubicBezTo>
                  <a:lnTo>
                    <a:pt x="24987" y="46783"/>
                  </a:lnTo>
                  <a:lnTo>
                    <a:pt x="52525" y="41832"/>
                  </a:lnTo>
                  <a:close/>
                  <a:moveTo>
                    <a:pt x="54108" y="42215"/>
                  </a:moveTo>
                  <a:lnTo>
                    <a:pt x="74909" y="58421"/>
                  </a:lnTo>
                  <a:cubicBezTo>
                    <a:pt x="74909" y="58447"/>
                    <a:pt x="74883" y="58472"/>
                    <a:pt x="74883" y="58498"/>
                  </a:cubicBezTo>
                  <a:lnTo>
                    <a:pt x="60871" y="56226"/>
                  </a:lnTo>
                  <a:lnTo>
                    <a:pt x="53929" y="42368"/>
                  </a:lnTo>
                  <a:cubicBezTo>
                    <a:pt x="54006" y="42317"/>
                    <a:pt x="54057" y="42266"/>
                    <a:pt x="54108" y="42215"/>
                  </a:cubicBezTo>
                  <a:close/>
                  <a:moveTo>
                    <a:pt x="60973" y="56456"/>
                  </a:moveTo>
                  <a:lnTo>
                    <a:pt x="74858" y="58702"/>
                  </a:lnTo>
                  <a:lnTo>
                    <a:pt x="63321" y="61203"/>
                  </a:lnTo>
                  <a:lnTo>
                    <a:pt x="60973" y="56456"/>
                  </a:lnTo>
                  <a:close/>
                  <a:moveTo>
                    <a:pt x="46476" y="54134"/>
                  </a:moveTo>
                  <a:lnTo>
                    <a:pt x="60718" y="56405"/>
                  </a:lnTo>
                  <a:lnTo>
                    <a:pt x="63117" y="61229"/>
                  </a:lnTo>
                  <a:lnTo>
                    <a:pt x="58447" y="62250"/>
                  </a:lnTo>
                  <a:cubicBezTo>
                    <a:pt x="58370" y="61969"/>
                    <a:pt x="58115" y="61790"/>
                    <a:pt x="57808" y="61790"/>
                  </a:cubicBezTo>
                  <a:cubicBezTo>
                    <a:pt x="57604" y="61790"/>
                    <a:pt x="57426" y="61867"/>
                    <a:pt x="57298" y="61995"/>
                  </a:cubicBezTo>
                  <a:lnTo>
                    <a:pt x="46400" y="54338"/>
                  </a:lnTo>
                  <a:cubicBezTo>
                    <a:pt x="46425" y="54261"/>
                    <a:pt x="46451" y="54185"/>
                    <a:pt x="46476" y="54134"/>
                  </a:cubicBezTo>
                  <a:close/>
                  <a:moveTo>
                    <a:pt x="1736" y="39203"/>
                  </a:moveTo>
                  <a:lnTo>
                    <a:pt x="4543" y="40683"/>
                  </a:lnTo>
                  <a:lnTo>
                    <a:pt x="17866" y="47676"/>
                  </a:lnTo>
                  <a:cubicBezTo>
                    <a:pt x="17840" y="47727"/>
                    <a:pt x="17815" y="47779"/>
                    <a:pt x="17815" y="47855"/>
                  </a:cubicBezTo>
                  <a:cubicBezTo>
                    <a:pt x="17815" y="47983"/>
                    <a:pt x="17866" y="48085"/>
                    <a:pt x="17917" y="48187"/>
                  </a:cubicBezTo>
                  <a:lnTo>
                    <a:pt x="1940" y="62530"/>
                  </a:lnTo>
                  <a:lnTo>
                    <a:pt x="1582" y="62862"/>
                  </a:lnTo>
                  <a:cubicBezTo>
                    <a:pt x="1429" y="62735"/>
                    <a:pt x="1251" y="62633"/>
                    <a:pt x="1046" y="62607"/>
                  </a:cubicBezTo>
                  <a:lnTo>
                    <a:pt x="1046" y="39611"/>
                  </a:lnTo>
                  <a:cubicBezTo>
                    <a:pt x="1327" y="39586"/>
                    <a:pt x="1582" y="39433"/>
                    <a:pt x="1736" y="39203"/>
                  </a:cubicBezTo>
                  <a:close/>
                  <a:moveTo>
                    <a:pt x="18070" y="48340"/>
                  </a:moveTo>
                  <a:cubicBezTo>
                    <a:pt x="18172" y="48417"/>
                    <a:pt x="18300" y="48468"/>
                    <a:pt x="18453" y="48468"/>
                  </a:cubicBezTo>
                  <a:lnTo>
                    <a:pt x="18580" y="48468"/>
                  </a:lnTo>
                  <a:lnTo>
                    <a:pt x="22358" y="57860"/>
                  </a:lnTo>
                  <a:cubicBezTo>
                    <a:pt x="22051" y="58013"/>
                    <a:pt x="21847" y="58319"/>
                    <a:pt x="21847" y="58677"/>
                  </a:cubicBezTo>
                  <a:cubicBezTo>
                    <a:pt x="21847" y="58728"/>
                    <a:pt x="21847" y="58753"/>
                    <a:pt x="21847" y="58779"/>
                  </a:cubicBezTo>
                  <a:lnTo>
                    <a:pt x="1838" y="63245"/>
                  </a:lnTo>
                  <a:cubicBezTo>
                    <a:pt x="1812" y="63169"/>
                    <a:pt x="1761" y="63066"/>
                    <a:pt x="1710" y="62990"/>
                  </a:cubicBezTo>
                  <a:lnTo>
                    <a:pt x="7019" y="58243"/>
                  </a:lnTo>
                  <a:lnTo>
                    <a:pt x="18070" y="48340"/>
                  </a:lnTo>
                  <a:close/>
                  <a:moveTo>
                    <a:pt x="46272" y="54491"/>
                  </a:moveTo>
                  <a:lnTo>
                    <a:pt x="57196" y="62173"/>
                  </a:lnTo>
                  <a:cubicBezTo>
                    <a:pt x="57145" y="62275"/>
                    <a:pt x="57119" y="62377"/>
                    <a:pt x="57119" y="62479"/>
                  </a:cubicBezTo>
                  <a:cubicBezTo>
                    <a:pt x="57119" y="62505"/>
                    <a:pt x="57119" y="62505"/>
                    <a:pt x="57119" y="62530"/>
                  </a:cubicBezTo>
                  <a:lnTo>
                    <a:pt x="46732" y="64776"/>
                  </a:lnTo>
                  <a:cubicBezTo>
                    <a:pt x="46604" y="64419"/>
                    <a:pt x="46298" y="64164"/>
                    <a:pt x="45915" y="64113"/>
                  </a:cubicBezTo>
                  <a:lnTo>
                    <a:pt x="45685" y="54823"/>
                  </a:lnTo>
                  <a:cubicBezTo>
                    <a:pt x="45915" y="54797"/>
                    <a:pt x="46145" y="54670"/>
                    <a:pt x="46272" y="54491"/>
                  </a:cubicBezTo>
                  <a:close/>
                  <a:moveTo>
                    <a:pt x="99206" y="51607"/>
                  </a:moveTo>
                  <a:lnTo>
                    <a:pt x="118960" y="60872"/>
                  </a:lnTo>
                  <a:cubicBezTo>
                    <a:pt x="118935" y="60948"/>
                    <a:pt x="118935" y="61025"/>
                    <a:pt x="118935" y="61101"/>
                  </a:cubicBezTo>
                  <a:cubicBezTo>
                    <a:pt x="118935" y="61127"/>
                    <a:pt x="118935" y="61127"/>
                    <a:pt x="118935" y="61152"/>
                  </a:cubicBezTo>
                  <a:lnTo>
                    <a:pt x="103009" y="64802"/>
                  </a:lnTo>
                  <a:lnTo>
                    <a:pt x="98772" y="51990"/>
                  </a:lnTo>
                  <a:cubicBezTo>
                    <a:pt x="98951" y="51913"/>
                    <a:pt x="99104" y="51760"/>
                    <a:pt x="99206" y="51607"/>
                  </a:cubicBezTo>
                  <a:close/>
                  <a:moveTo>
                    <a:pt x="34685" y="52219"/>
                  </a:moveTo>
                  <a:lnTo>
                    <a:pt x="44639" y="53827"/>
                  </a:lnTo>
                  <a:cubicBezTo>
                    <a:pt x="44639" y="53853"/>
                    <a:pt x="44639" y="53853"/>
                    <a:pt x="44639" y="53878"/>
                  </a:cubicBezTo>
                  <a:cubicBezTo>
                    <a:pt x="44639" y="54185"/>
                    <a:pt x="44766" y="54440"/>
                    <a:pt x="44996" y="54619"/>
                  </a:cubicBezTo>
                  <a:lnTo>
                    <a:pt x="40989" y="60897"/>
                  </a:lnTo>
                  <a:lnTo>
                    <a:pt x="37493" y="66333"/>
                  </a:lnTo>
                  <a:cubicBezTo>
                    <a:pt x="37416" y="66308"/>
                    <a:pt x="37339" y="66282"/>
                    <a:pt x="37237" y="66257"/>
                  </a:cubicBezTo>
                  <a:lnTo>
                    <a:pt x="34685" y="52219"/>
                  </a:lnTo>
                  <a:close/>
                  <a:moveTo>
                    <a:pt x="34481" y="52270"/>
                  </a:moveTo>
                  <a:lnTo>
                    <a:pt x="37033" y="66282"/>
                  </a:lnTo>
                  <a:cubicBezTo>
                    <a:pt x="36906" y="66308"/>
                    <a:pt x="36778" y="66359"/>
                    <a:pt x="36676" y="66461"/>
                  </a:cubicBezTo>
                  <a:lnTo>
                    <a:pt x="23659" y="59059"/>
                  </a:lnTo>
                  <a:cubicBezTo>
                    <a:pt x="23710" y="58957"/>
                    <a:pt x="23736" y="58830"/>
                    <a:pt x="23736" y="58677"/>
                  </a:cubicBezTo>
                  <a:cubicBezTo>
                    <a:pt x="23736" y="58549"/>
                    <a:pt x="23710" y="58421"/>
                    <a:pt x="23659" y="58319"/>
                  </a:cubicBezTo>
                  <a:lnTo>
                    <a:pt x="34481" y="52270"/>
                  </a:lnTo>
                  <a:close/>
                  <a:moveTo>
                    <a:pt x="97624" y="51683"/>
                  </a:moveTo>
                  <a:cubicBezTo>
                    <a:pt x="97726" y="51811"/>
                    <a:pt x="97879" y="51939"/>
                    <a:pt x="98057" y="51990"/>
                  </a:cubicBezTo>
                  <a:lnTo>
                    <a:pt x="94229" y="66206"/>
                  </a:lnTo>
                  <a:lnTo>
                    <a:pt x="94127" y="66206"/>
                  </a:lnTo>
                  <a:cubicBezTo>
                    <a:pt x="93872" y="66206"/>
                    <a:pt x="93668" y="66333"/>
                    <a:pt x="93540" y="66538"/>
                  </a:cubicBezTo>
                  <a:lnTo>
                    <a:pt x="81162" y="61101"/>
                  </a:lnTo>
                  <a:lnTo>
                    <a:pt x="97624" y="51683"/>
                  </a:lnTo>
                  <a:close/>
                  <a:moveTo>
                    <a:pt x="98593" y="52041"/>
                  </a:moveTo>
                  <a:lnTo>
                    <a:pt x="102805" y="64828"/>
                  </a:lnTo>
                  <a:lnTo>
                    <a:pt x="94791" y="66665"/>
                  </a:lnTo>
                  <a:cubicBezTo>
                    <a:pt x="94714" y="66486"/>
                    <a:pt x="94586" y="66333"/>
                    <a:pt x="94408" y="66257"/>
                  </a:cubicBezTo>
                  <a:lnTo>
                    <a:pt x="98236" y="52041"/>
                  </a:lnTo>
                  <a:cubicBezTo>
                    <a:pt x="98287" y="52066"/>
                    <a:pt x="98338" y="52066"/>
                    <a:pt x="98389" y="52066"/>
                  </a:cubicBezTo>
                  <a:cubicBezTo>
                    <a:pt x="98466" y="52066"/>
                    <a:pt x="98517" y="52066"/>
                    <a:pt x="98593" y="52041"/>
                  </a:cubicBezTo>
                  <a:close/>
                  <a:moveTo>
                    <a:pt x="45149" y="54721"/>
                  </a:moveTo>
                  <a:cubicBezTo>
                    <a:pt x="45251" y="54772"/>
                    <a:pt x="45379" y="54797"/>
                    <a:pt x="45507" y="54823"/>
                  </a:cubicBezTo>
                  <a:lnTo>
                    <a:pt x="45711" y="64138"/>
                  </a:lnTo>
                  <a:cubicBezTo>
                    <a:pt x="45251" y="64189"/>
                    <a:pt x="44894" y="64572"/>
                    <a:pt x="44894" y="65057"/>
                  </a:cubicBezTo>
                  <a:cubicBezTo>
                    <a:pt x="44894" y="65108"/>
                    <a:pt x="44894" y="65134"/>
                    <a:pt x="44894" y="65159"/>
                  </a:cubicBezTo>
                  <a:lnTo>
                    <a:pt x="37850" y="66691"/>
                  </a:lnTo>
                  <a:cubicBezTo>
                    <a:pt x="37799" y="66589"/>
                    <a:pt x="37748" y="66512"/>
                    <a:pt x="37671" y="66461"/>
                  </a:cubicBezTo>
                  <a:lnTo>
                    <a:pt x="40223" y="62454"/>
                  </a:lnTo>
                  <a:lnTo>
                    <a:pt x="45149" y="54721"/>
                  </a:lnTo>
                  <a:close/>
                  <a:moveTo>
                    <a:pt x="74909" y="58906"/>
                  </a:moveTo>
                  <a:cubicBezTo>
                    <a:pt x="74909" y="58957"/>
                    <a:pt x="74960" y="59008"/>
                    <a:pt x="74985" y="59059"/>
                  </a:cubicBezTo>
                  <a:lnTo>
                    <a:pt x="67635" y="68248"/>
                  </a:lnTo>
                  <a:cubicBezTo>
                    <a:pt x="67507" y="68145"/>
                    <a:pt x="67328" y="68094"/>
                    <a:pt x="67150" y="68094"/>
                  </a:cubicBezTo>
                  <a:cubicBezTo>
                    <a:pt x="67022" y="68094"/>
                    <a:pt x="66920" y="68120"/>
                    <a:pt x="66818" y="68145"/>
                  </a:cubicBezTo>
                  <a:lnTo>
                    <a:pt x="63423" y="61382"/>
                  </a:lnTo>
                  <a:lnTo>
                    <a:pt x="74909" y="58906"/>
                  </a:lnTo>
                  <a:close/>
                  <a:moveTo>
                    <a:pt x="63219" y="61408"/>
                  </a:moveTo>
                  <a:lnTo>
                    <a:pt x="66614" y="68248"/>
                  </a:lnTo>
                  <a:cubicBezTo>
                    <a:pt x="66563" y="68299"/>
                    <a:pt x="66486" y="68350"/>
                    <a:pt x="66435" y="68426"/>
                  </a:cubicBezTo>
                  <a:lnTo>
                    <a:pt x="58421" y="62786"/>
                  </a:lnTo>
                  <a:cubicBezTo>
                    <a:pt x="58472" y="62709"/>
                    <a:pt x="58498" y="62582"/>
                    <a:pt x="58498" y="62479"/>
                  </a:cubicBezTo>
                  <a:cubicBezTo>
                    <a:pt x="58498" y="62454"/>
                    <a:pt x="58498" y="62454"/>
                    <a:pt x="58498" y="62428"/>
                  </a:cubicBezTo>
                  <a:lnTo>
                    <a:pt x="63219" y="61408"/>
                  </a:lnTo>
                  <a:close/>
                  <a:moveTo>
                    <a:pt x="75878" y="59008"/>
                  </a:moveTo>
                  <a:lnTo>
                    <a:pt x="80728" y="61127"/>
                  </a:lnTo>
                  <a:lnTo>
                    <a:pt x="67915" y="68477"/>
                  </a:lnTo>
                  <a:cubicBezTo>
                    <a:pt x="67864" y="68452"/>
                    <a:pt x="67839" y="68401"/>
                    <a:pt x="67813" y="68375"/>
                  </a:cubicBezTo>
                  <a:lnTo>
                    <a:pt x="75138" y="59187"/>
                  </a:lnTo>
                  <a:cubicBezTo>
                    <a:pt x="75215" y="59213"/>
                    <a:pt x="75317" y="59238"/>
                    <a:pt x="75419" y="59238"/>
                  </a:cubicBezTo>
                  <a:cubicBezTo>
                    <a:pt x="75598" y="59238"/>
                    <a:pt x="75776" y="59136"/>
                    <a:pt x="75878" y="59008"/>
                  </a:cubicBezTo>
                  <a:close/>
                  <a:moveTo>
                    <a:pt x="80957" y="61229"/>
                  </a:moveTo>
                  <a:lnTo>
                    <a:pt x="93463" y="66716"/>
                  </a:lnTo>
                  <a:cubicBezTo>
                    <a:pt x="93438" y="66767"/>
                    <a:pt x="93438" y="66818"/>
                    <a:pt x="93438" y="66869"/>
                  </a:cubicBezTo>
                  <a:lnTo>
                    <a:pt x="84964" y="67533"/>
                  </a:lnTo>
                  <a:lnTo>
                    <a:pt x="68069" y="68860"/>
                  </a:lnTo>
                  <a:cubicBezTo>
                    <a:pt x="68043" y="68783"/>
                    <a:pt x="68017" y="68732"/>
                    <a:pt x="67992" y="68656"/>
                  </a:cubicBezTo>
                  <a:lnTo>
                    <a:pt x="80957" y="61229"/>
                  </a:lnTo>
                  <a:close/>
                  <a:moveTo>
                    <a:pt x="118986" y="61356"/>
                  </a:moveTo>
                  <a:lnTo>
                    <a:pt x="110997" y="65746"/>
                  </a:lnTo>
                  <a:lnTo>
                    <a:pt x="104515" y="69345"/>
                  </a:lnTo>
                  <a:lnTo>
                    <a:pt x="103060" y="64981"/>
                  </a:lnTo>
                  <a:lnTo>
                    <a:pt x="118986" y="61356"/>
                  </a:lnTo>
                  <a:close/>
                  <a:moveTo>
                    <a:pt x="23557" y="59238"/>
                  </a:moveTo>
                  <a:lnTo>
                    <a:pt x="36548" y="66614"/>
                  </a:lnTo>
                  <a:cubicBezTo>
                    <a:pt x="36497" y="66742"/>
                    <a:pt x="36446" y="66844"/>
                    <a:pt x="36446" y="66997"/>
                  </a:cubicBezTo>
                  <a:cubicBezTo>
                    <a:pt x="36446" y="67227"/>
                    <a:pt x="36574" y="67456"/>
                    <a:pt x="36752" y="67584"/>
                  </a:cubicBezTo>
                  <a:lnTo>
                    <a:pt x="34175" y="72050"/>
                  </a:lnTo>
                  <a:lnTo>
                    <a:pt x="23481" y="59340"/>
                  </a:lnTo>
                  <a:cubicBezTo>
                    <a:pt x="23506" y="59315"/>
                    <a:pt x="23532" y="59264"/>
                    <a:pt x="23557" y="59238"/>
                  </a:cubicBezTo>
                  <a:close/>
                  <a:moveTo>
                    <a:pt x="119088" y="61535"/>
                  </a:moveTo>
                  <a:cubicBezTo>
                    <a:pt x="119088" y="61561"/>
                    <a:pt x="119114" y="61586"/>
                    <a:pt x="119139" y="61612"/>
                  </a:cubicBezTo>
                  <a:lnTo>
                    <a:pt x="111891" y="71412"/>
                  </a:lnTo>
                  <a:lnTo>
                    <a:pt x="107705" y="77078"/>
                  </a:lnTo>
                  <a:cubicBezTo>
                    <a:pt x="107552" y="77002"/>
                    <a:pt x="107399" y="76951"/>
                    <a:pt x="107220" y="76951"/>
                  </a:cubicBezTo>
                  <a:cubicBezTo>
                    <a:pt x="107143" y="76951"/>
                    <a:pt x="107092" y="76951"/>
                    <a:pt x="107016" y="76976"/>
                  </a:cubicBezTo>
                  <a:lnTo>
                    <a:pt x="104566" y="69524"/>
                  </a:lnTo>
                  <a:lnTo>
                    <a:pt x="111431" y="65746"/>
                  </a:lnTo>
                  <a:lnTo>
                    <a:pt x="119088" y="61535"/>
                  </a:lnTo>
                  <a:close/>
                  <a:moveTo>
                    <a:pt x="119981" y="61739"/>
                  </a:moveTo>
                  <a:lnTo>
                    <a:pt x="127664" y="73199"/>
                  </a:lnTo>
                  <a:lnTo>
                    <a:pt x="123172" y="78916"/>
                  </a:lnTo>
                  <a:lnTo>
                    <a:pt x="108164" y="77869"/>
                  </a:lnTo>
                  <a:cubicBezTo>
                    <a:pt x="108164" y="77614"/>
                    <a:pt x="108037" y="77385"/>
                    <a:pt x="107858" y="77206"/>
                  </a:cubicBezTo>
                  <a:lnTo>
                    <a:pt x="119318" y="61739"/>
                  </a:lnTo>
                  <a:cubicBezTo>
                    <a:pt x="119420" y="61790"/>
                    <a:pt x="119547" y="61816"/>
                    <a:pt x="119675" y="61816"/>
                  </a:cubicBezTo>
                  <a:cubicBezTo>
                    <a:pt x="119777" y="61816"/>
                    <a:pt x="119879" y="61790"/>
                    <a:pt x="119981" y="61739"/>
                  </a:cubicBezTo>
                  <a:close/>
                  <a:moveTo>
                    <a:pt x="142288" y="55027"/>
                  </a:moveTo>
                  <a:cubicBezTo>
                    <a:pt x="142288" y="55052"/>
                    <a:pt x="142314" y="55052"/>
                    <a:pt x="142339" y="55052"/>
                  </a:cubicBezTo>
                  <a:lnTo>
                    <a:pt x="132283" y="78916"/>
                  </a:lnTo>
                  <a:cubicBezTo>
                    <a:pt x="132232" y="78916"/>
                    <a:pt x="132156" y="78890"/>
                    <a:pt x="132105" y="78890"/>
                  </a:cubicBezTo>
                  <a:cubicBezTo>
                    <a:pt x="131977" y="78890"/>
                    <a:pt x="131875" y="78916"/>
                    <a:pt x="131773" y="78967"/>
                  </a:cubicBezTo>
                  <a:lnTo>
                    <a:pt x="127919" y="73224"/>
                  </a:lnTo>
                  <a:lnTo>
                    <a:pt x="142288" y="55027"/>
                  </a:lnTo>
                  <a:close/>
                  <a:moveTo>
                    <a:pt x="102881" y="65032"/>
                  </a:moveTo>
                  <a:lnTo>
                    <a:pt x="104336" y="69422"/>
                  </a:lnTo>
                  <a:lnTo>
                    <a:pt x="86955" y="78992"/>
                  </a:lnTo>
                  <a:cubicBezTo>
                    <a:pt x="86930" y="78967"/>
                    <a:pt x="86904" y="78941"/>
                    <a:pt x="86879" y="78916"/>
                  </a:cubicBezTo>
                  <a:lnTo>
                    <a:pt x="91268" y="71770"/>
                  </a:lnTo>
                  <a:lnTo>
                    <a:pt x="93846" y="67558"/>
                  </a:lnTo>
                  <a:cubicBezTo>
                    <a:pt x="93923" y="67609"/>
                    <a:pt x="94025" y="67609"/>
                    <a:pt x="94127" y="67609"/>
                  </a:cubicBezTo>
                  <a:cubicBezTo>
                    <a:pt x="94510" y="67609"/>
                    <a:pt x="94842" y="67303"/>
                    <a:pt x="94842" y="66920"/>
                  </a:cubicBezTo>
                  <a:cubicBezTo>
                    <a:pt x="94842" y="66895"/>
                    <a:pt x="94842" y="66869"/>
                    <a:pt x="94842" y="66844"/>
                  </a:cubicBezTo>
                  <a:lnTo>
                    <a:pt x="102881" y="65032"/>
                  </a:lnTo>
                  <a:close/>
                  <a:moveTo>
                    <a:pt x="104387" y="69626"/>
                  </a:moveTo>
                  <a:lnTo>
                    <a:pt x="106837" y="77053"/>
                  </a:lnTo>
                  <a:cubicBezTo>
                    <a:pt x="106531" y="77180"/>
                    <a:pt x="106301" y="77512"/>
                    <a:pt x="106276" y="77869"/>
                  </a:cubicBezTo>
                  <a:lnTo>
                    <a:pt x="87083" y="79222"/>
                  </a:lnTo>
                  <a:cubicBezTo>
                    <a:pt x="87083" y="79197"/>
                    <a:pt x="87057" y="79197"/>
                    <a:pt x="87057" y="79171"/>
                  </a:cubicBezTo>
                  <a:lnTo>
                    <a:pt x="104387" y="69626"/>
                  </a:lnTo>
                  <a:close/>
                  <a:moveTo>
                    <a:pt x="142518" y="55129"/>
                  </a:moveTo>
                  <a:cubicBezTo>
                    <a:pt x="142569" y="55155"/>
                    <a:pt x="142620" y="55180"/>
                    <a:pt x="142696" y="55180"/>
                  </a:cubicBezTo>
                  <a:lnTo>
                    <a:pt x="142696" y="77818"/>
                  </a:lnTo>
                  <a:lnTo>
                    <a:pt x="132794" y="79426"/>
                  </a:lnTo>
                  <a:cubicBezTo>
                    <a:pt x="132743" y="79248"/>
                    <a:pt x="132640" y="79095"/>
                    <a:pt x="132462" y="78992"/>
                  </a:cubicBezTo>
                  <a:lnTo>
                    <a:pt x="142518" y="55129"/>
                  </a:lnTo>
                  <a:close/>
                  <a:moveTo>
                    <a:pt x="127791" y="73378"/>
                  </a:moveTo>
                  <a:lnTo>
                    <a:pt x="131620" y="79069"/>
                  </a:lnTo>
                  <a:cubicBezTo>
                    <a:pt x="131492" y="79171"/>
                    <a:pt x="131415" y="79324"/>
                    <a:pt x="131364" y="79477"/>
                  </a:cubicBezTo>
                  <a:lnTo>
                    <a:pt x="128914" y="79299"/>
                  </a:lnTo>
                  <a:lnTo>
                    <a:pt x="123401" y="78916"/>
                  </a:lnTo>
                  <a:lnTo>
                    <a:pt x="127791" y="73378"/>
                  </a:lnTo>
                  <a:close/>
                  <a:moveTo>
                    <a:pt x="58319" y="62964"/>
                  </a:moveTo>
                  <a:lnTo>
                    <a:pt x="63959" y="66920"/>
                  </a:lnTo>
                  <a:lnTo>
                    <a:pt x="66307" y="68579"/>
                  </a:lnTo>
                  <a:cubicBezTo>
                    <a:pt x="66231" y="68707"/>
                    <a:pt x="66205" y="68860"/>
                    <a:pt x="66205" y="69039"/>
                  </a:cubicBezTo>
                  <a:cubicBezTo>
                    <a:pt x="66205" y="69447"/>
                    <a:pt x="66461" y="69779"/>
                    <a:pt x="66818" y="69906"/>
                  </a:cubicBezTo>
                  <a:lnTo>
                    <a:pt x="64674" y="78023"/>
                  </a:lnTo>
                  <a:lnTo>
                    <a:pt x="64113" y="80218"/>
                  </a:lnTo>
                  <a:lnTo>
                    <a:pt x="64010" y="80218"/>
                  </a:lnTo>
                  <a:cubicBezTo>
                    <a:pt x="63959" y="80218"/>
                    <a:pt x="63934" y="80218"/>
                    <a:pt x="63883" y="80243"/>
                  </a:cubicBezTo>
                  <a:lnTo>
                    <a:pt x="58115" y="63092"/>
                  </a:lnTo>
                  <a:cubicBezTo>
                    <a:pt x="58191" y="63066"/>
                    <a:pt x="58268" y="63015"/>
                    <a:pt x="58319" y="62964"/>
                  </a:cubicBezTo>
                  <a:close/>
                  <a:moveTo>
                    <a:pt x="57145" y="62735"/>
                  </a:moveTo>
                  <a:cubicBezTo>
                    <a:pt x="57247" y="62990"/>
                    <a:pt x="57502" y="63169"/>
                    <a:pt x="57808" y="63169"/>
                  </a:cubicBezTo>
                  <a:lnTo>
                    <a:pt x="57936" y="63169"/>
                  </a:lnTo>
                  <a:lnTo>
                    <a:pt x="63704" y="80294"/>
                  </a:lnTo>
                  <a:cubicBezTo>
                    <a:pt x="63628" y="80320"/>
                    <a:pt x="63577" y="80371"/>
                    <a:pt x="63551" y="80396"/>
                  </a:cubicBezTo>
                  <a:lnTo>
                    <a:pt x="46604" y="65619"/>
                  </a:lnTo>
                  <a:cubicBezTo>
                    <a:pt x="46706" y="65440"/>
                    <a:pt x="46783" y="65261"/>
                    <a:pt x="46783" y="65057"/>
                  </a:cubicBezTo>
                  <a:cubicBezTo>
                    <a:pt x="46783" y="65032"/>
                    <a:pt x="46783" y="65006"/>
                    <a:pt x="46757" y="64955"/>
                  </a:cubicBezTo>
                  <a:lnTo>
                    <a:pt x="57145" y="62735"/>
                  </a:lnTo>
                  <a:close/>
                  <a:moveTo>
                    <a:pt x="93438" y="67073"/>
                  </a:moveTo>
                  <a:cubicBezTo>
                    <a:pt x="93438" y="67073"/>
                    <a:pt x="93463" y="67099"/>
                    <a:pt x="93463" y="67125"/>
                  </a:cubicBezTo>
                  <a:lnTo>
                    <a:pt x="79426" y="73658"/>
                  </a:lnTo>
                  <a:lnTo>
                    <a:pt x="64623" y="80549"/>
                  </a:lnTo>
                  <a:cubicBezTo>
                    <a:pt x="64546" y="80422"/>
                    <a:pt x="64444" y="80320"/>
                    <a:pt x="64291" y="80269"/>
                  </a:cubicBezTo>
                  <a:lnTo>
                    <a:pt x="66205" y="72969"/>
                  </a:lnTo>
                  <a:lnTo>
                    <a:pt x="66997" y="69958"/>
                  </a:lnTo>
                  <a:cubicBezTo>
                    <a:pt x="67048" y="69983"/>
                    <a:pt x="67099" y="69983"/>
                    <a:pt x="67124" y="69983"/>
                  </a:cubicBezTo>
                  <a:cubicBezTo>
                    <a:pt x="67660" y="69983"/>
                    <a:pt x="68069" y="69575"/>
                    <a:pt x="68069" y="69064"/>
                  </a:cubicBezTo>
                  <a:lnTo>
                    <a:pt x="87670" y="67507"/>
                  </a:lnTo>
                  <a:lnTo>
                    <a:pt x="93438" y="67073"/>
                  </a:lnTo>
                  <a:close/>
                  <a:moveTo>
                    <a:pt x="93540" y="67303"/>
                  </a:moveTo>
                  <a:cubicBezTo>
                    <a:pt x="93566" y="67354"/>
                    <a:pt x="93617" y="67405"/>
                    <a:pt x="93693" y="67456"/>
                  </a:cubicBezTo>
                  <a:lnTo>
                    <a:pt x="86725" y="78814"/>
                  </a:lnTo>
                  <a:cubicBezTo>
                    <a:pt x="86649" y="78788"/>
                    <a:pt x="86572" y="78763"/>
                    <a:pt x="86496" y="78763"/>
                  </a:cubicBezTo>
                  <a:cubicBezTo>
                    <a:pt x="86190" y="78763"/>
                    <a:pt x="85934" y="78992"/>
                    <a:pt x="85909" y="79299"/>
                  </a:cubicBezTo>
                  <a:lnTo>
                    <a:pt x="64725" y="80805"/>
                  </a:lnTo>
                  <a:cubicBezTo>
                    <a:pt x="64725" y="80779"/>
                    <a:pt x="64725" y="80754"/>
                    <a:pt x="64700" y="80728"/>
                  </a:cubicBezTo>
                  <a:lnTo>
                    <a:pt x="79656" y="73760"/>
                  </a:lnTo>
                  <a:lnTo>
                    <a:pt x="93540" y="67303"/>
                  </a:lnTo>
                  <a:close/>
                  <a:moveTo>
                    <a:pt x="23328" y="59468"/>
                  </a:moveTo>
                  <a:lnTo>
                    <a:pt x="34073" y="72229"/>
                  </a:lnTo>
                  <a:lnTo>
                    <a:pt x="28432" y="82081"/>
                  </a:lnTo>
                  <a:cubicBezTo>
                    <a:pt x="28304" y="82030"/>
                    <a:pt x="28177" y="81979"/>
                    <a:pt x="28049" y="81979"/>
                  </a:cubicBezTo>
                  <a:cubicBezTo>
                    <a:pt x="27998" y="81979"/>
                    <a:pt x="27973" y="82004"/>
                    <a:pt x="27947" y="82004"/>
                  </a:cubicBezTo>
                  <a:lnTo>
                    <a:pt x="24323" y="65312"/>
                  </a:lnTo>
                  <a:lnTo>
                    <a:pt x="23072" y="59570"/>
                  </a:lnTo>
                  <a:cubicBezTo>
                    <a:pt x="23174" y="59544"/>
                    <a:pt x="23251" y="59519"/>
                    <a:pt x="23328" y="59468"/>
                  </a:cubicBezTo>
                  <a:close/>
                  <a:moveTo>
                    <a:pt x="21898" y="58983"/>
                  </a:moveTo>
                  <a:cubicBezTo>
                    <a:pt x="22026" y="59366"/>
                    <a:pt x="22383" y="59621"/>
                    <a:pt x="22792" y="59621"/>
                  </a:cubicBezTo>
                  <a:lnTo>
                    <a:pt x="22894" y="59621"/>
                  </a:lnTo>
                  <a:lnTo>
                    <a:pt x="27743" y="82055"/>
                  </a:lnTo>
                  <a:cubicBezTo>
                    <a:pt x="27590" y="82106"/>
                    <a:pt x="27437" y="82183"/>
                    <a:pt x="27335" y="82310"/>
                  </a:cubicBezTo>
                  <a:lnTo>
                    <a:pt x="1761" y="64011"/>
                  </a:lnTo>
                  <a:cubicBezTo>
                    <a:pt x="1838" y="63883"/>
                    <a:pt x="1889" y="63730"/>
                    <a:pt x="1889" y="63551"/>
                  </a:cubicBezTo>
                  <a:cubicBezTo>
                    <a:pt x="1889" y="63526"/>
                    <a:pt x="1889" y="63475"/>
                    <a:pt x="1889" y="63449"/>
                  </a:cubicBezTo>
                  <a:lnTo>
                    <a:pt x="21898" y="58983"/>
                  </a:lnTo>
                  <a:close/>
                  <a:moveTo>
                    <a:pt x="1659" y="64189"/>
                  </a:moveTo>
                  <a:lnTo>
                    <a:pt x="20061" y="77359"/>
                  </a:lnTo>
                  <a:lnTo>
                    <a:pt x="27207" y="82464"/>
                  </a:lnTo>
                  <a:cubicBezTo>
                    <a:pt x="27181" y="82515"/>
                    <a:pt x="27156" y="82566"/>
                    <a:pt x="27156" y="82617"/>
                  </a:cubicBezTo>
                  <a:lnTo>
                    <a:pt x="1582" y="76746"/>
                  </a:lnTo>
                  <a:cubicBezTo>
                    <a:pt x="1582" y="76721"/>
                    <a:pt x="1582" y="76721"/>
                    <a:pt x="1582" y="76695"/>
                  </a:cubicBezTo>
                  <a:cubicBezTo>
                    <a:pt x="1582" y="76389"/>
                    <a:pt x="1353" y="76108"/>
                    <a:pt x="1046" y="76057"/>
                  </a:cubicBezTo>
                  <a:lnTo>
                    <a:pt x="1046" y="64496"/>
                  </a:lnTo>
                  <a:cubicBezTo>
                    <a:pt x="1276" y="64470"/>
                    <a:pt x="1506" y="64343"/>
                    <a:pt x="1659" y="64189"/>
                  </a:cubicBezTo>
                  <a:close/>
                  <a:moveTo>
                    <a:pt x="142339" y="78074"/>
                  </a:moveTo>
                  <a:lnTo>
                    <a:pt x="132283" y="84684"/>
                  </a:lnTo>
                  <a:cubicBezTo>
                    <a:pt x="132130" y="84531"/>
                    <a:pt x="131951" y="84403"/>
                    <a:pt x="131747" y="84378"/>
                  </a:cubicBezTo>
                  <a:lnTo>
                    <a:pt x="132130" y="80371"/>
                  </a:lnTo>
                  <a:cubicBezTo>
                    <a:pt x="132513" y="80345"/>
                    <a:pt x="132845" y="80039"/>
                    <a:pt x="132845" y="79631"/>
                  </a:cubicBezTo>
                  <a:cubicBezTo>
                    <a:pt x="132819" y="79631"/>
                    <a:pt x="132819" y="79605"/>
                    <a:pt x="132819" y="79605"/>
                  </a:cubicBezTo>
                  <a:lnTo>
                    <a:pt x="142339" y="78074"/>
                  </a:lnTo>
                  <a:close/>
                  <a:moveTo>
                    <a:pt x="142671" y="78074"/>
                  </a:moveTo>
                  <a:lnTo>
                    <a:pt x="142671" y="82489"/>
                  </a:lnTo>
                  <a:lnTo>
                    <a:pt x="142696" y="82489"/>
                  </a:lnTo>
                  <a:lnTo>
                    <a:pt x="132436" y="84965"/>
                  </a:lnTo>
                  <a:cubicBezTo>
                    <a:pt x="132411" y="84939"/>
                    <a:pt x="132411" y="84888"/>
                    <a:pt x="132385" y="84863"/>
                  </a:cubicBezTo>
                  <a:lnTo>
                    <a:pt x="142671" y="78074"/>
                  </a:lnTo>
                  <a:close/>
                  <a:moveTo>
                    <a:pt x="106301" y="78074"/>
                  </a:moveTo>
                  <a:cubicBezTo>
                    <a:pt x="106301" y="78099"/>
                    <a:pt x="106327" y="78125"/>
                    <a:pt x="106327" y="78176"/>
                  </a:cubicBezTo>
                  <a:lnTo>
                    <a:pt x="87874" y="85807"/>
                  </a:lnTo>
                  <a:lnTo>
                    <a:pt x="86700" y="79937"/>
                  </a:lnTo>
                  <a:cubicBezTo>
                    <a:pt x="86904" y="79835"/>
                    <a:pt x="87057" y="79656"/>
                    <a:pt x="87083" y="79426"/>
                  </a:cubicBezTo>
                  <a:lnTo>
                    <a:pt x="94535" y="78890"/>
                  </a:lnTo>
                  <a:lnTo>
                    <a:pt x="106301" y="78074"/>
                  </a:lnTo>
                  <a:close/>
                  <a:moveTo>
                    <a:pt x="37493" y="67660"/>
                  </a:moveTo>
                  <a:lnTo>
                    <a:pt x="45941" y="86011"/>
                  </a:lnTo>
                  <a:lnTo>
                    <a:pt x="34328" y="72203"/>
                  </a:lnTo>
                  <a:lnTo>
                    <a:pt x="36931" y="67686"/>
                  </a:lnTo>
                  <a:cubicBezTo>
                    <a:pt x="37008" y="67712"/>
                    <a:pt x="37084" y="67737"/>
                    <a:pt x="37186" y="67737"/>
                  </a:cubicBezTo>
                  <a:cubicBezTo>
                    <a:pt x="37288" y="67737"/>
                    <a:pt x="37390" y="67712"/>
                    <a:pt x="37493" y="67660"/>
                  </a:cubicBezTo>
                  <a:close/>
                  <a:moveTo>
                    <a:pt x="44945" y="65363"/>
                  </a:moveTo>
                  <a:cubicBezTo>
                    <a:pt x="45047" y="65695"/>
                    <a:pt x="45379" y="65976"/>
                    <a:pt x="45762" y="66002"/>
                  </a:cubicBezTo>
                  <a:lnTo>
                    <a:pt x="46221" y="86011"/>
                  </a:lnTo>
                  <a:cubicBezTo>
                    <a:pt x="46196" y="86011"/>
                    <a:pt x="46196" y="86037"/>
                    <a:pt x="46170" y="86037"/>
                  </a:cubicBezTo>
                  <a:lnTo>
                    <a:pt x="37646" y="67533"/>
                  </a:lnTo>
                  <a:cubicBezTo>
                    <a:pt x="37824" y="67405"/>
                    <a:pt x="37901" y="67201"/>
                    <a:pt x="37901" y="66997"/>
                  </a:cubicBezTo>
                  <a:cubicBezTo>
                    <a:pt x="37901" y="66946"/>
                    <a:pt x="37901" y="66920"/>
                    <a:pt x="37901" y="66869"/>
                  </a:cubicBezTo>
                  <a:lnTo>
                    <a:pt x="44945" y="65363"/>
                  </a:lnTo>
                  <a:close/>
                  <a:moveTo>
                    <a:pt x="46476" y="65746"/>
                  </a:moveTo>
                  <a:lnTo>
                    <a:pt x="63398" y="80549"/>
                  </a:lnTo>
                  <a:cubicBezTo>
                    <a:pt x="63321" y="80651"/>
                    <a:pt x="63296" y="80805"/>
                    <a:pt x="63296" y="80958"/>
                  </a:cubicBezTo>
                  <a:cubicBezTo>
                    <a:pt x="63296" y="80983"/>
                    <a:pt x="63296" y="81034"/>
                    <a:pt x="63296" y="81085"/>
                  </a:cubicBezTo>
                  <a:lnTo>
                    <a:pt x="54031" y="84046"/>
                  </a:lnTo>
                  <a:lnTo>
                    <a:pt x="46885" y="86343"/>
                  </a:lnTo>
                  <a:cubicBezTo>
                    <a:pt x="46808" y="86164"/>
                    <a:pt x="46630" y="86037"/>
                    <a:pt x="46425" y="86011"/>
                  </a:cubicBezTo>
                  <a:lnTo>
                    <a:pt x="46272" y="80166"/>
                  </a:lnTo>
                  <a:lnTo>
                    <a:pt x="45941" y="66002"/>
                  </a:lnTo>
                  <a:cubicBezTo>
                    <a:pt x="46145" y="65976"/>
                    <a:pt x="46323" y="65874"/>
                    <a:pt x="46476" y="65746"/>
                  </a:cubicBezTo>
                  <a:close/>
                  <a:moveTo>
                    <a:pt x="34226" y="72408"/>
                  </a:moveTo>
                  <a:lnTo>
                    <a:pt x="45864" y="86215"/>
                  </a:lnTo>
                  <a:cubicBezTo>
                    <a:pt x="45813" y="86266"/>
                    <a:pt x="45787" y="86343"/>
                    <a:pt x="45762" y="86419"/>
                  </a:cubicBezTo>
                  <a:lnTo>
                    <a:pt x="28968" y="83025"/>
                  </a:lnTo>
                  <a:cubicBezTo>
                    <a:pt x="28968" y="82999"/>
                    <a:pt x="28994" y="82974"/>
                    <a:pt x="28994" y="82948"/>
                  </a:cubicBezTo>
                  <a:cubicBezTo>
                    <a:pt x="28994" y="82617"/>
                    <a:pt x="28815" y="82361"/>
                    <a:pt x="28585" y="82183"/>
                  </a:cubicBezTo>
                  <a:lnTo>
                    <a:pt x="34226" y="72408"/>
                  </a:lnTo>
                  <a:close/>
                  <a:moveTo>
                    <a:pt x="85909" y="79503"/>
                  </a:moveTo>
                  <a:cubicBezTo>
                    <a:pt x="85934" y="79631"/>
                    <a:pt x="86011" y="79733"/>
                    <a:pt x="86113" y="79809"/>
                  </a:cubicBezTo>
                  <a:lnTo>
                    <a:pt x="81059" y="88053"/>
                  </a:lnTo>
                  <a:cubicBezTo>
                    <a:pt x="80932" y="87976"/>
                    <a:pt x="80804" y="87951"/>
                    <a:pt x="80651" y="87951"/>
                  </a:cubicBezTo>
                  <a:cubicBezTo>
                    <a:pt x="80319" y="87951"/>
                    <a:pt x="80013" y="88129"/>
                    <a:pt x="79860" y="88410"/>
                  </a:cubicBezTo>
                  <a:lnTo>
                    <a:pt x="72509" y="84888"/>
                  </a:lnTo>
                  <a:lnTo>
                    <a:pt x="64700" y="81162"/>
                  </a:lnTo>
                  <a:cubicBezTo>
                    <a:pt x="64725" y="81111"/>
                    <a:pt x="64751" y="81060"/>
                    <a:pt x="64751" y="81009"/>
                  </a:cubicBezTo>
                  <a:lnTo>
                    <a:pt x="85909" y="79503"/>
                  </a:lnTo>
                  <a:close/>
                  <a:moveTo>
                    <a:pt x="86266" y="79911"/>
                  </a:moveTo>
                  <a:cubicBezTo>
                    <a:pt x="86343" y="79937"/>
                    <a:pt x="86419" y="79962"/>
                    <a:pt x="86496" y="79962"/>
                  </a:cubicBezTo>
                  <a:lnTo>
                    <a:pt x="86521" y="79962"/>
                  </a:lnTo>
                  <a:lnTo>
                    <a:pt x="87695" y="85884"/>
                  </a:lnTo>
                  <a:lnTo>
                    <a:pt x="84326" y="87262"/>
                  </a:lnTo>
                  <a:lnTo>
                    <a:pt x="81493" y="88436"/>
                  </a:lnTo>
                  <a:cubicBezTo>
                    <a:pt x="81417" y="88334"/>
                    <a:pt x="81340" y="88232"/>
                    <a:pt x="81238" y="88155"/>
                  </a:cubicBezTo>
                  <a:lnTo>
                    <a:pt x="86266" y="79911"/>
                  </a:lnTo>
                  <a:close/>
                  <a:moveTo>
                    <a:pt x="108164" y="78074"/>
                  </a:moveTo>
                  <a:lnTo>
                    <a:pt x="110793" y="78252"/>
                  </a:lnTo>
                  <a:lnTo>
                    <a:pt x="123018" y="79095"/>
                  </a:lnTo>
                  <a:lnTo>
                    <a:pt x="115617" y="88487"/>
                  </a:lnTo>
                  <a:cubicBezTo>
                    <a:pt x="115464" y="88385"/>
                    <a:pt x="115285" y="88334"/>
                    <a:pt x="115107" y="88334"/>
                  </a:cubicBezTo>
                  <a:cubicBezTo>
                    <a:pt x="114953" y="88334"/>
                    <a:pt x="114800" y="88385"/>
                    <a:pt x="114647" y="88461"/>
                  </a:cubicBezTo>
                  <a:lnTo>
                    <a:pt x="112912" y="85909"/>
                  </a:lnTo>
                  <a:lnTo>
                    <a:pt x="107858" y="78610"/>
                  </a:lnTo>
                  <a:cubicBezTo>
                    <a:pt x="108011" y="78482"/>
                    <a:pt x="108113" y="78278"/>
                    <a:pt x="108164" y="78074"/>
                  </a:cubicBezTo>
                  <a:close/>
                  <a:moveTo>
                    <a:pt x="123274" y="79120"/>
                  </a:moveTo>
                  <a:lnTo>
                    <a:pt x="131364" y="79682"/>
                  </a:lnTo>
                  <a:cubicBezTo>
                    <a:pt x="131364" y="79758"/>
                    <a:pt x="131390" y="79835"/>
                    <a:pt x="131415" y="79886"/>
                  </a:cubicBezTo>
                  <a:lnTo>
                    <a:pt x="124244" y="83969"/>
                  </a:lnTo>
                  <a:lnTo>
                    <a:pt x="115872" y="88742"/>
                  </a:lnTo>
                  <a:cubicBezTo>
                    <a:pt x="115847" y="88691"/>
                    <a:pt x="115796" y="88640"/>
                    <a:pt x="115770" y="88614"/>
                  </a:cubicBezTo>
                  <a:lnTo>
                    <a:pt x="123274" y="79120"/>
                  </a:lnTo>
                  <a:close/>
                  <a:moveTo>
                    <a:pt x="131517" y="80064"/>
                  </a:moveTo>
                  <a:cubicBezTo>
                    <a:pt x="131620" y="80192"/>
                    <a:pt x="131747" y="80294"/>
                    <a:pt x="131926" y="80345"/>
                  </a:cubicBezTo>
                  <a:lnTo>
                    <a:pt x="131543" y="84352"/>
                  </a:lnTo>
                  <a:cubicBezTo>
                    <a:pt x="131007" y="84352"/>
                    <a:pt x="130599" y="84761"/>
                    <a:pt x="130599" y="85296"/>
                  </a:cubicBezTo>
                  <a:cubicBezTo>
                    <a:pt x="130599" y="85322"/>
                    <a:pt x="130599" y="85373"/>
                    <a:pt x="130624" y="85424"/>
                  </a:cubicBezTo>
                  <a:lnTo>
                    <a:pt x="116000" y="88972"/>
                  </a:lnTo>
                  <a:cubicBezTo>
                    <a:pt x="115974" y="88946"/>
                    <a:pt x="115974" y="88921"/>
                    <a:pt x="115974" y="88895"/>
                  </a:cubicBezTo>
                  <a:lnTo>
                    <a:pt x="130190" y="80830"/>
                  </a:lnTo>
                  <a:lnTo>
                    <a:pt x="131517" y="80064"/>
                  </a:lnTo>
                  <a:close/>
                  <a:moveTo>
                    <a:pt x="64623" y="81341"/>
                  </a:moveTo>
                  <a:lnTo>
                    <a:pt x="68120" y="83025"/>
                  </a:lnTo>
                  <a:lnTo>
                    <a:pt x="79758" y="88589"/>
                  </a:lnTo>
                  <a:cubicBezTo>
                    <a:pt x="79732" y="88691"/>
                    <a:pt x="79707" y="88793"/>
                    <a:pt x="79707" y="88895"/>
                  </a:cubicBezTo>
                  <a:cubicBezTo>
                    <a:pt x="79707" y="88946"/>
                    <a:pt x="79732" y="88997"/>
                    <a:pt x="79732" y="89074"/>
                  </a:cubicBezTo>
                  <a:lnTo>
                    <a:pt x="70570" y="91805"/>
                  </a:lnTo>
                  <a:lnTo>
                    <a:pt x="64470" y="81519"/>
                  </a:lnTo>
                  <a:cubicBezTo>
                    <a:pt x="64521" y="81468"/>
                    <a:pt x="64572" y="81417"/>
                    <a:pt x="64623" y="81341"/>
                  </a:cubicBezTo>
                  <a:close/>
                  <a:moveTo>
                    <a:pt x="64291" y="81621"/>
                  </a:moveTo>
                  <a:lnTo>
                    <a:pt x="70391" y="91856"/>
                  </a:lnTo>
                  <a:lnTo>
                    <a:pt x="63194" y="94025"/>
                  </a:lnTo>
                  <a:cubicBezTo>
                    <a:pt x="63092" y="93847"/>
                    <a:pt x="62939" y="93744"/>
                    <a:pt x="62760" y="93719"/>
                  </a:cubicBezTo>
                  <a:lnTo>
                    <a:pt x="64036" y="81672"/>
                  </a:lnTo>
                  <a:cubicBezTo>
                    <a:pt x="64138" y="81672"/>
                    <a:pt x="64215" y="81672"/>
                    <a:pt x="64291" y="81621"/>
                  </a:cubicBezTo>
                  <a:close/>
                  <a:moveTo>
                    <a:pt x="63372" y="81264"/>
                  </a:moveTo>
                  <a:cubicBezTo>
                    <a:pt x="63398" y="81341"/>
                    <a:pt x="63449" y="81417"/>
                    <a:pt x="63526" y="81494"/>
                  </a:cubicBezTo>
                  <a:lnTo>
                    <a:pt x="53470" y="96322"/>
                  </a:lnTo>
                  <a:cubicBezTo>
                    <a:pt x="53342" y="96246"/>
                    <a:pt x="53189" y="96220"/>
                    <a:pt x="53036" y="96220"/>
                  </a:cubicBezTo>
                  <a:cubicBezTo>
                    <a:pt x="52883" y="96220"/>
                    <a:pt x="52730" y="96246"/>
                    <a:pt x="52602" y="96322"/>
                  </a:cubicBezTo>
                  <a:lnTo>
                    <a:pt x="46757" y="87083"/>
                  </a:lnTo>
                  <a:cubicBezTo>
                    <a:pt x="46885" y="86981"/>
                    <a:pt x="46961" y="86802"/>
                    <a:pt x="46961" y="86624"/>
                  </a:cubicBezTo>
                  <a:cubicBezTo>
                    <a:pt x="46961" y="86598"/>
                    <a:pt x="46961" y="86573"/>
                    <a:pt x="46961" y="86522"/>
                  </a:cubicBezTo>
                  <a:lnTo>
                    <a:pt x="54108" y="84225"/>
                  </a:lnTo>
                  <a:lnTo>
                    <a:pt x="63372" y="81264"/>
                  </a:lnTo>
                  <a:close/>
                  <a:moveTo>
                    <a:pt x="63704" y="81596"/>
                  </a:moveTo>
                  <a:cubicBezTo>
                    <a:pt x="63730" y="81621"/>
                    <a:pt x="63781" y="81647"/>
                    <a:pt x="63832" y="81672"/>
                  </a:cubicBezTo>
                  <a:lnTo>
                    <a:pt x="62556" y="93719"/>
                  </a:lnTo>
                  <a:cubicBezTo>
                    <a:pt x="62249" y="93770"/>
                    <a:pt x="62020" y="94025"/>
                    <a:pt x="62020" y="94331"/>
                  </a:cubicBezTo>
                  <a:cubicBezTo>
                    <a:pt x="62020" y="94331"/>
                    <a:pt x="62020" y="94357"/>
                    <a:pt x="62020" y="94357"/>
                  </a:cubicBezTo>
                  <a:lnTo>
                    <a:pt x="53904" y="96782"/>
                  </a:lnTo>
                  <a:cubicBezTo>
                    <a:pt x="53852" y="96654"/>
                    <a:pt x="53750" y="96526"/>
                    <a:pt x="53623" y="96424"/>
                  </a:cubicBezTo>
                  <a:lnTo>
                    <a:pt x="63704" y="81596"/>
                  </a:lnTo>
                  <a:close/>
                  <a:moveTo>
                    <a:pt x="130650" y="85603"/>
                  </a:moveTo>
                  <a:cubicBezTo>
                    <a:pt x="130777" y="85909"/>
                    <a:pt x="131033" y="86139"/>
                    <a:pt x="131364" y="86215"/>
                  </a:cubicBezTo>
                  <a:lnTo>
                    <a:pt x="130292" y="97011"/>
                  </a:lnTo>
                  <a:lnTo>
                    <a:pt x="115974" y="89635"/>
                  </a:lnTo>
                  <a:cubicBezTo>
                    <a:pt x="116025" y="89533"/>
                    <a:pt x="116051" y="89406"/>
                    <a:pt x="116051" y="89278"/>
                  </a:cubicBezTo>
                  <a:cubicBezTo>
                    <a:pt x="116051" y="89252"/>
                    <a:pt x="116051" y="89201"/>
                    <a:pt x="116025" y="89150"/>
                  </a:cubicBezTo>
                  <a:lnTo>
                    <a:pt x="130650" y="85603"/>
                  </a:lnTo>
                  <a:close/>
                  <a:moveTo>
                    <a:pt x="106403" y="78354"/>
                  </a:moveTo>
                  <a:cubicBezTo>
                    <a:pt x="106454" y="78456"/>
                    <a:pt x="106531" y="78559"/>
                    <a:pt x="106633" y="78635"/>
                  </a:cubicBezTo>
                  <a:lnTo>
                    <a:pt x="105357" y="80626"/>
                  </a:lnTo>
                  <a:lnTo>
                    <a:pt x="91422" y="102269"/>
                  </a:lnTo>
                  <a:cubicBezTo>
                    <a:pt x="91345" y="102243"/>
                    <a:pt x="91243" y="102218"/>
                    <a:pt x="91141" y="102218"/>
                  </a:cubicBezTo>
                  <a:lnTo>
                    <a:pt x="91115" y="102218"/>
                  </a:lnTo>
                  <a:lnTo>
                    <a:pt x="87925" y="86011"/>
                  </a:lnTo>
                  <a:lnTo>
                    <a:pt x="106403" y="78354"/>
                  </a:lnTo>
                  <a:close/>
                  <a:moveTo>
                    <a:pt x="87721" y="86088"/>
                  </a:moveTo>
                  <a:lnTo>
                    <a:pt x="89431" y="94689"/>
                  </a:lnTo>
                  <a:lnTo>
                    <a:pt x="90937" y="102269"/>
                  </a:lnTo>
                  <a:cubicBezTo>
                    <a:pt x="90886" y="102269"/>
                    <a:pt x="90860" y="102294"/>
                    <a:pt x="90835" y="102294"/>
                  </a:cubicBezTo>
                  <a:lnTo>
                    <a:pt x="84122" y="93336"/>
                  </a:lnTo>
                  <a:lnTo>
                    <a:pt x="81289" y="89584"/>
                  </a:lnTo>
                  <a:cubicBezTo>
                    <a:pt x="81493" y="89406"/>
                    <a:pt x="81595" y="89176"/>
                    <a:pt x="81595" y="88895"/>
                  </a:cubicBezTo>
                  <a:cubicBezTo>
                    <a:pt x="81595" y="88793"/>
                    <a:pt x="81595" y="88717"/>
                    <a:pt x="81570" y="88640"/>
                  </a:cubicBezTo>
                  <a:lnTo>
                    <a:pt x="86700" y="86522"/>
                  </a:lnTo>
                  <a:lnTo>
                    <a:pt x="87721" y="86088"/>
                  </a:lnTo>
                  <a:close/>
                  <a:moveTo>
                    <a:pt x="107679" y="78737"/>
                  </a:moveTo>
                  <a:lnTo>
                    <a:pt x="109185" y="80881"/>
                  </a:lnTo>
                  <a:lnTo>
                    <a:pt x="114494" y="88563"/>
                  </a:lnTo>
                  <a:cubicBezTo>
                    <a:pt x="114290" y="88742"/>
                    <a:pt x="114162" y="88997"/>
                    <a:pt x="114162" y="89278"/>
                  </a:cubicBezTo>
                  <a:cubicBezTo>
                    <a:pt x="114162" y="89431"/>
                    <a:pt x="114188" y="89559"/>
                    <a:pt x="114239" y="89661"/>
                  </a:cubicBezTo>
                  <a:lnTo>
                    <a:pt x="91677" y="102473"/>
                  </a:lnTo>
                  <a:cubicBezTo>
                    <a:pt x="91651" y="102448"/>
                    <a:pt x="91626" y="102422"/>
                    <a:pt x="91600" y="102397"/>
                  </a:cubicBezTo>
                  <a:lnTo>
                    <a:pt x="106812" y="78737"/>
                  </a:lnTo>
                  <a:cubicBezTo>
                    <a:pt x="106939" y="78814"/>
                    <a:pt x="107067" y="78839"/>
                    <a:pt x="107220" y="78839"/>
                  </a:cubicBezTo>
                  <a:cubicBezTo>
                    <a:pt x="107399" y="78839"/>
                    <a:pt x="107552" y="78814"/>
                    <a:pt x="107679" y="78737"/>
                  </a:cubicBezTo>
                  <a:close/>
                  <a:moveTo>
                    <a:pt x="142671" y="82693"/>
                  </a:moveTo>
                  <a:lnTo>
                    <a:pt x="142671" y="102830"/>
                  </a:lnTo>
                  <a:lnTo>
                    <a:pt x="142696" y="102830"/>
                  </a:lnTo>
                  <a:cubicBezTo>
                    <a:pt x="142492" y="102856"/>
                    <a:pt x="142314" y="102984"/>
                    <a:pt x="142186" y="103137"/>
                  </a:cubicBezTo>
                  <a:lnTo>
                    <a:pt x="130497" y="97113"/>
                  </a:lnTo>
                  <a:lnTo>
                    <a:pt x="131543" y="86241"/>
                  </a:lnTo>
                  <a:cubicBezTo>
                    <a:pt x="132079" y="86241"/>
                    <a:pt x="132487" y="85807"/>
                    <a:pt x="132487" y="85296"/>
                  </a:cubicBezTo>
                  <a:cubicBezTo>
                    <a:pt x="132487" y="85245"/>
                    <a:pt x="132487" y="85220"/>
                    <a:pt x="132462" y="85169"/>
                  </a:cubicBezTo>
                  <a:lnTo>
                    <a:pt x="142671" y="82693"/>
                  </a:lnTo>
                  <a:close/>
                  <a:moveTo>
                    <a:pt x="114341" y="89839"/>
                  </a:moveTo>
                  <a:cubicBezTo>
                    <a:pt x="114417" y="89942"/>
                    <a:pt x="114545" y="90044"/>
                    <a:pt x="114673" y="90120"/>
                  </a:cubicBezTo>
                  <a:lnTo>
                    <a:pt x="108802" y="105893"/>
                  </a:lnTo>
                  <a:lnTo>
                    <a:pt x="100074" y="104362"/>
                  </a:lnTo>
                  <a:lnTo>
                    <a:pt x="91830" y="102907"/>
                  </a:lnTo>
                  <a:cubicBezTo>
                    <a:pt x="91830" y="102907"/>
                    <a:pt x="91830" y="102907"/>
                    <a:pt x="91830" y="102881"/>
                  </a:cubicBezTo>
                  <a:cubicBezTo>
                    <a:pt x="91830" y="102805"/>
                    <a:pt x="91804" y="102728"/>
                    <a:pt x="91779" y="102652"/>
                  </a:cubicBezTo>
                  <a:lnTo>
                    <a:pt x="114341" y="89839"/>
                  </a:lnTo>
                  <a:close/>
                  <a:moveTo>
                    <a:pt x="115898" y="89814"/>
                  </a:moveTo>
                  <a:lnTo>
                    <a:pt x="130267" y="97215"/>
                  </a:lnTo>
                  <a:lnTo>
                    <a:pt x="129144" y="108930"/>
                  </a:lnTo>
                  <a:cubicBezTo>
                    <a:pt x="129042" y="108930"/>
                    <a:pt x="128940" y="108956"/>
                    <a:pt x="128863" y="109007"/>
                  </a:cubicBezTo>
                  <a:lnTo>
                    <a:pt x="115719" y="89993"/>
                  </a:lnTo>
                  <a:cubicBezTo>
                    <a:pt x="115770" y="89942"/>
                    <a:pt x="115847" y="89865"/>
                    <a:pt x="115898" y="89814"/>
                  </a:cubicBezTo>
                  <a:close/>
                  <a:moveTo>
                    <a:pt x="70493" y="92034"/>
                  </a:moveTo>
                  <a:lnTo>
                    <a:pt x="80651" y="109160"/>
                  </a:lnTo>
                  <a:lnTo>
                    <a:pt x="63117" y="94740"/>
                  </a:lnTo>
                  <a:cubicBezTo>
                    <a:pt x="63219" y="94638"/>
                    <a:pt x="63270" y="94485"/>
                    <a:pt x="63270" y="94331"/>
                  </a:cubicBezTo>
                  <a:cubicBezTo>
                    <a:pt x="63270" y="94280"/>
                    <a:pt x="63270" y="94229"/>
                    <a:pt x="63270" y="94204"/>
                  </a:cubicBezTo>
                  <a:lnTo>
                    <a:pt x="70493" y="92034"/>
                  </a:lnTo>
                  <a:close/>
                  <a:moveTo>
                    <a:pt x="79783" y="89252"/>
                  </a:moveTo>
                  <a:cubicBezTo>
                    <a:pt x="79911" y="89584"/>
                    <a:pt x="80217" y="89814"/>
                    <a:pt x="80575" y="89839"/>
                  </a:cubicBezTo>
                  <a:lnTo>
                    <a:pt x="80804" y="102728"/>
                  </a:lnTo>
                  <a:lnTo>
                    <a:pt x="80932" y="109237"/>
                  </a:lnTo>
                  <a:lnTo>
                    <a:pt x="70672" y="91983"/>
                  </a:lnTo>
                  <a:lnTo>
                    <a:pt x="79783" y="89252"/>
                  </a:lnTo>
                  <a:close/>
                  <a:moveTo>
                    <a:pt x="130471" y="97318"/>
                  </a:moveTo>
                  <a:lnTo>
                    <a:pt x="142109" y="103315"/>
                  </a:lnTo>
                  <a:cubicBezTo>
                    <a:pt x="142084" y="103392"/>
                    <a:pt x="142058" y="103468"/>
                    <a:pt x="142058" y="103545"/>
                  </a:cubicBezTo>
                  <a:cubicBezTo>
                    <a:pt x="142058" y="103622"/>
                    <a:pt x="142058" y="103698"/>
                    <a:pt x="142084" y="103749"/>
                  </a:cubicBezTo>
                  <a:lnTo>
                    <a:pt x="129731" y="109237"/>
                  </a:lnTo>
                  <a:cubicBezTo>
                    <a:pt x="129654" y="109109"/>
                    <a:pt x="129501" y="109007"/>
                    <a:pt x="129323" y="108956"/>
                  </a:cubicBezTo>
                  <a:lnTo>
                    <a:pt x="130471" y="97318"/>
                  </a:lnTo>
                  <a:close/>
                  <a:moveTo>
                    <a:pt x="62071" y="94561"/>
                  </a:moveTo>
                  <a:cubicBezTo>
                    <a:pt x="62122" y="94714"/>
                    <a:pt x="62249" y="94842"/>
                    <a:pt x="62428" y="94918"/>
                  </a:cubicBezTo>
                  <a:lnTo>
                    <a:pt x="60871" y="109313"/>
                  </a:lnTo>
                  <a:lnTo>
                    <a:pt x="53623" y="97879"/>
                  </a:lnTo>
                  <a:cubicBezTo>
                    <a:pt x="53827" y="97726"/>
                    <a:pt x="53980" y="97445"/>
                    <a:pt x="53980" y="97164"/>
                  </a:cubicBezTo>
                  <a:cubicBezTo>
                    <a:pt x="53980" y="97088"/>
                    <a:pt x="53980" y="97037"/>
                    <a:pt x="53955" y="96986"/>
                  </a:cubicBezTo>
                  <a:lnTo>
                    <a:pt x="62071" y="94561"/>
                  </a:lnTo>
                  <a:close/>
                  <a:moveTo>
                    <a:pt x="115566" y="90095"/>
                  </a:moveTo>
                  <a:lnTo>
                    <a:pt x="119675" y="96041"/>
                  </a:lnTo>
                  <a:lnTo>
                    <a:pt x="128710" y="109109"/>
                  </a:lnTo>
                  <a:cubicBezTo>
                    <a:pt x="128633" y="109186"/>
                    <a:pt x="128557" y="109288"/>
                    <a:pt x="128531" y="109390"/>
                  </a:cubicBezTo>
                  <a:lnTo>
                    <a:pt x="108981" y="105944"/>
                  </a:lnTo>
                  <a:lnTo>
                    <a:pt x="114877" y="90197"/>
                  </a:lnTo>
                  <a:cubicBezTo>
                    <a:pt x="114953" y="90222"/>
                    <a:pt x="115030" y="90222"/>
                    <a:pt x="115107" y="90222"/>
                  </a:cubicBezTo>
                  <a:cubicBezTo>
                    <a:pt x="115260" y="90222"/>
                    <a:pt x="115413" y="90171"/>
                    <a:pt x="115566" y="90095"/>
                  </a:cubicBezTo>
                  <a:close/>
                  <a:moveTo>
                    <a:pt x="81136" y="89712"/>
                  </a:moveTo>
                  <a:lnTo>
                    <a:pt x="84173" y="93719"/>
                  </a:lnTo>
                  <a:lnTo>
                    <a:pt x="90681" y="102422"/>
                  </a:lnTo>
                  <a:cubicBezTo>
                    <a:pt x="90554" y="102550"/>
                    <a:pt x="90477" y="102703"/>
                    <a:pt x="90477" y="102881"/>
                  </a:cubicBezTo>
                  <a:cubicBezTo>
                    <a:pt x="90477" y="102984"/>
                    <a:pt x="90503" y="103086"/>
                    <a:pt x="90554" y="103162"/>
                  </a:cubicBezTo>
                  <a:lnTo>
                    <a:pt x="81136" y="109415"/>
                  </a:lnTo>
                  <a:lnTo>
                    <a:pt x="81008" y="102805"/>
                  </a:lnTo>
                  <a:lnTo>
                    <a:pt x="80779" y="89814"/>
                  </a:lnTo>
                  <a:cubicBezTo>
                    <a:pt x="80906" y="89814"/>
                    <a:pt x="81034" y="89763"/>
                    <a:pt x="81136" y="89712"/>
                  </a:cubicBezTo>
                  <a:close/>
                  <a:moveTo>
                    <a:pt x="62964" y="94867"/>
                  </a:moveTo>
                  <a:lnTo>
                    <a:pt x="80753" y="109492"/>
                  </a:lnTo>
                  <a:lnTo>
                    <a:pt x="61050" y="109492"/>
                  </a:lnTo>
                  <a:lnTo>
                    <a:pt x="61764" y="102805"/>
                  </a:lnTo>
                  <a:lnTo>
                    <a:pt x="62607" y="94944"/>
                  </a:lnTo>
                  <a:lnTo>
                    <a:pt x="62658" y="94944"/>
                  </a:lnTo>
                  <a:cubicBezTo>
                    <a:pt x="62760" y="94944"/>
                    <a:pt x="62862" y="94918"/>
                    <a:pt x="62964" y="94867"/>
                  </a:cubicBezTo>
                  <a:close/>
                  <a:moveTo>
                    <a:pt x="91779" y="103111"/>
                  </a:moveTo>
                  <a:lnTo>
                    <a:pt x="108726" y="106097"/>
                  </a:lnTo>
                  <a:lnTo>
                    <a:pt x="107450" y="109492"/>
                  </a:lnTo>
                  <a:lnTo>
                    <a:pt x="81366" y="109492"/>
                  </a:lnTo>
                  <a:lnTo>
                    <a:pt x="90656" y="103341"/>
                  </a:lnTo>
                  <a:cubicBezTo>
                    <a:pt x="90784" y="103468"/>
                    <a:pt x="90962" y="103571"/>
                    <a:pt x="91141" y="103571"/>
                  </a:cubicBezTo>
                  <a:cubicBezTo>
                    <a:pt x="91447" y="103571"/>
                    <a:pt x="91702" y="103366"/>
                    <a:pt x="91779" y="103111"/>
                  </a:cubicBezTo>
                  <a:close/>
                  <a:moveTo>
                    <a:pt x="108905" y="106123"/>
                  </a:moveTo>
                  <a:lnTo>
                    <a:pt x="128021" y="109492"/>
                  </a:lnTo>
                  <a:lnTo>
                    <a:pt x="107654" y="109492"/>
                  </a:lnTo>
                  <a:lnTo>
                    <a:pt x="108905" y="106123"/>
                  </a:lnTo>
                  <a:close/>
                  <a:moveTo>
                    <a:pt x="142160" y="103928"/>
                  </a:moveTo>
                  <a:cubicBezTo>
                    <a:pt x="142288" y="104107"/>
                    <a:pt x="142467" y="104234"/>
                    <a:pt x="142696" y="104260"/>
                  </a:cubicBezTo>
                  <a:lnTo>
                    <a:pt x="142696" y="109492"/>
                  </a:lnTo>
                  <a:lnTo>
                    <a:pt x="129833" y="109492"/>
                  </a:lnTo>
                  <a:cubicBezTo>
                    <a:pt x="129833" y="109466"/>
                    <a:pt x="129833" y="109441"/>
                    <a:pt x="129807" y="109415"/>
                  </a:cubicBezTo>
                  <a:lnTo>
                    <a:pt x="142160" y="103928"/>
                  </a:lnTo>
                  <a:close/>
                  <a:moveTo>
                    <a:pt x="944" y="1"/>
                  </a:moveTo>
                  <a:cubicBezTo>
                    <a:pt x="638" y="1"/>
                    <a:pt x="383" y="256"/>
                    <a:pt x="383" y="588"/>
                  </a:cubicBezTo>
                  <a:cubicBezTo>
                    <a:pt x="383" y="868"/>
                    <a:pt x="587" y="1098"/>
                    <a:pt x="842" y="1149"/>
                  </a:cubicBezTo>
                  <a:lnTo>
                    <a:pt x="842" y="16462"/>
                  </a:lnTo>
                  <a:cubicBezTo>
                    <a:pt x="357" y="16514"/>
                    <a:pt x="0" y="16922"/>
                    <a:pt x="0" y="17407"/>
                  </a:cubicBezTo>
                  <a:cubicBezTo>
                    <a:pt x="0" y="17892"/>
                    <a:pt x="357" y="18300"/>
                    <a:pt x="842" y="18351"/>
                  </a:cubicBezTo>
                  <a:lnTo>
                    <a:pt x="842" y="37748"/>
                  </a:lnTo>
                  <a:cubicBezTo>
                    <a:pt x="357" y="37799"/>
                    <a:pt x="0" y="38208"/>
                    <a:pt x="0" y="38693"/>
                  </a:cubicBezTo>
                  <a:cubicBezTo>
                    <a:pt x="0" y="39177"/>
                    <a:pt x="357" y="39560"/>
                    <a:pt x="842" y="39611"/>
                  </a:cubicBezTo>
                  <a:lnTo>
                    <a:pt x="842" y="62607"/>
                  </a:lnTo>
                  <a:cubicBezTo>
                    <a:pt x="357" y="62658"/>
                    <a:pt x="0" y="63066"/>
                    <a:pt x="0" y="63551"/>
                  </a:cubicBezTo>
                  <a:cubicBezTo>
                    <a:pt x="0" y="64036"/>
                    <a:pt x="357" y="64445"/>
                    <a:pt x="842" y="64496"/>
                  </a:cubicBezTo>
                  <a:lnTo>
                    <a:pt x="842" y="76057"/>
                  </a:lnTo>
                  <a:cubicBezTo>
                    <a:pt x="536" y="76108"/>
                    <a:pt x="306" y="76364"/>
                    <a:pt x="306" y="76695"/>
                  </a:cubicBezTo>
                  <a:cubicBezTo>
                    <a:pt x="306" y="77053"/>
                    <a:pt x="587" y="77333"/>
                    <a:pt x="944" y="77333"/>
                  </a:cubicBezTo>
                  <a:cubicBezTo>
                    <a:pt x="1225" y="77333"/>
                    <a:pt x="1455" y="77180"/>
                    <a:pt x="1557" y="76925"/>
                  </a:cubicBezTo>
                  <a:lnTo>
                    <a:pt x="27105" y="82821"/>
                  </a:lnTo>
                  <a:cubicBezTo>
                    <a:pt x="27105" y="82872"/>
                    <a:pt x="27079" y="82897"/>
                    <a:pt x="27079" y="82923"/>
                  </a:cubicBezTo>
                  <a:cubicBezTo>
                    <a:pt x="27079" y="83459"/>
                    <a:pt x="27513" y="83867"/>
                    <a:pt x="28024" y="83867"/>
                  </a:cubicBezTo>
                  <a:cubicBezTo>
                    <a:pt x="28458" y="83867"/>
                    <a:pt x="28815" y="83586"/>
                    <a:pt x="28943" y="83204"/>
                  </a:cubicBezTo>
                  <a:lnTo>
                    <a:pt x="45711" y="86598"/>
                  </a:lnTo>
                  <a:cubicBezTo>
                    <a:pt x="45711" y="86598"/>
                    <a:pt x="45711" y="86624"/>
                    <a:pt x="45711" y="86624"/>
                  </a:cubicBezTo>
                  <a:cubicBezTo>
                    <a:pt x="45711" y="86955"/>
                    <a:pt x="45992" y="87236"/>
                    <a:pt x="46323" y="87236"/>
                  </a:cubicBezTo>
                  <a:cubicBezTo>
                    <a:pt x="46425" y="87236"/>
                    <a:pt x="46502" y="87211"/>
                    <a:pt x="46579" y="87185"/>
                  </a:cubicBezTo>
                  <a:lnTo>
                    <a:pt x="52449" y="96424"/>
                  </a:lnTo>
                  <a:cubicBezTo>
                    <a:pt x="52219" y="96577"/>
                    <a:pt x="52091" y="96858"/>
                    <a:pt x="52091" y="97139"/>
                  </a:cubicBezTo>
                  <a:cubicBezTo>
                    <a:pt x="52091" y="97675"/>
                    <a:pt x="52500" y="98083"/>
                    <a:pt x="53036" y="98083"/>
                  </a:cubicBezTo>
                  <a:cubicBezTo>
                    <a:pt x="53163" y="98083"/>
                    <a:pt x="53317" y="98058"/>
                    <a:pt x="53444" y="97981"/>
                  </a:cubicBezTo>
                  <a:lnTo>
                    <a:pt x="60846" y="109619"/>
                  </a:lnTo>
                  <a:lnTo>
                    <a:pt x="60820" y="109696"/>
                  </a:lnTo>
                  <a:lnTo>
                    <a:pt x="60871" y="109696"/>
                  </a:lnTo>
                  <a:lnTo>
                    <a:pt x="60999" y="109900"/>
                  </a:lnTo>
                  <a:lnTo>
                    <a:pt x="61024" y="109696"/>
                  </a:lnTo>
                  <a:lnTo>
                    <a:pt x="80932" y="109696"/>
                  </a:lnTo>
                  <a:lnTo>
                    <a:pt x="80932" y="109773"/>
                  </a:lnTo>
                  <a:lnTo>
                    <a:pt x="81008" y="109747"/>
                  </a:lnTo>
                  <a:lnTo>
                    <a:pt x="81136" y="109977"/>
                  </a:lnTo>
                  <a:lnTo>
                    <a:pt x="81136" y="109696"/>
                  </a:lnTo>
                  <a:lnTo>
                    <a:pt x="128506" y="109696"/>
                  </a:lnTo>
                  <a:cubicBezTo>
                    <a:pt x="128531" y="110028"/>
                    <a:pt x="128812" y="110283"/>
                    <a:pt x="129169" y="110283"/>
                  </a:cubicBezTo>
                  <a:cubicBezTo>
                    <a:pt x="129501" y="110283"/>
                    <a:pt x="129782" y="110028"/>
                    <a:pt x="129807" y="109696"/>
                  </a:cubicBezTo>
                  <a:lnTo>
                    <a:pt x="142875" y="109696"/>
                  </a:lnTo>
                  <a:lnTo>
                    <a:pt x="142875" y="104260"/>
                  </a:lnTo>
                  <a:cubicBezTo>
                    <a:pt x="143232" y="104209"/>
                    <a:pt x="143513" y="103902"/>
                    <a:pt x="143513" y="103545"/>
                  </a:cubicBezTo>
                  <a:cubicBezTo>
                    <a:pt x="143513" y="103188"/>
                    <a:pt x="143232" y="102881"/>
                    <a:pt x="142875" y="102830"/>
                  </a:cubicBezTo>
                  <a:lnTo>
                    <a:pt x="142875" y="82642"/>
                  </a:lnTo>
                  <a:lnTo>
                    <a:pt x="142875" y="82438"/>
                  </a:lnTo>
                  <a:lnTo>
                    <a:pt x="142875" y="77997"/>
                  </a:lnTo>
                  <a:lnTo>
                    <a:pt x="142875" y="77716"/>
                  </a:lnTo>
                  <a:lnTo>
                    <a:pt x="142875" y="55180"/>
                  </a:lnTo>
                  <a:cubicBezTo>
                    <a:pt x="143360" y="55129"/>
                    <a:pt x="143717" y="54721"/>
                    <a:pt x="143717" y="54236"/>
                  </a:cubicBezTo>
                  <a:cubicBezTo>
                    <a:pt x="143717" y="53725"/>
                    <a:pt x="143309" y="53291"/>
                    <a:pt x="142773" y="53291"/>
                  </a:cubicBezTo>
                  <a:cubicBezTo>
                    <a:pt x="142262" y="53291"/>
                    <a:pt x="141829" y="53725"/>
                    <a:pt x="141829" y="54236"/>
                  </a:cubicBezTo>
                  <a:cubicBezTo>
                    <a:pt x="141829" y="54516"/>
                    <a:pt x="141956" y="54746"/>
                    <a:pt x="142135" y="54925"/>
                  </a:cubicBezTo>
                  <a:lnTo>
                    <a:pt x="127791" y="73046"/>
                  </a:lnTo>
                  <a:lnTo>
                    <a:pt x="120160" y="61637"/>
                  </a:lnTo>
                  <a:cubicBezTo>
                    <a:pt x="120288" y="61510"/>
                    <a:pt x="120390" y="61305"/>
                    <a:pt x="120390" y="61101"/>
                  </a:cubicBezTo>
                  <a:cubicBezTo>
                    <a:pt x="120390" y="60693"/>
                    <a:pt x="120058" y="60361"/>
                    <a:pt x="119675" y="60361"/>
                  </a:cubicBezTo>
                  <a:cubicBezTo>
                    <a:pt x="119394" y="60361"/>
                    <a:pt x="119190" y="60489"/>
                    <a:pt x="119037" y="60693"/>
                  </a:cubicBezTo>
                  <a:lnTo>
                    <a:pt x="99283" y="51428"/>
                  </a:lnTo>
                  <a:cubicBezTo>
                    <a:pt x="99308" y="51326"/>
                    <a:pt x="99334" y="51224"/>
                    <a:pt x="99334" y="51122"/>
                  </a:cubicBezTo>
                  <a:cubicBezTo>
                    <a:pt x="99334" y="50586"/>
                    <a:pt x="98900" y="50178"/>
                    <a:pt x="98389" y="50178"/>
                  </a:cubicBezTo>
                  <a:cubicBezTo>
                    <a:pt x="97879" y="50178"/>
                    <a:pt x="97445" y="50612"/>
                    <a:pt x="97445" y="51122"/>
                  </a:cubicBezTo>
                  <a:cubicBezTo>
                    <a:pt x="97445" y="51250"/>
                    <a:pt x="97470" y="51377"/>
                    <a:pt x="97522" y="51505"/>
                  </a:cubicBezTo>
                  <a:lnTo>
                    <a:pt x="80957" y="60999"/>
                  </a:lnTo>
                  <a:lnTo>
                    <a:pt x="75955" y="58804"/>
                  </a:lnTo>
                  <a:cubicBezTo>
                    <a:pt x="75955" y="58779"/>
                    <a:pt x="75981" y="58728"/>
                    <a:pt x="75981" y="58677"/>
                  </a:cubicBezTo>
                  <a:cubicBezTo>
                    <a:pt x="75981" y="58370"/>
                    <a:pt x="75725" y="58115"/>
                    <a:pt x="75419" y="58115"/>
                  </a:cubicBezTo>
                  <a:cubicBezTo>
                    <a:pt x="75266" y="58115"/>
                    <a:pt x="75138" y="58166"/>
                    <a:pt x="75036" y="58268"/>
                  </a:cubicBezTo>
                  <a:lnTo>
                    <a:pt x="54235" y="42061"/>
                  </a:lnTo>
                  <a:cubicBezTo>
                    <a:pt x="54312" y="41934"/>
                    <a:pt x="54363" y="41755"/>
                    <a:pt x="54363" y="41577"/>
                  </a:cubicBezTo>
                  <a:cubicBezTo>
                    <a:pt x="54363" y="41041"/>
                    <a:pt x="53955" y="40632"/>
                    <a:pt x="53419" y="40632"/>
                  </a:cubicBezTo>
                  <a:cubicBezTo>
                    <a:pt x="53342" y="40632"/>
                    <a:pt x="53265" y="40632"/>
                    <a:pt x="53189" y="40658"/>
                  </a:cubicBezTo>
                  <a:lnTo>
                    <a:pt x="46732" y="24247"/>
                  </a:lnTo>
                  <a:cubicBezTo>
                    <a:pt x="47012" y="24119"/>
                    <a:pt x="47191" y="23838"/>
                    <a:pt x="47191" y="23507"/>
                  </a:cubicBezTo>
                  <a:cubicBezTo>
                    <a:pt x="47191" y="23047"/>
                    <a:pt x="46808" y="22664"/>
                    <a:pt x="46349" y="22664"/>
                  </a:cubicBezTo>
                  <a:cubicBezTo>
                    <a:pt x="45889" y="22664"/>
                    <a:pt x="45507" y="23022"/>
                    <a:pt x="45481" y="23456"/>
                  </a:cubicBezTo>
                  <a:lnTo>
                    <a:pt x="20265" y="25064"/>
                  </a:lnTo>
                  <a:lnTo>
                    <a:pt x="18325" y="17534"/>
                  </a:lnTo>
                  <a:cubicBezTo>
                    <a:pt x="18529" y="17432"/>
                    <a:pt x="18708" y="17203"/>
                    <a:pt x="18708" y="16947"/>
                  </a:cubicBezTo>
                  <a:cubicBezTo>
                    <a:pt x="18708" y="16590"/>
                    <a:pt x="18402" y="16309"/>
                    <a:pt x="18070" y="16309"/>
                  </a:cubicBezTo>
                  <a:cubicBezTo>
                    <a:pt x="17917" y="16309"/>
                    <a:pt x="17789" y="16360"/>
                    <a:pt x="17687" y="16437"/>
                  </a:cubicBezTo>
                  <a:lnTo>
                    <a:pt x="1429" y="894"/>
                  </a:lnTo>
                  <a:cubicBezTo>
                    <a:pt x="1480" y="817"/>
                    <a:pt x="1506" y="690"/>
                    <a:pt x="1506" y="588"/>
                  </a:cubicBezTo>
                  <a:cubicBezTo>
                    <a:pt x="1506" y="256"/>
                    <a:pt x="1251" y="1"/>
                    <a:pt x="9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39"/>
            </a:p>
          </p:txBody>
        </p:sp>
      </p:grpSp>
      <p:sp>
        <p:nvSpPr>
          <p:cNvPr id="54" name="Google Shape;54;p7"/>
          <p:cNvSpPr txBox="1">
            <a:spLocks noGrp="1"/>
          </p:cNvSpPr>
          <p:nvPr>
            <p:ph type="title"/>
          </p:nvPr>
        </p:nvSpPr>
        <p:spPr>
          <a:xfrm>
            <a:off x="1906658" y="1716934"/>
            <a:ext cx="6157181" cy="9172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body" idx="1"/>
          </p:nvPr>
        </p:nvSpPr>
        <p:spPr>
          <a:xfrm>
            <a:off x="1906658" y="2634138"/>
            <a:ext cx="6157181" cy="38864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7"/>
          <p:cNvSpPr>
            <a:spLocks noGrp="1"/>
          </p:cNvSpPr>
          <p:nvPr>
            <p:ph type="pic" idx="2"/>
          </p:nvPr>
        </p:nvSpPr>
        <p:spPr>
          <a:xfrm>
            <a:off x="8873526" y="1793067"/>
            <a:ext cx="3835771" cy="465136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/>
          <p:nvPr/>
        </p:nvSpPr>
        <p:spPr>
          <a:xfrm rot="-2848264">
            <a:off x="5631342" y="2764039"/>
            <a:ext cx="11286989" cy="8644353"/>
          </a:xfrm>
          <a:custGeom>
            <a:avLst/>
            <a:gdLst/>
            <a:ahLst/>
            <a:cxnLst/>
            <a:rect l="l" t="t" r="r" b="b"/>
            <a:pathLst>
              <a:path w="143718" h="110283" extrusionOk="0">
                <a:moveTo>
                  <a:pt x="1276" y="1047"/>
                </a:moveTo>
                <a:lnTo>
                  <a:pt x="17534" y="16565"/>
                </a:lnTo>
                <a:cubicBezTo>
                  <a:pt x="17483" y="16667"/>
                  <a:pt x="17457" y="16743"/>
                  <a:pt x="17432" y="16845"/>
                </a:cubicBezTo>
                <a:lnTo>
                  <a:pt x="1889" y="17279"/>
                </a:lnTo>
                <a:cubicBezTo>
                  <a:pt x="1812" y="16845"/>
                  <a:pt x="1480" y="16514"/>
                  <a:pt x="1046" y="16462"/>
                </a:cubicBezTo>
                <a:lnTo>
                  <a:pt x="1046" y="1149"/>
                </a:lnTo>
                <a:cubicBezTo>
                  <a:pt x="1123" y="1124"/>
                  <a:pt x="1225" y="1098"/>
                  <a:pt x="1276" y="1047"/>
                </a:cubicBezTo>
                <a:close/>
                <a:moveTo>
                  <a:pt x="17432" y="17050"/>
                </a:moveTo>
                <a:cubicBezTo>
                  <a:pt x="17457" y="17177"/>
                  <a:pt x="17508" y="17279"/>
                  <a:pt x="17585" y="17381"/>
                </a:cubicBezTo>
                <a:lnTo>
                  <a:pt x="11638" y="24936"/>
                </a:lnTo>
                <a:cubicBezTo>
                  <a:pt x="11485" y="24859"/>
                  <a:pt x="11306" y="24808"/>
                  <a:pt x="11128" y="24808"/>
                </a:cubicBezTo>
                <a:cubicBezTo>
                  <a:pt x="10873" y="24808"/>
                  <a:pt x="10643" y="24910"/>
                  <a:pt x="10464" y="25064"/>
                </a:cubicBezTo>
                <a:lnTo>
                  <a:pt x="1736" y="17917"/>
                </a:lnTo>
                <a:cubicBezTo>
                  <a:pt x="1812" y="17790"/>
                  <a:pt x="1863" y="17637"/>
                  <a:pt x="1889" y="17483"/>
                </a:cubicBezTo>
                <a:lnTo>
                  <a:pt x="17432" y="17050"/>
                </a:lnTo>
                <a:close/>
                <a:moveTo>
                  <a:pt x="17764" y="17483"/>
                </a:moveTo>
                <a:cubicBezTo>
                  <a:pt x="17840" y="17534"/>
                  <a:pt x="17942" y="17585"/>
                  <a:pt x="18070" y="17585"/>
                </a:cubicBezTo>
                <a:cubicBezTo>
                  <a:pt x="18070" y="17585"/>
                  <a:pt x="18095" y="17560"/>
                  <a:pt x="18121" y="17560"/>
                </a:cubicBezTo>
                <a:lnTo>
                  <a:pt x="20061" y="25089"/>
                </a:lnTo>
                <a:lnTo>
                  <a:pt x="12047" y="25574"/>
                </a:lnTo>
                <a:cubicBezTo>
                  <a:pt x="12021" y="25395"/>
                  <a:pt x="11919" y="25191"/>
                  <a:pt x="11791" y="25064"/>
                </a:cubicBezTo>
                <a:lnTo>
                  <a:pt x="17764" y="17483"/>
                </a:lnTo>
                <a:close/>
                <a:moveTo>
                  <a:pt x="20112" y="25268"/>
                </a:moveTo>
                <a:lnTo>
                  <a:pt x="22460" y="34405"/>
                </a:lnTo>
                <a:cubicBezTo>
                  <a:pt x="22332" y="34456"/>
                  <a:pt x="22230" y="34507"/>
                  <a:pt x="22128" y="34609"/>
                </a:cubicBezTo>
                <a:lnTo>
                  <a:pt x="14726" y="28560"/>
                </a:lnTo>
                <a:lnTo>
                  <a:pt x="11919" y="26263"/>
                </a:lnTo>
                <a:cubicBezTo>
                  <a:pt x="12021" y="26135"/>
                  <a:pt x="12072" y="25957"/>
                  <a:pt x="12072" y="25778"/>
                </a:cubicBezTo>
                <a:lnTo>
                  <a:pt x="20112" y="25268"/>
                </a:lnTo>
                <a:close/>
                <a:moveTo>
                  <a:pt x="45507" y="23660"/>
                </a:moveTo>
                <a:cubicBezTo>
                  <a:pt x="45507" y="23711"/>
                  <a:pt x="45532" y="23762"/>
                  <a:pt x="45532" y="23787"/>
                </a:cubicBezTo>
                <a:lnTo>
                  <a:pt x="23583" y="34762"/>
                </a:lnTo>
                <a:cubicBezTo>
                  <a:pt x="23404" y="34507"/>
                  <a:pt x="23123" y="34328"/>
                  <a:pt x="22792" y="34328"/>
                </a:cubicBezTo>
                <a:cubicBezTo>
                  <a:pt x="22741" y="34328"/>
                  <a:pt x="22690" y="34328"/>
                  <a:pt x="22664" y="34354"/>
                </a:cubicBezTo>
                <a:lnTo>
                  <a:pt x="20316" y="25242"/>
                </a:lnTo>
                <a:lnTo>
                  <a:pt x="45507" y="23660"/>
                </a:lnTo>
                <a:close/>
                <a:moveTo>
                  <a:pt x="45634" y="23966"/>
                </a:moveTo>
                <a:cubicBezTo>
                  <a:pt x="45634" y="23992"/>
                  <a:pt x="45634" y="23992"/>
                  <a:pt x="45634" y="23992"/>
                </a:cubicBezTo>
                <a:lnTo>
                  <a:pt x="30908" y="36855"/>
                </a:lnTo>
                <a:lnTo>
                  <a:pt x="23736" y="35375"/>
                </a:lnTo>
                <a:cubicBezTo>
                  <a:pt x="23736" y="35349"/>
                  <a:pt x="23736" y="35298"/>
                  <a:pt x="23736" y="35273"/>
                </a:cubicBezTo>
                <a:cubicBezTo>
                  <a:pt x="23736" y="35170"/>
                  <a:pt x="23710" y="35043"/>
                  <a:pt x="23685" y="34941"/>
                </a:cubicBezTo>
                <a:lnTo>
                  <a:pt x="45634" y="23966"/>
                </a:lnTo>
                <a:close/>
                <a:moveTo>
                  <a:pt x="1608" y="18070"/>
                </a:moveTo>
                <a:lnTo>
                  <a:pt x="10337" y="25217"/>
                </a:lnTo>
                <a:cubicBezTo>
                  <a:pt x="10235" y="25370"/>
                  <a:pt x="10183" y="25548"/>
                  <a:pt x="10183" y="25753"/>
                </a:cubicBezTo>
                <a:cubicBezTo>
                  <a:pt x="10183" y="26008"/>
                  <a:pt x="10311" y="26238"/>
                  <a:pt x="10464" y="26416"/>
                </a:cubicBezTo>
                <a:lnTo>
                  <a:pt x="1455" y="37876"/>
                </a:lnTo>
                <a:cubicBezTo>
                  <a:pt x="1327" y="37799"/>
                  <a:pt x="1200" y="37774"/>
                  <a:pt x="1046" y="37748"/>
                </a:cubicBezTo>
                <a:lnTo>
                  <a:pt x="1046" y="18351"/>
                </a:lnTo>
                <a:cubicBezTo>
                  <a:pt x="1276" y="18326"/>
                  <a:pt x="1455" y="18224"/>
                  <a:pt x="1608" y="18070"/>
                </a:cubicBezTo>
                <a:close/>
                <a:moveTo>
                  <a:pt x="11791" y="26416"/>
                </a:moveTo>
                <a:lnTo>
                  <a:pt x="21924" y="34686"/>
                </a:lnTo>
                <a:lnTo>
                  <a:pt x="22000" y="34762"/>
                </a:lnTo>
                <a:cubicBezTo>
                  <a:pt x="21898" y="34915"/>
                  <a:pt x="21847" y="35094"/>
                  <a:pt x="21847" y="35273"/>
                </a:cubicBezTo>
                <a:cubicBezTo>
                  <a:pt x="21847" y="35298"/>
                  <a:pt x="21847" y="35324"/>
                  <a:pt x="21847" y="35324"/>
                </a:cubicBezTo>
                <a:lnTo>
                  <a:pt x="10822" y="37034"/>
                </a:lnTo>
                <a:lnTo>
                  <a:pt x="1863" y="38437"/>
                </a:lnTo>
                <a:cubicBezTo>
                  <a:pt x="1812" y="38284"/>
                  <a:pt x="1736" y="38131"/>
                  <a:pt x="1608" y="38003"/>
                </a:cubicBezTo>
                <a:lnTo>
                  <a:pt x="10643" y="26544"/>
                </a:lnTo>
                <a:cubicBezTo>
                  <a:pt x="10770" y="26620"/>
                  <a:pt x="10949" y="26697"/>
                  <a:pt x="11128" y="26697"/>
                </a:cubicBezTo>
                <a:cubicBezTo>
                  <a:pt x="11383" y="26697"/>
                  <a:pt x="11638" y="26569"/>
                  <a:pt x="11791" y="26416"/>
                </a:cubicBezTo>
                <a:close/>
                <a:moveTo>
                  <a:pt x="45762" y="24145"/>
                </a:moveTo>
                <a:cubicBezTo>
                  <a:pt x="45915" y="24272"/>
                  <a:pt x="46119" y="24349"/>
                  <a:pt x="46323" y="24349"/>
                </a:cubicBezTo>
                <a:cubicBezTo>
                  <a:pt x="46400" y="24349"/>
                  <a:pt x="46476" y="24349"/>
                  <a:pt x="46553" y="24323"/>
                </a:cubicBezTo>
                <a:lnTo>
                  <a:pt x="52985" y="40734"/>
                </a:lnTo>
                <a:cubicBezTo>
                  <a:pt x="52781" y="40836"/>
                  <a:pt x="52602" y="41041"/>
                  <a:pt x="52525" y="41270"/>
                </a:cubicBezTo>
                <a:lnTo>
                  <a:pt x="31163" y="36906"/>
                </a:lnTo>
                <a:lnTo>
                  <a:pt x="45762" y="24145"/>
                </a:lnTo>
                <a:close/>
                <a:moveTo>
                  <a:pt x="23685" y="35579"/>
                </a:moveTo>
                <a:lnTo>
                  <a:pt x="23813" y="35604"/>
                </a:lnTo>
                <a:lnTo>
                  <a:pt x="30729" y="37008"/>
                </a:lnTo>
                <a:lnTo>
                  <a:pt x="18836" y="47396"/>
                </a:lnTo>
                <a:cubicBezTo>
                  <a:pt x="18810" y="47370"/>
                  <a:pt x="18759" y="47345"/>
                  <a:pt x="18734" y="47319"/>
                </a:cubicBezTo>
                <a:lnTo>
                  <a:pt x="21158" y="40275"/>
                </a:lnTo>
                <a:lnTo>
                  <a:pt x="22562" y="36191"/>
                </a:lnTo>
                <a:cubicBezTo>
                  <a:pt x="22638" y="36217"/>
                  <a:pt x="22715" y="36217"/>
                  <a:pt x="22792" y="36217"/>
                </a:cubicBezTo>
                <a:cubicBezTo>
                  <a:pt x="23200" y="36217"/>
                  <a:pt x="23557" y="35962"/>
                  <a:pt x="23685" y="35579"/>
                </a:cubicBezTo>
                <a:close/>
                <a:moveTo>
                  <a:pt x="21873" y="35528"/>
                </a:moveTo>
                <a:cubicBezTo>
                  <a:pt x="21949" y="35783"/>
                  <a:pt x="22128" y="36013"/>
                  <a:pt x="22383" y="36140"/>
                </a:cubicBezTo>
                <a:lnTo>
                  <a:pt x="20980" y="40224"/>
                </a:lnTo>
                <a:lnTo>
                  <a:pt x="18555" y="47243"/>
                </a:lnTo>
                <a:lnTo>
                  <a:pt x="18453" y="47243"/>
                </a:lnTo>
                <a:cubicBezTo>
                  <a:pt x="18249" y="47243"/>
                  <a:pt x="18070" y="47345"/>
                  <a:pt x="17942" y="47498"/>
                </a:cubicBezTo>
                <a:lnTo>
                  <a:pt x="12404" y="44563"/>
                </a:lnTo>
                <a:lnTo>
                  <a:pt x="1812" y="39024"/>
                </a:lnTo>
                <a:cubicBezTo>
                  <a:pt x="1863" y="38922"/>
                  <a:pt x="1889" y="38820"/>
                  <a:pt x="1889" y="38693"/>
                </a:cubicBezTo>
                <a:cubicBezTo>
                  <a:pt x="1889" y="38667"/>
                  <a:pt x="1889" y="38641"/>
                  <a:pt x="1889" y="38641"/>
                </a:cubicBezTo>
                <a:lnTo>
                  <a:pt x="21873" y="35528"/>
                </a:lnTo>
                <a:close/>
                <a:moveTo>
                  <a:pt x="30959" y="37059"/>
                </a:moveTo>
                <a:lnTo>
                  <a:pt x="52474" y="41474"/>
                </a:lnTo>
                <a:cubicBezTo>
                  <a:pt x="52474" y="41500"/>
                  <a:pt x="52474" y="41551"/>
                  <a:pt x="52474" y="41577"/>
                </a:cubicBezTo>
                <a:cubicBezTo>
                  <a:pt x="52474" y="41602"/>
                  <a:pt x="52474" y="41602"/>
                  <a:pt x="52500" y="41628"/>
                </a:cubicBezTo>
                <a:lnTo>
                  <a:pt x="44282" y="43108"/>
                </a:lnTo>
                <a:lnTo>
                  <a:pt x="19014" y="47651"/>
                </a:lnTo>
                <a:cubicBezTo>
                  <a:pt x="18989" y="47600"/>
                  <a:pt x="18989" y="47574"/>
                  <a:pt x="18963" y="47523"/>
                </a:cubicBezTo>
                <a:lnTo>
                  <a:pt x="30959" y="37059"/>
                </a:lnTo>
                <a:close/>
                <a:moveTo>
                  <a:pt x="52653" y="42113"/>
                </a:moveTo>
                <a:cubicBezTo>
                  <a:pt x="52704" y="42189"/>
                  <a:pt x="52781" y="42240"/>
                  <a:pt x="52832" y="42317"/>
                </a:cubicBezTo>
                <a:lnTo>
                  <a:pt x="45992" y="53036"/>
                </a:lnTo>
                <a:cubicBezTo>
                  <a:pt x="45864" y="52985"/>
                  <a:pt x="45736" y="52934"/>
                  <a:pt x="45583" y="52934"/>
                </a:cubicBezTo>
                <a:cubicBezTo>
                  <a:pt x="45124" y="52934"/>
                  <a:pt x="44766" y="53240"/>
                  <a:pt x="44664" y="53623"/>
                </a:cubicBezTo>
                <a:lnTo>
                  <a:pt x="34864" y="52066"/>
                </a:lnTo>
                <a:lnTo>
                  <a:pt x="35604" y="51632"/>
                </a:lnTo>
                <a:lnTo>
                  <a:pt x="45966" y="45839"/>
                </a:lnTo>
                <a:lnTo>
                  <a:pt x="52653" y="42113"/>
                </a:lnTo>
                <a:close/>
                <a:moveTo>
                  <a:pt x="53010" y="42419"/>
                </a:moveTo>
                <a:cubicBezTo>
                  <a:pt x="53138" y="42470"/>
                  <a:pt x="53265" y="42521"/>
                  <a:pt x="53419" y="42521"/>
                </a:cubicBezTo>
                <a:cubicBezTo>
                  <a:pt x="53546" y="42521"/>
                  <a:pt x="53648" y="42495"/>
                  <a:pt x="53750" y="42444"/>
                </a:cubicBezTo>
                <a:lnTo>
                  <a:pt x="60616" y="56201"/>
                </a:lnTo>
                <a:lnTo>
                  <a:pt x="60616" y="56201"/>
                </a:lnTo>
                <a:lnTo>
                  <a:pt x="51709" y="54772"/>
                </a:lnTo>
                <a:lnTo>
                  <a:pt x="46502" y="53929"/>
                </a:lnTo>
                <a:cubicBezTo>
                  <a:pt x="46502" y="53904"/>
                  <a:pt x="46528" y="53904"/>
                  <a:pt x="46528" y="53878"/>
                </a:cubicBezTo>
                <a:cubicBezTo>
                  <a:pt x="46528" y="53572"/>
                  <a:pt x="46374" y="53317"/>
                  <a:pt x="46170" y="53138"/>
                </a:cubicBezTo>
                <a:lnTo>
                  <a:pt x="46579" y="52500"/>
                </a:lnTo>
                <a:lnTo>
                  <a:pt x="53010" y="42419"/>
                </a:lnTo>
                <a:close/>
                <a:moveTo>
                  <a:pt x="52525" y="41832"/>
                </a:moveTo>
                <a:cubicBezTo>
                  <a:pt x="52525" y="41857"/>
                  <a:pt x="52551" y="41908"/>
                  <a:pt x="52551" y="41934"/>
                </a:cubicBezTo>
                <a:lnTo>
                  <a:pt x="42163" y="47753"/>
                </a:lnTo>
                <a:lnTo>
                  <a:pt x="34557" y="51990"/>
                </a:lnTo>
                <a:lnTo>
                  <a:pt x="34430" y="51990"/>
                </a:lnTo>
                <a:lnTo>
                  <a:pt x="34455" y="52041"/>
                </a:lnTo>
                <a:lnTo>
                  <a:pt x="26901" y="56277"/>
                </a:lnTo>
                <a:lnTo>
                  <a:pt x="23557" y="58141"/>
                </a:lnTo>
                <a:cubicBezTo>
                  <a:pt x="23379" y="57911"/>
                  <a:pt x="23098" y="57732"/>
                  <a:pt x="22792" y="57732"/>
                </a:cubicBezTo>
                <a:cubicBezTo>
                  <a:pt x="22690" y="57732"/>
                  <a:pt x="22613" y="57758"/>
                  <a:pt x="22536" y="57783"/>
                </a:cubicBezTo>
                <a:lnTo>
                  <a:pt x="19857" y="51096"/>
                </a:lnTo>
                <a:lnTo>
                  <a:pt x="18759" y="48391"/>
                </a:lnTo>
                <a:cubicBezTo>
                  <a:pt x="18938" y="48263"/>
                  <a:pt x="19065" y="48085"/>
                  <a:pt x="19065" y="47855"/>
                </a:cubicBezTo>
                <a:lnTo>
                  <a:pt x="24987" y="46783"/>
                </a:lnTo>
                <a:lnTo>
                  <a:pt x="52525" y="41832"/>
                </a:lnTo>
                <a:close/>
                <a:moveTo>
                  <a:pt x="54108" y="42215"/>
                </a:moveTo>
                <a:lnTo>
                  <a:pt x="74909" y="58421"/>
                </a:lnTo>
                <a:cubicBezTo>
                  <a:pt x="74909" y="58447"/>
                  <a:pt x="74883" y="58472"/>
                  <a:pt x="74883" y="58498"/>
                </a:cubicBezTo>
                <a:lnTo>
                  <a:pt x="60871" y="56226"/>
                </a:lnTo>
                <a:lnTo>
                  <a:pt x="53929" y="42368"/>
                </a:lnTo>
                <a:cubicBezTo>
                  <a:pt x="54006" y="42317"/>
                  <a:pt x="54057" y="42266"/>
                  <a:pt x="54108" y="42215"/>
                </a:cubicBezTo>
                <a:close/>
                <a:moveTo>
                  <a:pt x="60973" y="56456"/>
                </a:moveTo>
                <a:lnTo>
                  <a:pt x="74858" y="58702"/>
                </a:lnTo>
                <a:lnTo>
                  <a:pt x="63321" y="61203"/>
                </a:lnTo>
                <a:lnTo>
                  <a:pt x="60973" y="56456"/>
                </a:lnTo>
                <a:close/>
                <a:moveTo>
                  <a:pt x="46476" y="54134"/>
                </a:moveTo>
                <a:lnTo>
                  <a:pt x="60718" y="56405"/>
                </a:lnTo>
                <a:lnTo>
                  <a:pt x="63117" y="61229"/>
                </a:lnTo>
                <a:lnTo>
                  <a:pt x="58447" y="62250"/>
                </a:lnTo>
                <a:cubicBezTo>
                  <a:pt x="58370" y="61969"/>
                  <a:pt x="58115" y="61790"/>
                  <a:pt x="57808" y="61790"/>
                </a:cubicBezTo>
                <a:cubicBezTo>
                  <a:pt x="57604" y="61790"/>
                  <a:pt x="57426" y="61867"/>
                  <a:pt x="57298" y="61995"/>
                </a:cubicBezTo>
                <a:lnTo>
                  <a:pt x="46400" y="54338"/>
                </a:lnTo>
                <a:cubicBezTo>
                  <a:pt x="46425" y="54261"/>
                  <a:pt x="46451" y="54185"/>
                  <a:pt x="46476" y="54134"/>
                </a:cubicBezTo>
                <a:close/>
                <a:moveTo>
                  <a:pt x="1736" y="39203"/>
                </a:moveTo>
                <a:lnTo>
                  <a:pt x="4543" y="40683"/>
                </a:lnTo>
                <a:lnTo>
                  <a:pt x="17866" y="47676"/>
                </a:lnTo>
                <a:cubicBezTo>
                  <a:pt x="17840" y="47727"/>
                  <a:pt x="17815" y="47779"/>
                  <a:pt x="17815" y="47855"/>
                </a:cubicBezTo>
                <a:cubicBezTo>
                  <a:pt x="17815" y="47983"/>
                  <a:pt x="17866" y="48085"/>
                  <a:pt x="17917" y="48187"/>
                </a:cubicBezTo>
                <a:lnTo>
                  <a:pt x="1940" y="62530"/>
                </a:lnTo>
                <a:lnTo>
                  <a:pt x="1582" y="62862"/>
                </a:lnTo>
                <a:cubicBezTo>
                  <a:pt x="1429" y="62735"/>
                  <a:pt x="1251" y="62633"/>
                  <a:pt x="1046" y="62607"/>
                </a:cubicBezTo>
                <a:lnTo>
                  <a:pt x="1046" y="39611"/>
                </a:lnTo>
                <a:cubicBezTo>
                  <a:pt x="1327" y="39586"/>
                  <a:pt x="1582" y="39433"/>
                  <a:pt x="1736" y="39203"/>
                </a:cubicBezTo>
                <a:close/>
                <a:moveTo>
                  <a:pt x="18070" y="48340"/>
                </a:moveTo>
                <a:cubicBezTo>
                  <a:pt x="18172" y="48417"/>
                  <a:pt x="18300" y="48468"/>
                  <a:pt x="18453" y="48468"/>
                </a:cubicBezTo>
                <a:lnTo>
                  <a:pt x="18580" y="48468"/>
                </a:lnTo>
                <a:lnTo>
                  <a:pt x="22358" y="57860"/>
                </a:lnTo>
                <a:cubicBezTo>
                  <a:pt x="22051" y="58013"/>
                  <a:pt x="21847" y="58319"/>
                  <a:pt x="21847" y="58677"/>
                </a:cubicBezTo>
                <a:cubicBezTo>
                  <a:pt x="21847" y="58728"/>
                  <a:pt x="21847" y="58753"/>
                  <a:pt x="21847" y="58779"/>
                </a:cubicBezTo>
                <a:lnTo>
                  <a:pt x="1838" y="63245"/>
                </a:lnTo>
                <a:cubicBezTo>
                  <a:pt x="1812" y="63169"/>
                  <a:pt x="1761" y="63066"/>
                  <a:pt x="1710" y="62990"/>
                </a:cubicBezTo>
                <a:lnTo>
                  <a:pt x="7019" y="58243"/>
                </a:lnTo>
                <a:lnTo>
                  <a:pt x="18070" y="48340"/>
                </a:lnTo>
                <a:close/>
                <a:moveTo>
                  <a:pt x="46272" y="54491"/>
                </a:moveTo>
                <a:lnTo>
                  <a:pt x="57196" y="62173"/>
                </a:lnTo>
                <a:cubicBezTo>
                  <a:pt x="57145" y="62275"/>
                  <a:pt x="57119" y="62377"/>
                  <a:pt x="57119" y="62479"/>
                </a:cubicBezTo>
                <a:cubicBezTo>
                  <a:pt x="57119" y="62505"/>
                  <a:pt x="57119" y="62505"/>
                  <a:pt x="57119" y="62530"/>
                </a:cubicBezTo>
                <a:lnTo>
                  <a:pt x="46732" y="64776"/>
                </a:lnTo>
                <a:cubicBezTo>
                  <a:pt x="46604" y="64419"/>
                  <a:pt x="46298" y="64164"/>
                  <a:pt x="45915" y="64113"/>
                </a:cubicBezTo>
                <a:lnTo>
                  <a:pt x="45685" y="54823"/>
                </a:lnTo>
                <a:cubicBezTo>
                  <a:pt x="45915" y="54797"/>
                  <a:pt x="46145" y="54670"/>
                  <a:pt x="46272" y="54491"/>
                </a:cubicBezTo>
                <a:close/>
                <a:moveTo>
                  <a:pt x="99206" y="51607"/>
                </a:moveTo>
                <a:lnTo>
                  <a:pt x="118960" y="60872"/>
                </a:lnTo>
                <a:cubicBezTo>
                  <a:pt x="118935" y="60948"/>
                  <a:pt x="118935" y="61025"/>
                  <a:pt x="118935" y="61101"/>
                </a:cubicBezTo>
                <a:cubicBezTo>
                  <a:pt x="118935" y="61127"/>
                  <a:pt x="118935" y="61127"/>
                  <a:pt x="118935" y="61152"/>
                </a:cubicBezTo>
                <a:lnTo>
                  <a:pt x="103009" y="64802"/>
                </a:lnTo>
                <a:lnTo>
                  <a:pt x="98772" y="51990"/>
                </a:lnTo>
                <a:cubicBezTo>
                  <a:pt x="98951" y="51913"/>
                  <a:pt x="99104" y="51760"/>
                  <a:pt x="99206" y="51607"/>
                </a:cubicBezTo>
                <a:close/>
                <a:moveTo>
                  <a:pt x="34685" y="52219"/>
                </a:moveTo>
                <a:lnTo>
                  <a:pt x="44639" y="53827"/>
                </a:lnTo>
                <a:cubicBezTo>
                  <a:pt x="44639" y="53853"/>
                  <a:pt x="44639" y="53853"/>
                  <a:pt x="44639" y="53878"/>
                </a:cubicBezTo>
                <a:cubicBezTo>
                  <a:pt x="44639" y="54185"/>
                  <a:pt x="44766" y="54440"/>
                  <a:pt x="44996" y="54619"/>
                </a:cubicBezTo>
                <a:lnTo>
                  <a:pt x="40989" y="60897"/>
                </a:lnTo>
                <a:lnTo>
                  <a:pt x="37493" y="66333"/>
                </a:lnTo>
                <a:cubicBezTo>
                  <a:pt x="37416" y="66308"/>
                  <a:pt x="37339" y="66282"/>
                  <a:pt x="37237" y="66257"/>
                </a:cubicBezTo>
                <a:lnTo>
                  <a:pt x="34685" y="52219"/>
                </a:lnTo>
                <a:close/>
                <a:moveTo>
                  <a:pt x="34481" y="52270"/>
                </a:moveTo>
                <a:lnTo>
                  <a:pt x="37033" y="66282"/>
                </a:lnTo>
                <a:cubicBezTo>
                  <a:pt x="36906" y="66308"/>
                  <a:pt x="36778" y="66359"/>
                  <a:pt x="36676" y="66461"/>
                </a:cubicBezTo>
                <a:lnTo>
                  <a:pt x="23659" y="59059"/>
                </a:lnTo>
                <a:cubicBezTo>
                  <a:pt x="23710" y="58957"/>
                  <a:pt x="23736" y="58830"/>
                  <a:pt x="23736" y="58677"/>
                </a:cubicBezTo>
                <a:cubicBezTo>
                  <a:pt x="23736" y="58549"/>
                  <a:pt x="23710" y="58421"/>
                  <a:pt x="23659" y="58319"/>
                </a:cubicBezTo>
                <a:lnTo>
                  <a:pt x="34481" y="52270"/>
                </a:lnTo>
                <a:close/>
                <a:moveTo>
                  <a:pt x="97624" y="51683"/>
                </a:moveTo>
                <a:cubicBezTo>
                  <a:pt x="97726" y="51811"/>
                  <a:pt x="97879" y="51939"/>
                  <a:pt x="98057" y="51990"/>
                </a:cubicBezTo>
                <a:lnTo>
                  <a:pt x="94229" y="66206"/>
                </a:lnTo>
                <a:lnTo>
                  <a:pt x="94127" y="66206"/>
                </a:lnTo>
                <a:cubicBezTo>
                  <a:pt x="93872" y="66206"/>
                  <a:pt x="93668" y="66333"/>
                  <a:pt x="93540" y="66538"/>
                </a:cubicBezTo>
                <a:lnTo>
                  <a:pt x="81162" y="61101"/>
                </a:lnTo>
                <a:lnTo>
                  <a:pt x="97624" y="51683"/>
                </a:lnTo>
                <a:close/>
                <a:moveTo>
                  <a:pt x="98593" y="52041"/>
                </a:moveTo>
                <a:lnTo>
                  <a:pt x="102805" y="64828"/>
                </a:lnTo>
                <a:lnTo>
                  <a:pt x="94791" y="66665"/>
                </a:lnTo>
                <a:cubicBezTo>
                  <a:pt x="94714" y="66486"/>
                  <a:pt x="94586" y="66333"/>
                  <a:pt x="94408" y="66257"/>
                </a:cubicBezTo>
                <a:lnTo>
                  <a:pt x="98236" y="52041"/>
                </a:lnTo>
                <a:cubicBezTo>
                  <a:pt x="98287" y="52066"/>
                  <a:pt x="98338" y="52066"/>
                  <a:pt x="98389" y="52066"/>
                </a:cubicBezTo>
                <a:cubicBezTo>
                  <a:pt x="98466" y="52066"/>
                  <a:pt x="98517" y="52066"/>
                  <a:pt x="98593" y="52041"/>
                </a:cubicBezTo>
                <a:close/>
                <a:moveTo>
                  <a:pt x="45149" y="54721"/>
                </a:moveTo>
                <a:cubicBezTo>
                  <a:pt x="45251" y="54772"/>
                  <a:pt x="45379" y="54797"/>
                  <a:pt x="45507" y="54823"/>
                </a:cubicBezTo>
                <a:lnTo>
                  <a:pt x="45711" y="64138"/>
                </a:lnTo>
                <a:cubicBezTo>
                  <a:pt x="45251" y="64189"/>
                  <a:pt x="44894" y="64572"/>
                  <a:pt x="44894" y="65057"/>
                </a:cubicBezTo>
                <a:cubicBezTo>
                  <a:pt x="44894" y="65108"/>
                  <a:pt x="44894" y="65134"/>
                  <a:pt x="44894" y="65159"/>
                </a:cubicBezTo>
                <a:lnTo>
                  <a:pt x="37850" y="66691"/>
                </a:lnTo>
                <a:cubicBezTo>
                  <a:pt x="37799" y="66589"/>
                  <a:pt x="37748" y="66512"/>
                  <a:pt x="37671" y="66461"/>
                </a:cubicBezTo>
                <a:lnTo>
                  <a:pt x="40223" y="62454"/>
                </a:lnTo>
                <a:lnTo>
                  <a:pt x="45149" y="54721"/>
                </a:lnTo>
                <a:close/>
                <a:moveTo>
                  <a:pt x="74909" y="58906"/>
                </a:moveTo>
                <a:cubicBezTo>
                  <a:pt x="74909" y="58957"/>
                  <a:pt x="74960" y="59008"/>
                  <a:pt x="74985" y="59059"/>
                </a:cubicBezTo>
                <a:lnTo>
                  <a:pt x="67635" y="68248"/>
                </a:lnTo>
                <a:cubicBezTo>
                  <a:pt x="67507" y="68145"/>
                  <a:pt x="67328" y="68094"/>
                  <a:pt x="67150" y="68094"/>
                </a:cubicBezTo>
                <a:cubicBezTo>
                  <a:pt x="67022" y="68094"/>
                  <a:pt x="66920" y="68120"/>
                  <a:pt x="66818" y="68145"/>
                </a:cubicBezTo>
                <a:lnTo>
                  <a:pt x="63423" y="61382"/>
                </a:lnTo>
                <a:lnTo>
                  <a:pt x="74909" y="58906"/>
                </a:lnTo>
                <a:close/>
                <a:moveTo>
                  <a:pt x="63219" y="61408"/>
                </a:moveTo>
                <a:lnTo>
                  <a:pt x="66614" y="68248"/>
                </a:lnTo>
                <a:cubicBezTo>
                  <a:pt x="66563" y="68299"/>
                  <a:pt x="66486" y="68350"/>
                  <a:pt x="66435" y="68426"/>
                </a:cubicBezTo>
                <a:lnTo>
                  <a:pt x="58421" y="62786"/>
                </a:lnTo>
                <a:cubicBezTo>
                  <a:pt x="58472" y="62709"/>
                  <a:pt x="58498" y="62582"/>
                  <a:pt x="58498" y="62479"/>
                </a:cubicBezTo>
                <a:cubicBezTo>
                  <a:pt x="58498" y="62454"/>
                  <a:pt x="58498" y="62454"/>
                  <a:pt x="58498" y="62428"/>
                </a:cubicBezTo>
                <a:lnTo>
                  <a:pt x="63219" y="61408"/>
                </a:lnTo>
                <a:close/>
                <a:moveTo>
                  <a:pt x="75878" y="59008"/>
                </a:moveTo>
                <a:lnTo>
                  <a:pt x="80728" y="61127"/>
                </a:lnTo>
                <a:lnTo>
                  <a:pt x="67915" y="68477"/>
                </a:lnTo>
                <a:cubicBezTo>
                  <a:pt x="67864" y="68452"/>
                  <a:pt x="67839" y="68401"/>
                  <a:pt x="67813" y="68375"/>
                </a:cubicBezTo>
                <a:lnTo>
                  <a:pt x="75138" y="59187"/>
                </a:lnTo>
                <a:cubicBezTo>
                  <a:pt x="75215" y="59213"/>
                  <a:pt x="75317" y="59238"/>
                  <a:pt x="75419" y="59238"/>
                </a:cubicBezTo>
                <a:cubicBezTo>
                  <a:pt x="75598" y="59238"/>
                  <a:pt x="75776" y="59136"/>
                  <a:pt x="75878" y="59008"/>
                </a:cubicBezTo>
                <a:close/>
                <a:moveTo>
                  <a:pt x="80957" y="61229"/>
                </a:moveTo>
                <a:lnTo>
                  <a:pt x="93463" y="66716"/>
                </a:lnTo>
                <a:cubicBezTo>
                  <a:pt x="93438" y="66767"/>
                  <a:pt x="93438" y="66818"/>
                  <a:pt x="93438" y="66869"/>
                </a:cubicBezTo>
                <a:lnTo>
                  <a:pt x="84964" y="67533"/>
                </a:lnTo>
                <a:lnTo>
                  <a:pt x="68069" y="68860"/>
                </a:lnTo>
                <a:cubicBezTo>
                  <a:pt x="68043" y="68783"/>
                  <a:pt x="68017" y="68732"/>
                  <a:pt x="67992" y="68656"/>
                </a:cubicBezTo>
                <a:lnTo>
                  <a:pt x="80957" y="61229"/>
                </a:lnTo>
                <a:close/>
                <a:moveTo>
                  <a:pt x="118986" y="61356"/>
                </a:moveTo>
                <a:lnTo>
                  <a:pt x="110997" y="65746"/>
                </a:lnTo>
                <a:lnTo>
                  <a:pt x="104515" y="69345"/>
                </a:lnTo>
                <a:lnTo>
                  <a:pt x="103060" y="64981"/>
                </a:lnTo>
                <a:lnTo>
                  <a:pt x="118986" y="61356"/>
                </a:lnTo>
                <a:close/>
                <a:moveTo>
                  <a:pt x="23557" y="59238"/>
                </a:moveTo>
                <a:lnTo>
                  <a:pt x="36548" y="66614"/>
                </a:lnTo>
                <a:cubicBezTo>
                  <a:pt x="36497" y="66742"/>
                  <a:pt x="36446" y="66844"/>
                  <a:pt x="36446" y="66997"/>
                </a:cubicBezTo>
                <a:cubicBezTo>
                  <a:pt x="36446" y="67227"/>
                  <a:pt x="36574" y="67456"/>
                  <a:pt x="36752" y="67584"/>
                </a:cubicBezTo>
                <a:lnTo>
                  <a:pt x="34175" y="72050"/>
                </a:lnTo>
                <a:lnTo>
                  <a:pt x="23481" y="59340"/>
                </a:lnTo>
                <a:cubicBezTo>
                  <a:pt x="23506" y="59315"/>
                  <a:pt x="23532" y="59264"/>
                  <a:pt x="23557" y="59238"/>
                </a:cubicBezTo>
                <a:close/>
                <a:moveTo>
                  <a:pt x="119088" y="61535"/>
                </a:moveTo>
                <a:cubicBezTo>
                  <a:pt x="119088" y="61561"/>
                  <a:pt x="119114" y="61586"/>
                  <a:pt x="119139" y="61612"/>
                </a:cubicBezTo>
                <a:lnTo>
                  <a:pt x="111891" y="71412"/>
                </a:lnTo>
                <a:lnTo>
                  <a:pt x="107705" y="77078"/>
                </a:lnTo>
                <a:cubicBezTo>
                  <a:pt x="107552" y="77002"/>
                  <a:pt x="107399" y="76951"/>
                  <a:pt x="107220" y="76951"/>
                </a:cubicBezTo>
                <a:cubicBezTo>
                  <a:pt x="107143" y="76951"/>
                  <a:pt x="107092" y="76951"/>
                  <a:pt x="107016" y="76976"/>
                </a:cubicBezTo>
                <a:lnTo>
                  <a:pt x="104566" y="69524"/>
                </a:lnTo>
                <a:lnTo>
                  <a:pt x="111431" y="65746"/>
                </a:lnTo>
                <a:lnTo>
                  <a:pt x="119088" y="61535"/>
                </a:lnTo>
                <a:close/>
                <a:moveTo>
                  <a:pt x="119981" y="61739"/>
                </a:moveTo>
                <a:lnTo>
                  <a:pt x="127664" y="73199"/>
                </a:lnTo>
                <a:lnTo>
                  <a:pt x="123172" y="78916"/>
                </a:lnTo>
                <a:lnTo>
                  <a:pt x="108164" y="77869"/>
                </a:lnTo>
                <a:cubicBezTo>
                  <a:pt x="108164" y="77614"/>
                  <a:pt x="108037" y="77385"/>
                  <a:pt x="107858" y="77206"/>
                </a:cubicBezTo>
                <a:lnTo>
                  <a:pt x="119318" y="61739"/>
                </a:lnTo>
                <a:cubicBezTo>
                  <a:pt x="119420" y="61790"/>
                  <a:pt x="119547" y="61816"/>
                  <a:pt x="119675" y="61816"/>
                </a:cubicBezTo>
                <a:cubicBezTo>
                  <a:pt x="119777" y="61816"/>
                  <a:pt x="119879" y="61790"/>
                  <a:pt x="119981" y="61739"/>
                </a:cubicBezTo>
                <a:close/>
                <a:moveTo>
                  <a:pt x="142288" y="55027"/>
                </a:moveTo>
                <a:cubicBezTo>
                  <a:pt x="142288" y="55052"/>
                  <a:pt x="142314" y="55052"/>
                  <a:pt x="142339" y="55052"/>
                </a:cubicBezTo>
                <a:lnTo>
                  <a:pt x="132283" y="78916"/>
                </a:lnTo>
                <a:cubicBezTo>
                  <a:pt x="132232" y="78916"/>
                  <a:pt x="132156" y="78890"/>
                  <a:pt x="132105" y="78890"/>
                </a:cubicBezTo>
                <a:cubicBezTo>
                  <a:pt x="131977" y="78890"/>
                  <a:pt x="131875" y="78916"/>
                  <a:pt x="131773" y="78967"/>
                </a:cubicBezTo>
                <a:lnTo>
                  <a:pt x="127919" y="73224"/>
                </a:lnTo>
                <a:lnTo>
                  <a:pt x="142288" y="55027"/>
                </a:lnTo>
                <a:close/>
                <a:moveTo>
                  <a:pt x="102881" y="65032"/>
                </a:moveTo>
                <a:lnTo>
                  <a:pt x="104336" y="69422"/>
                </a:lnTo>
                <a:lnTo>
                  <a:pt x="86955" y="78992"/>
                </a:lnTo>
                <a:cubicBezTo>
                  <a:pt x="86930" y="78967"/>
                  <a:pt x="86904" y="78941"/>
                  <a:pt x="86879" y="78916"/>
                </a:cubicBezTo>
                <a:lnTo>
                  <a:pt x="91268" y="71770"/>
                </a:lnTo>
                <a:lnTo>
                  <a:pt x="93846" y="67558"/>
                </a:lnTo>
                <a:cubicBezTo>
                  <a:pt x="93923" y="67609"/>
                  <a:pt x="94025" y="67609"/>
                  <a:pt x="94127" y="67609"/>
                </a:cubicBezTo>
                <a:cubicBezTo>
                  <a:pt x="94510" y="67609"/>
                  <a:pt x="94842" y="67303"/>
                  <a:pt x="94842" y="66920"/>
                </a:cubicBezTo>
                <a:cubicBezTo>
                  <a:pt x="94842" y="66895"/>
                  <a:pt x="94842" y="66869"/>
                  <a:pt x="94842" y="66844"/>
                </a:cubicBezTo>
                <a:lnTo>
                  <a:pt x="102881" y="65032"/>
                </a:lnTo>
                <a:close/>
                <a:moveTo>
                  <a:pt x="104387" y="69626"/>
                </a:moveTo>
                <a:lnTo>
                  <a:pt x="106837" y="77053"/>
                </a:lnTo>
                <a:cubicBezTo>
                  <a:pt x="106531" y="77180"/>
                  <a:pt x="106301" y="77512"/>
                  <a:pt x="106276" y="77869"/>
                </a:cubicBezTo>
                <a:lnTo>
                  <a:pt x="87083" y="79222"/>
                </a:lnTo>
                <a:cubicBezTo>
                  <a:pt x="87083" y="79197"/>
                  <a:pt x="87057" y="79197"/>
                  <a:pt x="87057" y="79171"/>
                </a:cubicBezTo>
                <a:lnTo>
                  <a:pt x="104387" y="69626"/>
                </a:lnTo>
                <a:close/>
                <a:moveTo>
                  <a:pt x="142518" y="55129"/>
                </a:moveTo>
                <a:cubicBezTo>
                  <a:pt x="142569" y="55155"/>
                  <a:pt x="142620" y="55180"/>
                  <a:pt x="142696" y="55180"/>
                </a:cubicBezTo>
                <a:lnTo>
                  <a:pt x="142696" y="77818"/>
                </a:lnTo>
                <a:lnTo>
                  <a:pt x="132794" y="79426"/>
                </a:lnTo>
                <a:cubicBezTo>
                  <a:pt x="132743" y="79248"/>
                  <a:pt x="132640" y="79095"/>
                  <a:pt x="132462" y="78992"/>
                </a:cubicBezTo>
                <a:lnTo>
                  <a:pt x="142518" y="55129"/>
                </a:lnTo>
                <a:close/>
                <a:moveTo>
                  <a:pt x="127791" y="73378"/>
                </a:moveTo>
                <a:lnTo>
                  <a:pt x="131620" y="79069"/>
                </a:lnTo>
                <a:cubicBezTo>
                  <a:pt x="131492" y="79171"/>
                  <a:pt x="131415" y="79324"/>
                  <a:pt x="131364" y="79477"/>
                </a:cubicBezTo>
                <a:lnTo>
                  <a:pt x="128914" y="79299"/>
                </a:lnTo>
                <a:lnTo>
                  <a:pt x="123401" y="78916"/>
                </a:lnTo>
                <a:lnTo>
                  <a:pt x="127791" y="73378"/>
                </a:lnTo>
                <a:close/>
                <a:moveTo>
                  <a:pt x="58319" y="62964"/>
                </a:moveTo>
                <a:lnTo>
                  <a:pt x="63959" y="66920"/>
                </a:lnTo>
                <a:lnTo>
                  <a:pt x="66307" y="68579"/>
                </a:lnTo>
                <a:cubicBezTo>
                  <a:pt x="66231" y="68707"/>
                  <a:pt x="66205" y="68860"/>
                  <a:pt x="66205" y="69039"/>
                </a:cubicBezTo>
                <a:cubicBezTo>
                  <a:pt x="66205" y="69447"/>
                  <a:pt x="66461" y="69779"/>
                  <a:pt x="66818" y="69906"/>
                </a:cubicBezTo>
                <a:lnTo>
                  <a:pt x="64674" y="78023"/>
                </a:lnTo>
                <a:lnTo>
                  <a:pt x="64113" y="80218"/>
                </a:lnTo>
                <a:lnTo>
                  <a:pt x="64010" y="80218"/>
                </a:lnTo>
                <a:cubicBezTo>
                  <a:pt x="63959" y="80218"/>
                  <a:pt x="63934" y="80218"/>
                  <a:pt x="63883" y="80243"/>
                </a:cubicBezTo>
                <a:lnTo>
                  <a:pt x="58115" y="63092"/>
                </a:lnTo>
                <a:cubicBezTo>
                  <a:pt x="58191" y="63066"/>
                  <a:pt x="58268" y="63015"/>
                  <a:pt x="58319" y="62964"/>
                </a:cubicBezTo>
                <a:close/>
                <a:moveTo>
                  <a:pt x="57145" y="62735"/>
                </a:moveTo>
                <a:cubicBezTo>
                  <a:pt x="57247" y="62990"/>
                  <a:pt x="57502" y="63169"/>
                  <a:pt x="57808" y="63169"/>
                </a:cubicBezTo>
                <a:lnTo>
                  <a:pt x="57936" y="63169"/>
                </a:lnTo>
                <a:lnTo>
                  <a:pt x="63704" y="80294"/>
                </a:lnTo>
                <a:cubicBezTo>
                  <a:pt x="63628" y="80320"/>
                  <a:pt x="63577" y="80371"/>
                  <a:pt x="63551" y="80396"/>
                </a:cubicBezTo>
                <a:lnTo>
                  <a:pt x="46604" y="65619"/>
                </a:lnTo>
                <a:cubicBezTo>
                  <a:pt x="46706" y="65440"/>
                  <a:pt x="46783" y="65261"/>
                  <a:pt x="46783" y="65057"/>
                </a:cubicBezTo>
                <a:cubicBezTo>
                  <a:pt x="46783" y="65032"/>
                  <a:pt x="46783" y="65006"/>
                  <a:pt x="46757" y="64955"/>
                </a:cubicBezTo>
                <a:lnTo>
                  <a:pt x="57145" y="62735"/>
                </a:lnTo>
                <a:close/>
                <a:moveTo>
                  <a:pt x="93438" y="67073"/>
                </a:moveTo>
                <a:cubicBezTo>
                  <a:pt x="93438" y="67073"/>
                  <a:pt x="93463" y="67099"/>
                  <a:pt x="93463" y="67125"/>
                </a:cubicBezTo>
                <a:lnTo>
                  <a:pt x="79426" y="73658"/>
                </a:lnTo>
                <a:lnTo>
                  <a:pt x="64623" y="80549"/>
                </a:lnTo>
                <a:cubicBezTo>
                  <a:pt x="64546" y="80422"/>
                  <a:pt x="64444" y="80320"/>
                  <a:pt x="64291" y="80269"/>
                </a:cubicBezTo>
                <a:lnTo>
                  <a:pt x="66205" y="72969"/>
                </a:lnTo>
                <a:lnTo>
                  <a:pt x="66997" y="69958"/>
                </a:lnTo>
                <a:cubicBezTo>
                  <a:pt x="67048" y="69983"/>
                  <a:pt x="67099" y="69983"/>
                  <a:pt x="67124" y="69983"/>
                </a:cubicBezTo>
                <a:cubicBezTo>
                  <a:pt x="67660" y="69983"/>
                  <a:pt x="68069" y="69575"/>
                  <a:pt x="68069" y="69064"/>
                </a:cubicBezTo>
                <a:lnTo>
                  <a:pt x="87670" y="67507"/>
                </a:lnTo>
                <a:lnTo>
                  <a:pt x="93438" y="67073"/>
                </a:lnTo>
                <a:close/>
                <a:moveTo>
                  <a:pt x="93540" y="67303"/>
                </a:moveTo>
                <a:cubicBezTo>
                  <a:pt x="93566" y="67354"/>
                  <a:pt x="93617" y="67405"/>
                  <a:pt x="93693" y="67456"/>
                </a:cubicBezTo>
                <a:lnTo>
                  <a:pt x="86725" y="78814"/>
                </a:lnTo>
                <a:cubicBezTo>
                  <a:pt x="86649" y="78788"/>
                  <a:pt x="86572" y="78763"/>
                  <a:pt x="86496" y="78763"/>
                </a:cubicBezTo>
                <a:cubicBezTo>
                  <a:pt x="86190" y="78763"/>
                  <a:pt x="85934" y="78992"/>
                  <a:pt x="85909" y="79299"/>
                </a:cubicBezTo>
                <a:lnTo>
                  <a:pt x="64725" y="80805"/>
                </a:lnTo>
                <a:cubicBezTo>
                  <a:pt x="64725" y="80779"/>
                  <a:pt x="64725" y="80754"/>
                  <a:pt x="64700" y="80728"/>
                </a:cubicBezTo>
                <a:lnTo>
                  <a:pt x="79656" y="73760"/>
                </a:lnTo>
                <a:lnTo>
                  <a:pt x="93540" y="67303"/>
                </a:lnTo>
                <a:close/>
                <a:moveTo>
                  <a:pt x="23328" y="59468"/>
                </a:moveTo>
                <a:lnTo>
                  <a:pt x="34073" y="72229"/>
                </a:lnTo>
                <a:lnTo>
                  <a:pt x="28432" y="82081"/>
                </a:lnTo>
                <a:cubicBezTo>
                  <a:pt x="28304" y="82030"/>
                  <a:pt x="28177" y="81979"/>
                  <a:pt x="28049" y="81979"/>
                </a:cubicBezTo>
                <a:cubicBezTo>
                  <a:pt x="27998" y="81979"/>
                  <a:pt x="27973" y="82004"/>
                  <a:pt x="27947" y="82004"/>
                </a:cubicBezTo>
                <a:lnTo>
                  <a:pt x="24323" y="65312"/>
                </a:lnTo>
                <a:lnTo>
                  <a:pt x="23072" y="59570"/>
                </a:lnTo>
                <a:cubicBezTo>
                  <a:pt x="23174" y="59544"/>
                  <a:pt x="23251" y="59519"/>
                  <a:pt x="23328" y="59468"/>
                </a:cubicBezTo>
                <a:close/>
                <a:moveTo>
                  <a:pt x="21898" y="58983"/>
                </a:moveTo>
                <a:cubicBezTo>
                  <a:pt x="22026" y="59366"/>
                  <a:pt x="22383" y="59621"/>
                  <a:pt x="22792" y="59621"/>
                </a:cubicBezTo>
                <a:lnTo>
                  <a:pt x="22894" y="59621"/>
                </a:lnTo>
                <a:lnTo>
                  <a:pt x="27743" y="82055"/>
                </a:lnTo>
                <a:cubicBezTo>
                  <a:pt x="27590" y="82106"/>
                  <a:pt x="27437" y="82183"/>
                  <a:pt x="27335" y="82310"/>
                </a:cubicBezTo>
                <a:lnTo>
                  <a:pt x="1761" y="64011"/>
                </a:lnTo>
                <a:cubicBezTo>
                  <a:pt x="1838" y="63883"/>
                  <a:pt x="1889" y="63730"/>
                  <a:pt x="1889" y="63551"/>
                </a:cubicBezTo>
                <a:cubicBezTo>
                  <a:pt x="1889" y="63526"/>
                  <a:pt x="1889" y="63475"/>
                  <a:pt x="1889" y="63449"/>
                </a:cubicBezTo>
                <a:lnTo>
                  <a:pt x="21898" y="58983"/>
                </a:lnTo>
                <a:close/>
                <a:moveTo>
                  <a:pt x="1659" y="64189"/>
                </a:moveTo>
                <a:lnTo>
                  <a:pt x="20061" y="77359"/>
                </a:lnTo>
                <a:lnTo>
                  <a:pt x="27207" y="82464"/>
                </a:lnTo>
                <a:cubicBezTo>
                  <a:pt x="27181" y="82515"/>
                  <a:pt x="27156" y="82566"/>
                  <a:pt x="27156" y="82617"/>
                </a:cubicBezTo>
                <a:lnTo>
                  <a:pt x="1582" y="76746"/>
                </a:lnTo>
                <a:cubicBezTo>
                  <a:pt x="1582" y="76721"/>
                  <a:pt x="1582" y="76721"/>
                  <a:pt x="1582" y="76695"/>
                </a:cubicBezTo>
                <a:cubicBezTo>
                  <a:pt x="1582" y="76389"/>
                  <a:pt x="1353" y="76108"/>
                  <a:pt x="1046" y="76057"/>
                </a:cubicBezTo>
                <a:lnTo>
                  <a:pt x="1046" y="64496"/>
                </a:lnTo>
                <a:cubicBezTo>
                  <a:pt x="1276" y="64470"/>
                  <a:pt x="1506" y="64343"/>
                  <a:pt x="1659" y="64189"/>
                </a:cubicBezTo>
                <a:close/>
                <a:moveTo>
                  <a:pt x="142339" y="78074"/>
                </a:moveTo>
                <a:lnTo>
                  <a:pt x="132283" y="84684"/>
                </a:lnTo>
                <a:cubicBezTo>
                  <a:pt x="132130" y="84531"/>
                  <a:pt x="131951" y="84403"/>
                  <a:pt x="131747" y="84378"/>
                </a:cubicBezTo>
                <a:lnTo>
                  <a:pt x="132130" y="80371"/>
                </a:lnTo>
                <a:cubicBezTo>
                  <a:pt x="132513" y="80345"/>
                  <a:pt x="132845" y="80039"/>
                  <a:pt x="132845" y="79631"/>
                </a:cubicBezTo>
                <a:cubicBezTo>
                  <a:pt x="132819" y="79631"/>
                  <a:pt x="132819" y="79605"/>
                  <a:pt x="132819" y="79605"/>
                </a:cubicBezTo>
                <a:lnTo>
                  <a:pt x="142339" y="78074"/>
                </a:lnTo>
                <a:close/>
                <a:moveTo>
                  <a:pt x="142671" y="78074"/>
                </a:moveTo>
                <a:lnTo>
                  <a:pt x="142671" y="82489"/>
                </a:lnTo>
                <a:lnTo>
                  <a:pt x="142696" y="82489"/>
                </a:lnTo>
                <a:lnTo>
                  <a:pt x="132436" y="84965"/>
                </a:lnTo>
                <a:cubicBezTo>
                  <a:pt x="132411" y="84939"/>
                  <a:pt x="132411" y="84888"/>
                  <a:pt x="132385" y="84863"/>
                </a:cubicBezTo>
                <a:lnTo>
                  <a:pt x="142671" y="78074"/>
                </a:lnTo>
                <a:close/>
                <a:moveTo>
                  <a:pt x="106301" y="78074"/>
                </a:moveTo>
                <a:cubicBezTo>
                  <a:pt x="106301" y="78099"/>
                  <a:pt x="106327" y="78125"/>
                  <a:pt x="106327" y="78176"/>
                </a:cubicBezTo>
                <a:lnTo>
                  <a:pt x="87874" y="85807"/>
                </a:lnTo>
                <a:lnTo>
                  <a:pt x="86700" y="79937"/>
                </a:lnTo>
                <a:cubicBezTo>
                  <a:pt x="86904" y="79835"/>
                  <a:pt x="87057" y="79656"/>
                  <a:pt x="87083" y="79426"/>
                </a:cubicBezTo>
                <a:lnTo>
                  <a:pt x="94535" y="78890"/>
                </a:lnTo>
                <a:lnTo>
                  <a:pt x="106301" y="78074"/>
                </a:lnTo>
                <a:close/>
                <a:moveTo>
                  <a:pt x="37493" y="67660"/>
                </a:moveTo>
                <a:lnTo>
                  <a:pt x="45941" y="86011"/>
                </a:lnTo>
                <a:lnTo>
                  <a:pt x="34328" y="72203"/>
                </a:lnTo>
                <a:lnTo>
                  <a:pt x="36931" y="67686"/>
                </a:lnTo>
                <a:cubicBezTo>
                  <a:pt x="37008" y="67712"/>
                  <a:pt x="37084" y="67737"/>
                  <a:pt x="37186" y="67737"/>
                </a:cubicBezTo>
                <a:cubicBezTo>
                  <a:pt x="37288" y="67737"/>
                  <a:pt x="37390" y="67712"/>
                  <a:pt x="37493" y="67660"/>
                </a:cubicBezTo>
                <a:close/>
                <a:moveTo>
                  <a:pt x="44945" y="65363"/>
                </a:moveTo>
                <a:cubicBezTo>
                  <a:pt x="45047" y="65695"/>
                  <a:pt x="45379" y="65976"/>
                  <a:pt x="45762" y="66002"/>
                </a:cubicBezTo>
                <a:lnTo>
                  <a:pt x="46221" y="86011"/>
                </a:lnTo>
                <a:cubicBezTo>
                  <a:pt x="46196" y="86011"/>
                  <a:pt x="46196" y="86037"/>
                  <a:pt x="46170" y="86037"/>
                </a:cubicBezTo>
                <a:lnTo>
                  <a:pt x="37646" y="67533"/>
                </a:lnTo>
                <a:cubicBezTo>
                  <a:pt x="37824" y="67405"/>
                  <a:pt x="37901" y="67201"/>
                  <a:pt x="37901" y="66997"/>
                </a:cubicBezTo>
                <a:cubicBezTo>
                  <a:pt x="37901" y="66946"/>
                  <a:pt x="37901" y="66920"/>
                  <a:pt x="37901" y="66869"/>
                </a:cubicBezTo>
                <a:lnTo>
                  <a:pt x="44945" y="65363"/>
                </a:lnTo>
                <a:close/>
                <a:moveTo>
                  <a:pt x="46476" y="65746"/>
                </a:moveTo>
                <a:lnTo>
                  <a:pt x="63398" y="80549"/>
                </a:lnTo>
                <a:cubicBezTo>
                  <a:pt x="63321" y="80651"/>
                  <a:pt x="63296" y="80805"/>
                  <a:pt x="63296" y="80958"/>
                </a:cubicBezTo>
                <a:cubicBezTo>
                  <a:pt x="63296" y="80983"/>
                  <a:pt x="63296" y="81034"/>
                  <a:pt x="63296" y="81085"/>
                </a:cubicBezTo>
                <a:lnTo>
                  <a:pt x="54031" y="84046"/>
                </a:lnTo>
                <a:lnTo>
                  <a:pt x="46885" y="86343"/>
                </a:lnTo>
                <a:cubicBezTo>
                  <a:pt x="46808" y="86164"/>
                  <a:pt x="46630" y="86037"/>
                  <a:pt x="46425" y="86011"/>
                </a:cubicBezTo>
                <a:lnTo>
                  <a:pt x="46272" y="80166"/>
                </a:lnTo>
                <a:lnTo>
                  <a:pt x="45941" y="66002"/>
                </a:lnTo>
                <a:cubicBezTo>
                  <a:pt x="46145" y="65976"/>
                  <a:pt x="46323" y="65874"/>
                  <a:pt x="46476" y="65746"/>
                </a:cubicBezTo>
                <a:close/>
                <a:moveTo>
                  <a:pt x="34226" y="72408"/>
                </a:moveTo>
                <a:lnTo>
                  <a:pt x="45864" y="86215"/>
                </a:lnTo>
                <a:cubicBezTo>
                  <a:pt x="45813" y="86266"/>
                  <a:pt x="45787" y="86343"/>
                  <a:pt x="45762" y="86419"/>
                </a:cubicBezTo>
                <a:lnTo>
                  <a:pt x="28968" y="83025"/>
                </a:lnTo>
                <a:cubicBezTo>
                  <a:pt x="28968" y="82999"/>
                  <a:pt x="28994" y="82974"/>
                  <a:pt x="28994" y="82948"/>
                </a:cubicBezTo>
                <a:cubicBezTo>
                  <a:pt x="28994" y="82617"/>
                  <a:pt x="28815" y="82361"/>
                  <a:pt x="28585" y="82183"/>
                </a:cubicBezTo>
                <a:lnTo>
                  <a:pt x="34226" y="72408"/>
                </a:lnTo>
                <a:close/>
                <a:moveTo>
                  <a:pt x="85909" y="79503"/>
                </a:moveTo>
                <a:cubicBezTo>
                  <a:pt x="85934" y="79631"/>
                  <a:pt x="86011" y="79733"/>
                  <a:pt x="86113" y="79809"/>
                </a:cubicBezTo>
                <a:lnTo>
                  <a:pt x="81059" y="88053"/>
                </a:lnTo>
                <a:cubicBezTo>
                  <a:pt x="80932" y="87976"/>
                  <a:pt x="80804" y="87951"/>
                  <a:pt x="80651" y="87951"/>
                </a:cubicBezTo>
                <a:cubicBezTo>
                  <a:pt x="80319" y="87951"/>
                  <a:pt x="80013" y="88129"/>
                  <a:pt x="79860" y="88410"/>
                </a:cubicBezTo>
                <a:lnTo>
                  <a:pt x="72509" y="84888"/>
                </a:lnTo>
                <a:lnTo>
                  <a:pt x="64700" y="81162"/>
                </a:lnTo>
                <a:cubicBezTo>
                  <a:pt x="64725" y="81111"/>
                  <a:pt x="64751" y="81060"/>
                  <a:pt x="64751" y="81009"/>
                </a:cubicBezTo>
                <a:lnTo>
                  <a:pt x="85909" y="79503"/>
                </a:lnTo>
                <a:close/>
                <a:moveTo>
                  <a:pt x="86266" y="79911"/>
                </a:moveTo>
                <a:cubicBezTo>
                  <a:pt x="86343" y="79937"/>
                  <a:pt x="86419" y="79962"/>
                  <a:pt x="86496" y="79962"/>
                </a:cubicBezTo>
                <a:lnTo>
                  <a:pt x="86521" y="79962"/>
                </a:lnTo>
                <a:lnTo>
                  <a:pt x="87695" y="85884"/>
                </a:lnTo>
                <a:lnTo>
                  <a:pt x="84326" y="87262"/>
                </a:lnTo>
                <a:lnTo>
                  <a:pt x="81493" y="88436"/>
                </a:lnTo>
                <a:cubicBezTo>
                  <a:pt x="81417" y="88334"/>
                  <a:pt x="81340" y="88232"/>
                  <a:pt x="81238" y="88155"/>
                </a:cubicBezTo>
                <a:lnTo>
                  <a:pt x="86266" y="79911"/>
                </a:lnTo>
                <a:close/>
                <a:moveTo>
                  <a:pt x="108164" y="78074"/>
                </a:moveTo>
                <a:lnTo>
                  <a:pt x="110793" y="78252"/>
                </a:lnTo>
                <a:lnTo>
                  <a:pt x="123018" y="79095"/>
                </a:lnTo>
                <a:lnTo>
                  <a:pt x="115617" y="88487"/>
                </a:lnTo>
                <a:cubicBezTo>
                  <a:pt x="115464" y="88385"/>
                  <a:pt x="115285" y="88334"/>
                  <a:pt x="115107" y="88334"/>
                </a:cubicBezTo>
                <a:cubicBezTo>
                  <a:pt x="114953" y="88334"/>
                  <a:pt x="114800" y="88385"/>
                  <a:pt x="114647" y="88461"/>
                </a:cubicBezTo>
                <a:lnTo>
                  <a:pt x="112912" y="85909"/>
                </a:lnTo>
                <a:lnTo>
                  <a:pt x="107858" y="78610"/>
                </a:lnTo>
                <a:cubicBezTo>
                  <a:pt x="108011" y="78482"/>
                  <a:pt x="108113" y="78278"/>
                  <a:pt x="108164" y="78074"/>
                </a:cubicBezTo>
                <a:close/>
                <a:moveTo>
                  <a:pt x="123274" y="79120"/>
                </a:moveTo>
                <a:lnTo>
                  <a:pt x="131364" y="79682"/>
                </a:lnTo>
                <a:cubicBezTo>
                  <a:pt x="131364" y="79758"/>
                  <a:pt x="131390" y="79835"/>
                  <a:pt x="131415" y="79886"/>
                </a:cubicBezTo>
                <a:lnTo>
                  <a:pt x="124244" y="83969"/>
                </a:lnTo>
                <a:lnTo>
                  <a:pt x="115872" y="88742"/>
                </a:lnTo>
                <a:cubicBezTo>
                  <a:pt x="115847" y="88691"/>
                  <a:pt x="115796" y="88640"/>
                  <a:pt x="115770" y="88614"/>
                </a:cubicBezTo>
                <a:lnTo>
                  <a:pt x="123274" y="79120"/>
                </a:lnTo>
                <a:close/>
                <a:moveTo>
                  <a:pt x="131517" y="80064"/>
                </a:moveTo>
                <a:cubicBezTo>
                  <a:pt x="131620" y="80192"/>
                  <a:pt x="131747" y="80294"/>
                  <a:pt x="131926" y="80345"/>
                </a:cubicBezTo>
                <a:lnTo>
                  <a:pt x="131543" y="84352"/>
                </a:lnTo>
                <a:cubicBezTo>
                  <a:pt x="131007" y="84352"/>
                  <a:pt x="130599" y="84761"/>
                  <a:pt x="130599" y="85296"/>
                </a:cubicBezTo>
                <a:cubicBezTo>
                  <a:pt x="130599" y="85322"/>
                  <a:pt x="130599" y="85373"/>
                  <a:pt x="130624" y="85424"/>
                </a:cubicBezTo>
                <a:lnTo>
                  <a:pt x="116000" y="88972"/>
                </a:lnTo>
                <a:cubicBezTo>
                  <a:pt x="115974" y="88946"/>
                  <a:pt x="115974" y="88921"/>
                  <a:pt x="115974" y="88895"/>
                </a:cubicBezTo>
                <a:lnTo>
                  <a:pt x="130190" y="80830"/>
                </a:lnTo>
                <a:lnTo>
                  <a:pt x="131517" y="80064"/>
                </a:lnTo>
                <a:close/>
                <a:moveTo>
                  <a:pt x="64623" y="81341"/>
                </a:moveTo>
                <a:lnTo>
                  <a:pt x="68120" y="83025"/>
                </a:lnTo>
                <a:lnTo>
                  <a:pt x="79758" y="88589"/>
                </a:lnTo>
                <a:cubicBezTo>
                  <a:pt x="79732" y="88691"/>
                  <a:pt x="79707" y="88793"/>
                  <a:pt x="79707" y="88895"/>
                </a:cubicBezTo>
                <a:cubicBezTo>
                  <a:pt x="79707" y="88946"/>
                  <a:pt x="79732" y="88997"/>
                  <a:pt x="79732" y="89074"/>
                </a:cubicBezTo>
                <a:lnTo>
                  <a:pt x="70570" y="91805"/>
                </a:lnTo>
                <a:lnTo>
                  <a:pt x="64470" y="81519"/>
                </a:lnTo>
                <a:cubicBezTo>
                  <a:pt x="64521" y="81468"/>
                  <a:pt x="64572" y="81417"/>
                  <a:pt x="64623" y="81341"/>
                </a:cubicBezTo>
                <a:close/>
                <a:moveTo>
                  <a:pt x="64291" y="81621"/>
                </a:moveTo>
                <a:lnTo>
                  <a:pt x="70391" y="91856"/>
                </a:lnTo>
                <a:lnTo>
                  <a:pt x="63194" y="94025"/>
                </a:lnTo>
                <a:cubicBezTo>
                  <a:pt x="63092" y="93847"/>
                  <a:pt x="62939" y="93744"/>
                  <a:pt x="62760" y="93719"/>
                </a:cubicBezTo>
                <a:lnTo>
                  <a:pt x="64036" y="81672"/>
                </a:lnTo>
                <a:cubicBezTo>
                  <a:pt x="64138" y="81672"/>
                  <a:pt x="64215" y="81672"/>
                  <a:pt x="64291" y="81621"/>
                </a:cubicBezTo>
                <a:close/>
                <a:moveTo>
                  <a:pt x="63372" y="81264"/>
                </a:moveTo>
                <a:cubicBezTo>
                  <a:pt x="63398" y="81341"/>
                  <a:pt x="63449" y="81417"/>
                  <a:pt x="63526" y="81494"/>
                </a:cubicBezTo>
                <a:lnTo>
                  <a:pt x="53470" y="96322"/>
                </a:lnTo>
                <a:cubicBezTo>
                  <a:pt x="53342" y="96246"/>
                  <a:pt x="53189" y="96220"/>
                  <a:pt x="53036" y="96220"/>
                </a:cubicBezTo>
                <a:cubicBezTo>
                  <a:pt x="52883" y="96220"/>
                  <a:pt x="52730" y="96246"/>
                  <a:pt x="52602" y="96322"/>
                </a:cubicBezTo>
                <a:lnTo>
                  <a:pt x="46757" y="87083"/>
                </a:lnTo>
                <a:cubicBezTo>
                  <a:pt x="46885" y="86981"/>
                  <a:pt x="46961" y="86802"/>
                  <a:pt x="46961" y="86624"/>
                </a:cubicBezTo>
                <a:cubicBezTo>
                  <a:pt x="46961" y="86598"/>
                  <a:pt x="46961" y="86573"/>
                  <a:pt x="46961" y="86522"/>
                </a:cubicBezTo>
                <a:lnTo>
                  <a:pt x="54108" y="84225"/>
                </a:lnTo>
                <a:lnTo>
                  <a:pt x="63372" y="81264"/>
                </a:lnTo>
                <a:close/>
                <a:moveTo>
                  <a:pt x="63704" y="81596"/>
                </a:moveTo>
                <a:cubicBezTo>
                  <a:pt x="63730" y="81621"/>
                  <a:pt x="63781" y="81647"/>
                  <a:pt x="63832" y="81672"/>
                </a:cubicBezTo>
                <a:lnTo>
                  <a:pt x="62556" y="93719"/>
                </a:lnTo>
                <a:cubicBezTo>
                  <a:pt x="62249" y="93770"/>
                  <a:pt x="62020" y="94025"/>
                  <a:pt x="62020" y="94331"/>
                </a:cubicBezTo>
                <a:cubicBezTo>
                  <a:pt x="62020" y="94331"/>
                  <a:pt x="62020" y="94357"/>
                  <a:pt x="62020" y="94357"/>
                </a:cubicBezTo>
                <a:lnTo>
                  <a:pt x="53904" y="96782"/>
                </a:lnTo>
                <a:cubicBezTo>
                  <a:pt x="53852" y="96654"/>
                  <a:pt x="53750" y="96526"/>
                  <a:pt x="53623" y="96424"/>
                </a:cubicBezTo>
                <a:lnTo>
                  <a:pt x="63704" y="81596"/>
                </a:lnTo>
                <a:close/>
                <a:moveTo>
                  <a:pt x="130650" y="85603"/>
                </a:moveTo>
                <a:cubicBezTo>
                  <a:pt x="130777" y="85909"/>
                  <a:pt x="131033" y="86139"/>
                  <a:pt x="131364" y="86215"/>
                </a:cubicBezTo>
                <a:lnTo>
                  <a:pt x="130292" y="97011"/>
                </a:lnTo>
                <a:lnTo>
                  <a:pt x="115974" y="89635"/>
                </a:lnTo>
                <a:cubicBezTo>
                  <a:pt x="116025" y="89533"/>
                  <a:pt x="116051" y="89406"/>
                  <a:pt x="116051" y="89278"/>
                </a:cubicBezTo>
                <a:cubicBezTo>
                  <a:pt x="116051" y="89252"/>
                  <a:pt x="116051" y="89201"/>
                  <a:pt x="116025" y="89150"/>
                </a:cubicBezTo>
                <a:lnTo>
                  <a:pt x="130650" y="85603"/>
                </a:lnTo>
                <a:close/>
                <a:moveTo>
                  <a:pt x="106403" y="78354"/>
                </a:moveTo>
                <a:cubicBezTo>
                  <a:pt x="106454" y="78456"/>
                  <a:pt x="106531" y="78559"/>
                  <a:pt x="106633" y="78635"/>
                </a:cubicBezTo>
                <a:lnTo>
                  <a:pt x="105357" y="80626"/>
                </a:lnTo>
                <a:lnTo>
                  <a:pt x="91422" y="102269"/>
                </a:lnTo>
                <a:cubicBezTo>
                  <a:pt x="91345" y="102243"/>
                  <a:pt x="91243" y="102218"/>
                  <a:pt x="91141" y="102218"/>
                </a:cubicBezTo>
                <a:lnTo>
                  <a:pt x="91115" y="102218"/>
                </a:lnTo>
                <a:lnTo>
                  <a:pt x="87925" y="86011"/>
                </a:lnTo>
                <a:lnTo>
                  <a:pt x="106403" y="78354"/>
                </a:lnTo>
                <a:close/>
                <a:moveTo>
                  <a:pt x="87721" y="86088"/>
                </a:moveTo>
                <a:lnTo>
                  <a:pt x="89431" y="94689"/>
                </a:lnTo>
                <a:lnTo>
                  <a:pt x="90937" y="102269"/>
                </a:lnTo>
                <a:cubicBezTo>
                  <a:pt x="90886" y="102269"/>
                  <a:pt x="90860" y="102294"/>
                  <a:pt x="90835" y="102294"/>
                </a:cubicBezTo>
                <a:lnTo>
                  <a:pt x="84122" y="93336"/>
                </a:lnTo>
                <a:lnTo>
                  <a:pt x="81289" y="89584"/>
                </a:lnTo>
                <a:cubicBezTo>
                  <a:pt x="81493" y="89406"/>
                  <a:pt x="81595" y="89176"/>
                  <a:pt x="81595" y="88895"/>
                </a:cubicBezTo>
                <a:cubicBezTo>
                  <a:pt x="81595" y="88793"/>
                  <a:pt x="81595" y="88717"/>
                  <a:pt x="81570" y="88640"/>
                </a:cubicBezTo>
                <a:lnTo>
                  <a:pt x="86700" y="86522"/>
                </a:lnTo>
                <a:lnTo>
                  <a:pt x="87721" y="86088"/>
                </a:lnTo>
                <a:close/>
                <a:moveTo>
                  <a:pt x="107679" y="78737"/>
                </a:moveTo>
                <a:lnTo>
                  <a:pt x="109185" y="80881"/>
                </a:lnTo>
                <a:lnTo>
                  <a:pt x="114494" y="88563"/>
                </a:lnTo>
                <a:cubicBezTo>
                  <a:pt x="114290" y="88742"/>
                  <a:pt x="114162" y="88997"/>
                  <a:pt x="114162" y="89278"/>
                </a:cubicBezTo>
                <a:cubicBezTo>
                  <a:pt x="114162" y="89431"/>
                  <a:pt x="114188" y="89559"/>
                  <a:pt x="114239" y="89661"/>
                </a:cubicBezTo>
                <a:lnTo>
                  <a:pt x="91677" y="102473"/>
                </a:lnTo>
                <a:cubicBezTo>
                  <a:pt x="91651" y="102448"/>
                  <a:pt x="91626" y="102422"/>
                  <a:pt x="91600" y="102397"/>
                </a:cubicBezTo>
                <a:lnTo>
                  <a:pt x="106812" y="78737"/>
                </a:lnTo>
                <a:cubicBezTo>
                  <a:pt x="106939" y="78814"/>
                  <a:pt x="107067" y="78839"/>
                  <a:pt x="107220" y="78839"/>
                </a:cubicBezTo>
                <a:cubicBezTo>
                  <a:pt x="107399" y="78839"/>
                  <a:pt x="107552" y="78814"/>
                  <a:pt x="107679" y="78737"/>
                </a:cubicBezTo>
                <a:close/>
                <a:moveTo>
                  <a:pt x="142671" y="82693"/>
                </a:moveTo>
                <a:lnTo>
                  <a:pt x="142671" y="102830"/>
                </a:lnTo>
                <a:lnTo>
                  <a:pt x="142696" y="102830"/>
                </a:lnTo>
                <a:cubicBezTo>
                  <a:pt x="142492" y="102856"/>
                  <a:pt x="142314" y="102984"/>
                  <a:pt x="142186" y="103137"/>
                </a:cubicBezTo>
                <a:lnTo>
                  <a:pt x="130497" y="97113"/>
                </a:lnTo>
                <a:lnTo>
                  <a:pt x="131543" y="86241"/>
                </a:lnTo>
                <a:cubicBezTo>
                  <a:pt x="132079" y="86241"/>
                  <a:pt x="132487" y="85807"/>
                  <a:pt x="132487" y="85296"/>
                </a:cubicBezTo>
                <a:cubicBezTo>
                  <a:pt x="132487" y="85245"/>
                  <a:pt x="132487" y="85220"/>
                  <a:pt x="132462" y="85169"/>
                </a:cubicBezTo>
                <a:lnTo>
                  <a:pt x="142671" y="82693"/>
                </a:lnTo>
                <a:close/>
                <a:moveTo>
                  <a:pt x="114341" y="89839"/>
                </a:moveTo>
                <a:cubicBezTo>
                  <a:pt x="114417" y="89942"/>
                  <a:pt x="114545" y="90044"/>
                  <a:pt x="114673" y="90120"/>
                </a:cubicBezTo>
                <a:lnTo>
                  <a:pt x="108802" y="105893"/>
                </a:lnTo>
                <a:lnTo>
                  <a:pt x="100074" y="104362"/>
                </a:lnTo>
                <a:lnTo>
                  <a:pt x="91830" y="102907"/>
                </a:lnTo>
                <a:cubicBezTo>
                  <a:pt x="91830" y="102907"/>
                  <a:pt x="91830" y="102907"/>
                  <a:pt x="91830" y="102881"/>
                </a:cubicBezTo>
                <a:cubicBezTo>
                  <a:pt x="91830" y="102805"/>
                  <a:pt x="91804" y="102728"/>
                  <a:pt x="91779" y="102652"/>
                </a:cubicBezTo>
                <a:lnTo>
                  <a:pt x="114341" y="89839"/>
                </a:lnTo>
                <a:close/>
                <a:moveTo>
                  <a:pt x="115898" y="89814"/>
                </a:moveTo>
                <a:lnTo>
                  <a:pt x="130267" y="97215"/>
                </a:lnTo>
                <a:lnTo>
                  <a:pt x="129144" y="108930"/>
                </a:lnTo>
                <a:cubicBezTo>
                  <a:pt x="129042" y="108930"/>
                  <a:pt x="128940" y="108956"/>
                  <a:pt x="128863" y="109007"/>
                </a:cubicBezTo>
                <a:lnTo>
                  <a:pt x="115719" y="89993"/>
                </a:lnTo>
                <a:cubicBezTo>
                  <a:pt x="115770" y="89942"/>
                  <a:pt x="115847" y="89865"/>
                  <a:pt x="115898" y="89814"/>
                </a:cubicBezTo>
                <a:close/>
                <a:moveTo>
                  <a:pt x="70493" y="92034"/>
                </a:moveTo>
                <a:lnTo>
                  <a:pt x="80651" y="109160"/>
                </a:lnTo>
                <a:lnTo>
                  <a:pt x="63117" y="94740"/>
                </a:lnTo>
                <a:cubicBezTo>
                  <a:pt x="63219" y="94638"/>
                  <a:pt x="63270" y="94485"/>
                  <a:pt x="63270" y="94331"/>
                </a:cubicBezTo>
                <a:cubicBezTo>
                  <a:pt x="63270" y="94280"/>
                  <a:pt x="63270" y="94229"/>
                  <a:pt x="63270" y="94204"/>
                </a:cubicBezTo>
                <a:lnTo>
                  <a:pt x="70493" y="92034"/>
                </a:lnTo>
                <a:close/>
                <a:moveTo>
                  <a:pt x="79783" y="89252"/>
                </a:moveTo>
                <a:cubicBezTo>
                  <a:pt x="79911" y="89584"/>
                  <a:pt x="80217" y="89814"/>
                  <a:pt x="80575" y="89839"/>
                </a:cubicBezTo>
                <a:lnTo>
                  <a:pt x="80804" y="102728"/>
                </a:lnTo>
                <a:lnTo>
                  <a:pt x="80932" y="109237"/>
                </a:lnTo>
                <a:lnTo>
                  <a:pt x="70672" y="91983"/>
                </a:lnTo>
                <a:lnTo>
                  <a:pt x="79783" y="89252"/>
                </a:lnTo>
                <a:close/>
                <a:moveTo>
                  <a:pt x="130471" y="97318"/>
                </a:moveTo>
                <a:lnTo>
                  <a:pt x="142109" y="103315"/>
                </a:lnTo>
                <a:cubicBezTo>
                  <a:pt x="142084" y="103392"/>
                  <a:pt x="142058" y="103468"/>
                  <a:pt x="142058" y="103545"/>
                </a:cubicBezTo>
                <a:cubicBezTo>
                  <a:pt x="142058" y="103622"/>
                  <a:pt x="142058" y="103698"/>
                  <a:pt x="142084" y="103749"/>
                </a:cubicBezTo>
                <a:lnTo>
                  <a:pt x="129731" y="109237"/>
                </a:lnTo>
                <a:cubicBezTo>
                  <a:pt x="129654" y="109109"/>
                  <a:pt x="129501" y="109007"/>
                  <a:pt x="129323" y="108956"/>
                </a:cubicBezTo>
                <a:lnTo>
                  <a:pt x="130471" y="97318"/>
                </a:lnTo>
                <a:close/>
                <a:moveTo>
                  <a:pt x="62071" y="94561"/>
                </a:moveTo>
                <a:cubicBezTo>
                  <a:pt x="62122" y="94714"/>
                  <a:pt x="62249" y="94842"/>
                  <a:pt x="62428" y="94918"/>
                </a:cubicBezTo>
                <a:lnTo>
                  <a:pt x="60871" y="109313"/>
                </a:lnTo>
                <a:lnTo>
                  <a:pt x="53623" y="97879"/>
                </a:lnTo>
                <a:cubicBezTo>
                  <a:pt x="53827" y="97726"/>
                  <a:pt x="53980" y="97445"/>
                  <a:pt x="53980" y="97164"/>
                </a:cubicBezTo>
                <a:cubicBezTo>
                  <a:pt x="53980" y="97088"/>
                  <a:pt x="53980" y="97037"/>
                  <a:pt x="53955" y="96986"/>
                </a:cubicBezTo>
                <a:lnTo>
                  <a:pt x="62071" y="94561"/>
                </a:lnTo>
                <a:close/>
                <a:moveTo>
                  <a:pt x="115566" y="90095"/>
                </a:moveTo>
                <a:lnTo>
                  <a:pt x="119675" y="96041"/>
                </a:lnTo>
                <a:lnTo>
                  <a:pt x="128710" y="109109"/>
                </a:lnTo>
                <a:cubicBezTo>
                  <a:pt x="128633" y="109186"/>
                  <a:pt x="128557" y="109288"/>
                  <a:pt x="128531" y="109390"/>
                </a:cubicBezTo>
                <a:lnTo>
                  <a:pt x="108981" y="105944"/>
                </a:lnTo>
                <a:lnTo>
                  <a:pt x="114877" y="90197"/>
                </a:lnTo>
                <a:cubicBezTo>
                  <a:pt x="114953" y="90222"/>
                  <a:pt x="115030" y="90222"/>
                  <a:pt x="115107" y="90222"/>
                </a:cubicBezTo>
                <a:cubicBezTo>
                  <a:pt x="115260" y="90222"/>
                  <a:pt x="115413" y="90171"/>
                  <a:pt x="115566" y="90095"/>
                </a:cubicBezTo>
                <a:close/>
                <a:moveTo>
                  <a:pt x="81136" y="89712"/>
                </a:moveTo>
                <a:lnTo>
                  <a:pt x="84173" y="93719"/>
                </a:lnTo>
                <a:lnTo>
                  <a:pt x="90681" y="102422"/>
                </a:lnTo>
                <a:cubicBezTo>
                  <a:pt x="90554" y="102550"/>
                  <a:pt x="90477" y="102703"/>
                  <a:pt x="90477" y="102881"/>
                </a:cubicBezTo>
                <a:cubicBezTo>
                  <a:pt x="90477" y="102984"/>
                  <a:pt x="90503" y="103086"/>
                  <a:pt x="90554" y="103162"/>
                </a:cubicBezTo>
                <a:lnTo>
                  <a:pt x="81136" y="109415"/>
                </a:lnTo>
                <a:lnTo>
                  <a:pt x="81008" y="102805"/>
                </a:lnTo>
                <a:lnTo>
                  <a:pt x="80779" y="89814"/>
                </a:lnTo>
                <a:cubicBezTo>
                  <a:pt x="80906" y="89814"/>
                  <a:pt x="81034" y="89763"/>
                  <a:pt x="81136" y="89712"/>
                </a:cubicBezTo>
                <a:close/>
                <a:moveTo>
                  <a:pt x="62964" y="94867"/>
                </a:moveTo>
                <a:lnTo>
                  <a:pt x="80753" y="109492"/>
                </a:lnTo>
                <a:lnTo>
                  <a:pt x="61050" y="109492"/>
                </a:lnTo>
                <a:lnTo>
                  <a:pt x="61764" y="102805"/>
                </a:lnTo>
                <a:lnTo>
                  <a:pt x="62607" y="94944"/>
                </a:lnTo>
                <a:lnTo>
                  <a:pt x="62658" y="94944"/>
                </a:lnTo>
                <a:cubicBezTo>
                  <a:pt x="62760" y="94944"/>
                  <a:pt x="62862" y="94918"/>
                  <a:pt x="62964" y="94867"/>
                </a:cubicBezTo>
                <a:close/>
                <a:moveTo>
                  <a:pt x="91779" y="103111"/>
                </a:moveTo>
                <a:lnTo>
                  <a:pt x="108726" y="106097"/>
                </a:lnTo>
                <a:lnTo>
                  <a:pt x="107450" y="109492"/>
                </a:lnTo>
                <a:lnTo>
                  <a:pt x="81366" y="109492"/>
                </a:lnTo>
                <a:lnTo>
                  <a:pt x="90656" y="103341"/>
                </a:lnTo>
                <a:cubicBezTo>
                  <a:pt x="90784" y="103468"/>
                  <a:pt x="90962" y="103571"/>
                  <a:pt x="91141" y="103571"/>
                </a:cubicBezTo>
                <a:cubicBezTo>
                  <a:pt x="91447" y="103571"/>
                  <a:pt x="91702" y="103366"/>
                  <a:pt x="91779" y="103111"/>
                </a:cubicBezTo>
                <a:close/>
                <a:moveTo>
                  <a:pt x="108905" y="106123"/>
                </a:moveTo>
                <a:lnTo>
                  <a:pt x="128021" y="109492"/>
                </a:lnTo>
                <a:lnTo>
                  <a:pt x="107654" y="109492"/>
                </a:lnTo>
                <a:lnTo>
                  <a:pt x="108905" y="106123"/>
                </a:lnTo>
                <a:close/>
                <a:moveTo>
                  <a:pt x="142160" y="103928"/>
                </a:moveTo>
                <a:cubicBezTo>
                  <a:pt x="142288" y="104107"/>
                  <a:pt x="142467" y="104234"/>
                  <a:pt x="142696" y="104260"/>
                </a:cubicBezTo>
                <a:lnTo>
                  <a:pt x="142696" y="109492"/>
                </a:lnTo>
                <a:lnTo>
                  <a:pt x="129833" y="109492"/>
                </a:lnTo>
                <a:cubicBezTo>
                  <a:pt x="129833" y="109466"/>
                  <a:pt x="129833" y="109441"/>
                  <a:pt x="129807" y="109415"/>
                </a:cubicBezTo>
                <a:lnTo>
                  <a:pt x="142160" y="103928"/>
                </a:lnTo>
                <a:close/>
                <a:moveTo>
                  <a:pt x="944" y="1"/>
                </a:moveTo>
                <a:cubicBezTo>
                  <a:pt x="638" y="1"/>
                  <a:pt x="383" y="256"/>
                  <a:pt x="383" y="588"/>
                </a:cubicBezTo>
                <a:cubicBezTo>
                  <a:pt x="383" y="868"/>
                  <a:pt x="587" y="1098"/>
                  <a:pt x="842" y="1149"/>
                </a:cubicBezTo>
                <a:lnTo>
                  <a:pt x="842" y="16462"/>
                </a:lnTo>
                <a:cubicBezTo>
                  <a:pt x="357" y="16514"/>
                  <a:pt x="0" y="16922"/>
                  <a:pt x="0" y="17407"/>
                </a:cubicBezTo>
                <a:cubicBezTo>
                  <a:pt x="0" y="17892"/>
                  <a:pt x="357" y="18300"/>
                  <a:pt x="842" y="18351"/>
                </a:cubicBezTo>
                <a:lnTo>
                  <a:pt x="842" y="37748"/>
                </a:lnTo>
                <a:cubicBezTo>
                  <a:pt x="357" y="37799"/>
                  <a:pt x="0" y="38208"/>
                  <a:pt x="0" y="38693"/>
                </a:cubicBezTo>
                <a:cubicBezTo>
                  <a:pt x="0" y="39177"/>
                  <a:pt x="357" y="39560"/>
                  <a:pt x="842" y="39611"/>
                </a:cubicBezTo>
                <a:lnTo>
                  <a:pt x="842" y="62607"/>
                </a:lnTo>
                <a:cubicBezTo>
                  <a:pt x="357" y="62658"/>
                  <a:pt x="0" y="63066"/>
                  <a:pt x="0" y="63551"/>
                </a:cubicBezTo>
                <a:cubicBezTo>
                  <a:pt x="0" y="64036"/>
                  <a:pt x="357" y="64445"/>
                  <a:pt x="842" y="64496"/>
                </a:cubicBezTo>
                <a:lnTo>
                  <a:pt x="842" y="76057"/>
                </a:lnTo>
                <a:cubicBezTo>
                  <a:pt x="536" y="76108"/>
                  <a:pt x="306" y="76364"/>
                  <a:pt x="306" y="76695"/>
                </a:cubicBezTo>
                <a:cubicBezTo>
                  <a:pt x="306" y="77053"/>
                  <a:pt x="587" y="77333"/>
                  <a:pt x="944" y="77333"/>
                </a:cubicBezTo>
                <a:cubicBezTo>
                  <a:pt x="1225" y="77333"/>
                  <a:pt x="1455" y="77180"/>
                  <a:pt x="1557" y="76925"/>
                </a:cubicBezTo>
                <a:lnTo>
                  <a:pt x="27105" y="82821"/>
                </a:lnTo>
                <a:cubicBezTo>
                  <a:pt x="27105" y="82872"/>
                  <a:pt x="27079" y="82897"/>
                  <a:pt x="27079" y="82923"/>
                </a:cubicBezTo>
                <a:cubicBezTo>
                  <a:pt x="27079" y="83459"/>
                  <a:pt x="27513" y="83867"/>
                  <a:pt x="28024" y="83867"/>
                </a:cubicBezTo>
                <a:cubicBezTo>
                  <a:pt x="28458" y="83867"/>
                  <a:pt x="28815" y="83586"/>
                  <a:pt x="28943" y="83204"/>
                </a:cubicBezTo>
                <a:lnTo>
                  <a:pt x="45711" y="86598"/>
                </a:lnTo>
                <a:cubicBezTo>
                  <a:pt x="45711" y="86598"/>
                  <a:pt x="45711" y="86624"/>
                  <a:pt x="45711" y="86624"/>
                </a:cubicBezTo>
                <a:cubicBezTo>
                  <a:pt x="45711" y="86955"/>
                  <a:pt x="45992" y="87236"/>
                  <a:pt x="46323" y="87236"/>
                </a:cubicBezTo>
                <a:cubicBezTo>
                  <a:pt x="46425" y="87236"/>
                  <a:pt x="46502" y="87211"/>
                  <a:pt x="46579" y="87185"/>
                </a:cubicBezTo>
                <a:lnTo>
                  <a:pt x="52449" y="96424"/>
                </a:lnTo>
                <a:cubicBezTo>
                  <a:pt x="52219" y="96577"/>
                  <a:pt x="52091" y="96858"/>
                  <a:pt x="52091" y="97139"/>
                </a:cubicBezTo>
                <a:cubicBezTo>
                  <a:pt x="52091" y="97675"/>
                  <a:pt x="52500" y="98083"/>
                  <a:pt x="53036" y="98083"/>
                </a:cubicBezTo>
                <a:cubicBezTo>
                  <a:pt x="53163" y="98083"/>
                  <a:pt x="53317" y="98058"/>
                  <a:pt x="53444" y="97981"/>
                </a:cubicBezTo>
                <a:lnTo>
                  <a:pt x="60846" y="109619"/>
                </a:lnTo>
                <a:lnTo>
                  <a:pt x="60820" y="109696"/>
                </a:lnTo>
                <a:lnTo>
                  <a:pt x="60871" y="109696"/>
                </a:lnTo>
                <a:lnTo>
                  <a:pt x="60999" y="109900"/>
                </a:lnTo>
                <a:lnTo>
                  <a:pt x="61024" y="109696"/>
                </a:lnTo>
                <a:lnTo>
                  <a:pt x="80932" y="109696"/>
                </a:lnTo>
                <a:lnTo>
                  <a:pt x="80932" y="109773"/>
                </a:lnTo>
                <a:lnTo>
                  <a:pt x="81008" y="109747"/>
                </a:lnTo>
                <a:lnTo>
                  <a:pt x="81136" y="109977"/>
                </a:lnTo>
                <a:lnTo>
                  <a:pt x="81136" y="109696"/>
                </a:lnTo>
                <a:lnTo>
                  <a:pt x="128506" y="109696"/>
                </a:lnTo>
                <a:cubicBezTo>
                  <a:pt x="128531" y="110028"/>
                  <a:pt x="128812" y="110283"/>
                  <a:pt x="129169" y="110283"/>
                </a:cubicBezTo>
                <a:cubicBezTo>
                  <a:pt x="129501" y="110283"/>
                  <a:pt x="129782" y="110028"/>
                  <a:pt x="129807" y="109696"/>
                </a:cubicBezTo>
                <a:lnTo>
                  <a:pt x="142875" y="109696"/>
                </a:lnTo>
                <a:lnTo>
                  <a:pt x="142875" y="104260"/>
                </a:lnTo>
                <a:cubicBezTo>
                  <a:pt x="143232" y="104209"/>
                  <a:pt x="143513" y="103902"/>
                  <a:pt x="143513" y="103545"/>
                </a:cubicBezTo>
                <a:cubicBezTo>
                  <a:pt x="143513" y="103188"/>
                  <a:pt x="143232" y="102881"/>
                  <a:pt x="142875" y="102830"/>
                </a:cubicBezTo>
                <a:lnTo>
                  <a:pt x="142875" y="82642"/>
                </a:lnTo>
                <a:lnTo>
                  <a:pt x="142875" y="82438"/>
                </a:lnTo>
                <a:lnTo>
                  <a:pt x="142875" y="77997"/>
                </a:lnTo>
                <a:lnTo>
                  <a:pt x="142875" y="77716"/>
                </a:lnTo>
                <a:lnTo>
                  <a:pt x="142875" y="55180"/>
                </a:lnTo>
                <a:cubicBezTo>
                  <a:pt x="143360" y="55129"/>
                  <a:pt x="143717" y="54721"/>
                  <a:pt x="143717" y="54236"/>
                </a:cubicBezTo>
                <a:cubicBezTo>
                  <a:pt x="143717" y="53725"/>
                  <a:pt x="143309" y="53291"/>
                  <a:pt x="142773" y="53291"/>
                </a:cubicBezTo>
                <a:cubicBezTo>
                  <a:pt x="142262" y="53291"/>
                  <a:pt x="141829" y="53725"/>
                  <a:pt x="141829" y="54236"/>
                </a:cubicBezTo>
                <a:cubicBezTo>
                  <a:pt x="141829" y="54516"/>
                  <a:pt x="141956" y="54746"/>
                  <a:pt x="142135" y="54925"/>
                </a:cubicBezTo>
                <a:lnTo>
                  <a:pt x="127791" y="73046"/>
                </a:lnTo>
                <a:lnTo>
                  <a:pt x="120160" y="61637"/>
                </a:lnTo>
                <a:cubicBezTo>
                  <a:pt x="120288" y="61510"/>
                  <a:pt x="120390" y="61305"/>
                  <a:pt x="120390" y="61101"/>
                </a:cubicBezTo>
                <a:cubicBezTo>
                  <a:pt x="120390" y="60693"/>
                  <a:pt x="120058" y="60361"/>
                  <a:pt x="119675" y="60361"/>
                </a:cubicBezTo>
                <a:cubicBezTo>
                  <a:pt x="119394" y="60361"/>
                  <a:pt x="119190" y="60489"/>
                  <a:pt x="119037" y="60693"/>
                </a:cubicBezTo>
                <a:lnTo>
                  <a:pt x="99283" y="51428"/>
                </a:lnTo>
                <a:cubicBezTo>
                  <a:pt x="99308" y="51326"/>
                  <a:pt x="99334" y="51224"/>
                  <a:pt x="99334" y="51122"/>
                </a:cubicBezTo>
                <a:cubicBezTo>
                  <a:pt x="99334" y="50586"/>
                  <a:pt x="98900" y="50178"/>
                  <a:pt x="98389" y="50178"/>
                </a:cubicBezTo>
                <a:cubicBezTo>
                  <a:pt x="97879" y="50178"/>
                  <a:pt x="97445" y="50612"/>
                  <a:pt x="97445" y="51122"/>
                </a:cubicBezTo>
                <a:cubicBezTo>
                  <a:pt x="97445" y="51250"/>
                  <a:pt x="97470" y="51377"/>
                  <a:pt x="97522" y="51505"/>
                </a:cubicBezTo>
                <a:lnTo>
                  <a:pt x="80957" y="60999"/>
                </a:lnTo>
                <a:lnTo>
                  <a:pt x="75955" y="58804"/>
                </a:lnTo>
                <a:cubicBezTo>
                  <a:pt x="75955" y="58779"/>
                  <a:pt x="75981" y="58728"/>
                  <a:pt x="75981" y="58677"/>
                </a:cubicBezTo>
                <a:cubicBezTo>
                  <a:pt x="75981" y="58370"/>
                  <a:pt x="75725" y="58115"/>
                  <a:pt x="75419" y="58115"/>
                </a:cubicBezTo>
                <a:cubicBezTo>
                  <a:pt x="75266" y="58115"/>
                  <a:pt x="75138" y="58166"/>
                  <a:pt x="75036" y="58268"/>
                </a:cubicBezTo>
                <a:lnTo>
                  <a:pt x="54235" y="42061"/>
                </a:lnTo>
                <a:cubicBezTo>
                  <a:pt x="54312" y="41934"/>
                  <a:pt x="54363" y="41755"/>
                  <a:pt x="54363" y="41577"/>
                </a:cubicBezTo>
                <a:cubicBezTo>
                  <a:pt x="54363" y="41041"/>
                  <a:pt x="53955" y="40632"/>
                  <a:pt x="53419" y="40632"/>
                </a:cubicBezTo>
                <a:cubicBezTo>
                  <a:pt x="53342" y="40632"/>
                  <a:pt x="53265" y="40632"/>
                  <a:pt x="53189" y="40658"/>
                </a:cubicBezTo>
                <a:lnTo>
                  <a:pt x="46732" y="24247"/>
                </a:lnTo>
                <a:cubicBezTo>
                  <a:pt x="47012" y="24119"/>
                  <a:pt x="47191" y="23838"/>
                  <a:pt x="47191" y="23507"/>
                </a:cubicBezTo>
                <a:cubicBezTo>
                  <a:pt x="47191" y="23047"/>
                  <a:pt x="46808" y="22664"/>
                  <a:pt x="46349" y="22664"/>
                </a:cubicBezTo>
                <a:cubicBezTo>
                  <a:pt x="45889" y="22664"/>
                  <a:pt x="45507" y="23022"/>
                  <a:pt x="45481" y="23456"/>
                </a:cubicBezTo>
                <a:lnTo>
                  <a:pt x="20265" y="25064"/>
                </a:lnTo>
                <a:lnTo>
                  <a:pt x="18325" y="17534"/>
                </a:lnTo>
                <a:cubicBezTo>
                  <a:pt x="18529" y="17432"/>
                  <a:pt x="18708" y="17203"/>
                  <a:pt x="18708" y="16947"/>
                </a:cubicBezTo>
                <a:cubicBezTo>
                  <a:pt x="18708" y="16590"/>
                  <a:pt x="18402" y="16309"/>
                  <a:pt x="18070" y="16309"/>
                </a:cubicBezTo>
                <a:cubicBezTo>
                  <a:pt x="17917" y="16309"/>
                  <a:pt x="17789" y="16360"/>
                  <a:pt x="17687" y="16437"/>
                </a:cubicBezTo>
                <a:lnTo>
                  <a:pt x="1429" y="894"/>
                </a:lnTo>
                <a:cubicBezTo>
                  <a:pt x="1480" y="817"/>
                  <a:pt x="1506" y="690"/>
                  <a:pt x="1506" y="588"/>
                </a:cubicBezTo>
                <a:cubicBezTo>
                  <a:pt x="1506" y="256"/>
                  <a:pt x="1251" y="1"/>
                  <a:pt x="9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39"/>
          </a:p>
        </p:txBody>
      </p:sp>
      <p:grpSp>
        <p:nvGrpSpPr>
          <p:cNvPr id="59" name="Google Shape;59;p8"/>
          <p:cNvGrpSpPr/>
          <p:nvPr/>
        </p:nvGrpSpPr>
        <p:grpSpPr>
          <a:xfrm rot="10800000" flipH="1">
            <a:off x="19" y="80473"/>
            <a:ext cx="14615915" cy="1647572"/>
            <a:chOff x="62" y="4240596"/>
            <a:chExt cx="9143876" cy="1028740"/>
          </a:xfrm>
        </p:grpSpPr>
        <p:sp>
          <p:nvSpPr>
            <p:cNvPr id="60" name="Google Shape;60;p8"/>
            <p:cNvSpPr/>
            <p:nvPr/>
          </p:nvSpPr>
          <p:spPr>
            <a:xfrm flipH="1">
              <a:off x="62" y="4240596"/>
              <a:ext cx="9143876" cy="1028740"/>
            </a:xfrm>
            <a:custGeom>
              <a:avLst/>
              <a:gdLst/>
              <a:ahLst/>
              <a:cxnLst/>
              <a:rect l="l" t="t" r="r" b="b"/>
              <a:pathLst>
                <a:path w="172942" h="19457" extrusionOk="0">
                  <a:moveTo>
                    <a:pt x="172941" y="0"/>
                  </a:moveTo>
                  <a:lnTo>
                    <a:pt x="1" y="16929"/>
                  </a:lnTo>
                  <a:lnTo>
                    <a:pt x="1" y="19456"/>
                  </a:lnTo>
                  <a:lnTo>
                    <a:pt x="172941" y="19456"/>
                  </a:lnTo>
                  <a:lnTo>
                    <a:pt x="1729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39"/>
            </a:p>
          </p:txBody>
        </p:sp>
        <p:sp>
          <p:nvSpPr>
            <p:cNvPr id="61" name="Google Shape;61;p8"/>
            <p:cNvSpPr/>
            <p:nvPr/>
          </p:nvSpPr>
          <p:spPr>
            <a:xfrm>
              <a:off x="62" y="4240596"/>
              <a:ext cx="9143876" cy="1028740"/>
            </a:xfrm>
            <a:custGeom>
              <a:avLst/>
              <a:gdLst/>
              <a:ahLst/>
              <a:cxnLst/>
              <a:rect l="l" t="t" r="r" b="b"/>
              <a:pathLst>
                <a:path w="172942" h="19457" extrusionOk="0">
                  <a:moveTo>
                    <a:pt x="172941" y="0"/>
                  </a:moveTo>
                  <a:lnTo>
                    <a:pt x="1" y="16929"/>
                  </a:lnTo>
                  <a:lnTo>
                    <a:pt x="1" y="19456"/>
                  </a:lnTo>
                  <a:lnTo>
                    <a:pt x="172941" y="19456"/>
                  </a:lnTo>
                  <a:lnTo>
                    <a:pt x="1729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39"/>
            </a:p>
          </p:txBody>
        </p:sp>
      </p:grpSp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4354384" y="2093378"/>
            <a:ext cx="5907346" cy="405078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9"/>
          <p:cNvSpPr txBox="1">
            <a:spLocks noGrp="1"/>
          </p:cNvSpPr>
          <p:nvPr>
            <p:ph type="title"/>
          </p:nvPr>
        </p:nvSpPr>
        <p:spPr>
          <a:xfrm>
            <a:off x="3519520" y="2538244"/>
            <a:ext cx="7577074" cy="134817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ubTitle" idx="1"/>
          </p:nvPr>
        </p:nvSpPr>
        <p:spPr>
          <a:xfrm>
            <a:off x="3519639" y="3888429"/>
            <a:ext cx="7577074" cy="18108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66" name="Google Shape;66;p9"/>
          <p:cNvGrpSpPr/>
          <p:nvPr/>
        </p:nvGrpSpPr>
        <p:grpSpPr>
          <a:xfrm flipH="1">
            <a:off x="15" y="81"/>
            <a:ext cx="1153089" cy="8237373"/>
            <a:chOff x="8422599" y="100"/>
            <a:chExt cx="721385" cy="5143397"/>
          </a:xfrm>
        </p:grpSpPr>
        <p:sp>
          <p:nvSpPr>
            <p:cNvPr id="67" name="Google Shape;67;p9"/>
            <p:cNvSpPr/>
            <p:nvPr/>
          </p:nvSpPr>
          <p:spPr>
            <a:xfrm rot="-5400000">
              <a:off x="6211643" y="2211056"/>
              <a:ext cx="5143297" cy="721385"/>
            </a:xfrm>
            <a:custGeom>
              <a:avLst/>
              <a:gdLst/>
              <a:ahLst/>
              <a:cxnLst/>
              <a:rect l="l" t="t" r="r" b="b"/>
              <a:pathLst>
                <a:path w="172913" h="39839" extrusionOk="0">
                  <a:moveTo>
                    <a:pt x="172913" y="1"/>
                  </a:moveTo>
                  <a:lnTo>
                    <a:pt x="0" y="16958"/>
                  </a:lnTo>
                  <a:lnTo>
                    <a:pt x="0" y="39839"/>
                  </a:lnTo>
                  <a:lnTo>
                    <a:pt x="172913" y="39839"/>
                  </a:lnTo>
                  <a:lnTo>
                    <a:pt x="17291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39"/>
            </a:p>
          </p:txBody>
        </p:sp>
        <p:sp>
          <p:nvSpPr>
            <p:cNvPr id="68" name="Google Shape;68;p9"/>
            <p:cNvSpPr/>
            <p:nvPr/>
          </p:nvSpPr>
          <p:spPr>
            <a:xfrm rot="-5400000" flipH="1">
              <a:off x="6335095" y="2334657"/>
              <a:ext cx="5143297" cy="474383"/>
            </a:xfrm>
            <a:custGeom>
              <a:avLst/>
              <a:gdLst/>
              <a:ahLst/>
              <a:cxnLst/>
              <a:rect l="l" t="t" r="r" b="b"/>
              <a:pathLst>
                <a:path w="172913" h="39839" extrusionOk="0">
                  <a:moveTo>
                    <a:pt x="172913" y="1"/>
                  </a:moveTo>
                  <a:lnTo>
                    <a:pt x="0" y="16958"/>
                  </a:lnTo>
                  <a:lnTo>
                    <a:pt x="0" y="39839"/>
                  </a:lnTo>
                  <a:lnTo>
                    <a:pt x="172913" y="39839"/>
                  </a:lnTo>
                  <a:lnTo>
                    <a:pt x="17291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39"/>
            </a:p>
          </p:txBody>
        </p:sp>
      </p:grpSp>
      <p:sp>
        <p:nvSpPr>
          <p:cNvPr id="69" name="Google Shape;69;p9"/>
          <p:cNvSpPr/>
          <p:nvPr/>
        </p:nvSpPr>
        <p:spPr>
          <a:xfrm rot="-7199932">
            <a:off x="9360347" y="-2557442"/>
            <a:ext cx="11286803" cy="8644211"/>
          </a:xfrm>
          <a:custGeom>
            <a:avLst/>
            <a:gdLst/>
            <a:ahLst/>
            <a:cxnLst/>
            <a:rect l="l" t="t" r="r" b="b"/>
            <a:pathLst>
              <a:path w="143718" h="110283" extrusionOk="0">
                <a:moveTo>
                  <a:pt x="1276" y="1047"/>
                </a:moveTo>
                <a:lnTo>
                  <a:pt x="17534" y="16565"/>
                </a:lnTo>
                <a:cubicBezTo>
                  <a:pt x="17483" y="16667"/>
                  <a:pt x="17457" y="16743"/>
                  <a:pt x="17432" y="16845"/>
                </a:cubicBezTo>
                <a:lnTo>
                  <a:pt x="1889" y="17279"/>
                </a:lnTo>
                <a:cubicBezTo>
                  <a:pt x="1812" y="16845"/>
                  <a:pt x="1480" y="16514"/>
                  <a:pt x="1046" y="16462"/>
                </a:cubicBezTo>
                <a:lnTo>
                  <a:pt x="1046" y="1149"/>
                </a:lnTo>
                <a:cubicBezTo>
                  <a:pt x="1123" y="1124"/>
                  <a:pt x="1225" y="1098"/>
                  <a:pt x="1276" y="1047"/>
                </a:cubicBezTo>
                <a:close/>
                <a:moveTo>
                  <a:pt x="17432" y="17050"/>
                </a:moveTo>
                <a:cubicBezTo>
                  <a:pt x="17457" y="17177"/>
                  <a:pt x="17508" y="17279"/>
                  <a:pt x="17585" y="17381"/>
                </a:cubicBezTo>
                <a:lnTo>
                  <a:pt x="11638" y="24936"/>
                </a:lnTo>
                <a:cubicBezTo>
                  <a:pt x="11485" y="24859"/>
                  <a:pt x="11306" y="24808"/>
                  <a:pt x="11128" y="24808"/>
                </a:cubicBezTo>
                <a:cubicBezTo>
                  <a:pt x="10873" y="24808"/>
                  <a:pt x="10643" y="24910"/>
                  <a:pt x="10464" y="25064"/>
                </a:cubicBezTo>
                <a:lnTo>
                  <a:pt x="1736" y="17917"/>
                </a:lnTo>
                <a:cubicBezTo>
                  <a:pt x="1812" y="17790"/>
                  <a:pt x="1863" y="17637"/>
                  <a:pt x="1889" y="17483"/>
                </a:cubicBezTo>
                <a:lnTo>
                  <a:pt x="17432" y="17050"/>
                </a:lnTo>
                <a:close/>
                <a:moveTo>
                  <a:pt x="17764" y="17483"/>
                </a:moveTo>
                <a:cubicBezTo>
                  <a:pt x="17840" y="17534"/>
                  <a:pt x="17942" y="17585"/>
                  <a:pt x="18070" y="17585"/>
                </a:cubicBezTo>
                <a:cubicBezTo>
                  <a:pt x="18070" y="17585"/>
                  <a:pt x="18095" y="17560"/>
                  <a:pt x="18121" y="17560"/>
                </a:cubicBezTo>
                <a:lnTo>
                  <a:pt x="20061" y="25089"/>
                </a:lnTo>
                <a:lnTo>
                  <a:pt x="12047" y="25574"/>
                </a:lnTo>
                <a:cubicBezTo>
                  <a:pt x="12021" y="25395"/>
                  <a:pt x="11919" y="25191"/>
                  <a:pt x="11791" y="25064"/>
                </a:cubicBezTo>
                <a:lnTo>
                  <a:pt x="17764" y="17483"/>
                </a:lnTo>
                <a:close/>
                <a:moveTo>
                  <a:pt x="20112" y="25268"/>
                </a:moveTo>
                <a:lnTo>
                  <a:pt x="22460" y="34405"/>
                </a:lnTo>
                <a:cubicBezTo>
                  <a:pt x="22332" y="34456"/>
                  <a:pt x="22230" y="34507"/>
                  <a:pt x="22128" y="34609"/>
                </a:cubicBezTo>
                <a:lnTo>
                  <a:pt x="14726" y="28560"/>
                </a:lnTo>
                <a:lnTo>
                  <a:pt x="11919" y="26263"/>
                </a:lnTo>
                <a:cubicBezTo>
                  <a:pt x="12021" y="26135"/>
                  <a:pt x="12072" y="25957"/>
                  <a:pt x="12072" y="25778"/>
                </a:cubicBezTo>
                <a:lnTo>
                  <a:pt x="20112" y="25268"/>
                </a:lnTo>
                <a:close/>
                <a:moveTo>
                  <a:pt x="45507" y="23660"/>
                </a:moveTo>
                <a:cubicBezTo>
                  <a:pt x="45507" y="23711"/>
                  <a:pt x="45532" y="23762"/>
                  <a:pt x="45532" y="23787"/>
                </a:cubicBezTo>
                <a:lnTo>
                  <a:pt x="23583" y="34762"/>
                </a:lnTo>
                <a:cubicBezTo>
                  <a:pt x="23404" y="34507"/>
                  <a:pt x="23123" y="34328"/>
                  <a:pt x="22792" y="34328"/>
                </a:cubicBezTo>
                <a:cubicBezTo>
                  <a:pt x="22741" y="34328"/>
                  <a:pt x="22690" y="34328"/>
                  <a:pt x="22664" y="34354"/>
                </a:cubicBezTo>
                <a:lnTo>
                  <a:pt x="20316" y="25242"/>
                </a:lnTo>
                <a:lnTo>
                  <a:pt x="45507" y="23660"/>
                </a:lnTo>
                <a:close/>
                <a:moveTo>
                  <a:pt x="45634" y="23966"/>
                </a:moveTo>
                <a:cubicBezTo>
                  <a:pt x="45634" y="23992"/>
                  <a:pt x="45634" y="23992"/>
                  <a:pt x="45634" y="23992"/>
                </a:cubicBezTo>
                <a:lnTo>
                  <a:pt x="30908" y="36855"/>
                </a:lnTo>
                <a:lnTo>
                  <a:pt x="23736" y="35375"/>
                </a:lnTo>
                <a:cubicBezTo>
                  <a:pt x="23736" y="35349"/>
                  <a:pt x="23736" y="35298"/>
                  <a:pt x="23736" y="35273"/>
                </a:cubicBezTo>
                <a:cubicBezTo>
                  <a:pt x="23736" y="35170"/>
                  <a:pt x="23710" y="35043"/>
                  <a:pt x="23685" y="34941"/>
                </a:cubicBezTo>
                <a:lnTo>
                  <a:pt x="45634" y="23966"/>
                </a:lnTo>
                <a:close/>
                <a:moveTo>
                  <a:pt x="1608" y="18070"/>
                </a:moveTo>
                <a:lnTo>
                  <a:pt x="10337" y="25217"/>
                </a:lnTo>
                <a:cubicBezTo>
                  <a:pt x="10235" y="25370"/>
                  <a:pt x="10183" y="25548"/>
                  <a:pt x="10183" y="25753"/>
                </a:cubicBezTo>
                <a:cubicBezTo>
                  <a:pt x="10183" y="26008"/>
                  <a:pt x="10311" y="26238"/>
                  <a:pt x="10464" y="26416"/>
                </a:cubicBezTo>
                <a:lnTo>
                  <a:pt x="1455" y="37876"/>
                </a:lnTo>
                <a:cubicBezTo>
                  <a:pt x="1327" y="37799"/>
                  <a:pt x="1200" y="37774"/>
                  <a:pt x="1046" y="37748"/>
                </a:cubicBezTo>
                <a:lnTo>
                  <a:pt x="1046" y="18351"/>
                </a:lnTo>
                <a:cubicBezTo>
                  <a:pt x="1276" y="18326"/>
                  <a:pt x="1455" y="18224"/>
                  <a:pt x="1608" y="18070"/>
                </a:cubicBezTo>
                <a:close/>
                <a:moveTo>
                  <a:pt x="11791" y="26416"/>
                </a:moveTo>
                <a:lnTo>
                  <a:pt x="21924" y="34686"/>
                </a:lnTo>
                <a:lnTo>
                  <a:pt x="22000" y="34762"/>
                </a:lnTo>
                <a:cubicBezTo>
                  <a:pt x="21898" y="34915"/>
                  <a:pt x="21847" y="35094"/>
                  <a:pt x="21847" y="35273"/>
                </a:cubicBezTo>
                <a:cubicBezTo>
                  <a:pt x="21847" y="35298"/>
                  <a:pt x="21847" y="35324"/>
                  <a:pt x="21847" y="35324"/>
                </a:cubicBezTo>
                <a:lnTo>
                  <a:pt x="10822" y="37034"/>
                </a:lnTo>
                <a:lnTo>
                  <a:pt x="1863" y="38437"/>
                </a:lnTo>
                <a:cubicBezTo>
                  <a:pt x="1812" y="38284"/>
                  <a:pt x="1736" y="38131"/>
                  <a:pt x="1608" y="38003"/>
                </a:cubicBezTo>
                <a:lnTo>
                  <a:pt x="10643" y="26544"/>
                </a:lnTo>
                <a:cubicBezTo>
                  <a:pt x="10770" y="26620"/>
                  <a:pt x="10949" y="26697"/>
                  <a:pt x="11128" y="26697"/>
                </a:cubicBezTo>
                <a:cubicBezTo>
                  <a:pt x="11383" y="26697"/>
                  <a:pt x="11638" y="26569"/>
                  <a:pt x="11791" y="26416"/>
                </a:cubicBezTo>
                <a:close/>
                <a:moveTo>
                  <a:pt x="45762" y="24145"/>
                </a:moveTo>
                <a:cubicBezTo>
                  <a:pt x="45915" y="24272"/>
                  <a:pt x="46119" y="24349"/>
                  <a:pt x="46323" y="24349"/>
                </a:cubicBezTo>
                <a:cubicBezTo>
                  <a:pt x="46400" y="24349"/>
                  <a:pt x="46476" y="24349"/>
                  <a:pt x="46553" y="24323"/>
                </a:cubicBezTo>
                <a:lnTo>
                  <a:pt x="52985" y="40734"/>
                </a:lnTo>
                <a:cubicBezTo>
                  <a:pt x="52781" y="40836"/>
                  <a:pt x="52602" y="41041"/>
                  <a:pt x="52525" y="41270"/>
                </a:cubicBezTo>
                <a:lnTo>
                  <a:pt x="31163" y="36906"/>
                </a:lnTo>
                <a:lnTo>
                  <a:pt x="45762" y="24145"/>
                </a:lnTo>
                <a:close/>
                <a:moveTo>
                  <a:pt x="23685" y="35579"/>
                </a:moveTo>
                <a:lnTo>
                  <a:pt x="23813" y="35604"/>
                </a:lnTo>
                <a:lnTo>
                  <a:pt x="30729" y="37008"/>
                </a:lnTo>
                <a:lnTo>
                  <a:pt x="18836" y="47396"/>
                </a:lnTo>
                <a:cubicBezTo>
                  <a:pt x="18810" y="47370"/>
                  <a:pt x="18759" y="47345"/>
                  <a:pt x="18734" y="47319"/>
                </a:cubicBezTo>
                <a:lnTo>
                  <a:pt x="21158" y="40275"/>
                </a:lnTo>
                <a:lnTo>
                  <a:pt x="22562" y="36191"/>
                </a:lnTo>
                <a:cubicBezTo>
                  <a:pt x="22638" y="36217"/>
                  <a:pt x="22715" y="36217"/>
                  <a:pt x="22792" y="36217"/>
                </a:cubicBezTo>
                <a:cubicBezTo>
                  <a:pt x="23200" y="36217"/>
                  <a:pt x="23557" y="35962"/>
                  <a:pt x="23685" y="35579"/>
                </a:cubicBezTo>
                <a:close/>
                <a:moveTo>
                  <a:pt x="21873" y="35528"/>
                </a:moveTo>
                <a:cubicBezTo>
                  <a:pt x="21949" y="35783"/>
                  <a:pt x="22128" y="36013"/>
                  <a:pt x="22383" y="36140"/>
                </a:cubicBezTo>
                <a:lnTo>
                  <a:pt x="20980" y="40224"/>
                </a:lnTo>
                <a:lnTo>
                  <a:pt x="18555" y="47243"/>
                </a:lnTo>
                <a:lnTo>
                  <a:pt x="18453" y="47243"/>
                </a:lnTo>
                <a:cubicBezTo>
                  <a:pt x="18249" y="47243"/>
                  <a:pt x="18070" y="47345"/>
                  <a:pt x="17942" y="47498"/>
                </a:cubicBezTo>
                <a:lnTo>
                  <a:pt x="12404" y="44563"/>
                </a:lnTo>
                <a:lnTo>
                  <a:pt x="1812" y="39024"/>
                </a:lnTo>
                <a:cubicBezTo>
                  <a:pt x="1863" y="38922"/>
                  <a:pt x="1889" y="38820"/>
                  <a:pt x="1889" y="38693"/>
                </a:cubicBezTo>
                <a:cubicBezTo>
                  <a:pt x="1889" y="38667"/>
                  <a:pt x="1889" y="38641"/>
                  <a:pt x="1889" y="38641"/>
                </a:cubicBezTo>
                <a:lnTo>
                  <a:pt x="21873" y="35528"/>
                </a:lnTo>
                <a:close/>
                <a:moveTo>
                  <a:pt x="30959" y="37059"/>
                </a:moveTo>
                <a:lnTo>
                  <a:pt x="52474" y="41474"/>
                </a:lnTo>
                <a:cubicBezTo>
                  <a:pt x="52474" y="41500"/>
                  <a:pt x="52474" y="41551"/>
                  <a:pt x="52474" y="41577"/>
                </a:cubicBezTo>
                <a:cubicBezTo>
                  <a:pt x="52474" y="41602"/>
                  <a:pt x="52474" y="41602"/>
                  <a:pt x="52500" y="41628"/>
                </a:cubicBezTo>
                <a:lnTo>
                  <a:pt x="44282" y="43108"/>
                </a:lnTo>
                <a:lnTo>
                  <a:pt x="19014" y="47651"/>
                </a:lnTo>
                <a:cubicBezTo>
                  <a:pt x="18989" y="47600"/>
                  <a:pt x="18989" y="47574"/>
                  <a:pt x="18963" y="47523"/>
                </a:cubicBezTo>
                <a:lnTo>
                  <a:pt x="30959" y="37059"/>
                </a:lnTo>
                <a:close/>
                <a:moveTo>
                  <a:pt x="52653" y="42113"/>
                </a:moveTo>
                <a:cubicBezTo>
                  <a:pt x="52704" y="42189"/>
                  <a:pt x="52781" y="42240"/>
                  <a:pt x="52832" y="42317"/>
                </a:cubicBezTo>
                <a:lnTo>
                  <a:pt x="45992" y="53036"/>
                </a:lnTo>
                <a:cubicBezTo>
                  <a:pt x="45864" y="52985"/>
                  <a:pt x="45736" y="52934"/>
                  <a:pt x="45583" y="52934"/>
                </a:cubicBezTo>
                <a:cubicBezTo>
                  <a:pt x="45124" y="52934"/>
                  <a:pt x="44766" y="53240"/>
                  <a:pt x="44664" y="53623"/>
                </a:cubicBezTo>
                <a:lnTo>
                  <a:pt x="34864" y="52066"/>
                </a:lnTo>
                <a:lnTo>
                  <a:pt x="35604" y="51632"/>
                </a:lnTo>
                <a:lnTo>
                  <a:pt x="45966" y="45839"/>
                </a:lnTo>
                <a:lnTo>
                  <a:pt x="52653" y="42113"/>
                </a:lnTo>
                <a:close/>
                <a:moveTo>
                  <a:pt x="53010" y="42419"/>
                </a:moveTo>
                <a:cubicBezTo>
                  <a:pt x="53138" y="42470"/>
                  <a:pt x="53265" y="42521"/>
                  <a:pt x="53419" y="42521"/>
                </a:cubicBezTo>
                <a:cubicBezTo>
                  <a:pt x="53546" y="42521"/>
                  <a:pt x="53648" y="42495"/>
                  <a:pt x="53750" y="42444"/>
                </a:cubicBezTo>
                <a:lnTo>
                  <a:pt x="60616" y="56201"/>
                </a:lnTo>
                <a:lnTo>
                  <a:pt x="60616" y="56201"/>
                </a:lnTo>
                <a:lnTo>
                  <a:pt x="51709" y="54772"/>
                </a:lnTo>
                <a:lnTo>
                  <a:pt x="46502" y="53929"/>
                </a:lnTo>
                <a:cubicBezTo>
                  <a:pt x="46502" y="53904"/>
                  <a:pt x="46528" y="53904"/>
                  <a:pt x="46528" y="53878"/>
                </a:cubicBezTo>
                <a:cubicBezTo>
                  <a:pt x="46528" y="53572"/>
                  <a:pt x="46374" y="53317"/>
                  <a:pt x="46170" y="53138"/>
                </a:cubicBezTo>
                <a:lnTo>
                  <a:pt x="46579" y="52500"/>
                </a:lnTo>
                <a:lnTo>
                  <a:pt x="53010" y="42419"/>
                </a:lnTo>
                <a:close/>
                <a:moveTo>
                  <a:pt x="52525" y="41832"/>
                </a:moveTo>
                <a:cubicBezTo>
                  <a:pt x="52525" y="41857"/>
                  <a:pt x="52551" y="41908"/>
                  <a:pt x="52551" y="41934"/>
                </a:cubicBezTo>
                <a:lnTo>
                  <a:pt x="42163" y="47753"/>
                </a:lnTo>
                <a:lnTo>
                  <a:pt x="34557" y="51990"/>
                </a:lnTo>
                <a:lnTo>
                  <a:pt x="34430" y="51990"/>
                </a:lnTo>
                <a:lnTo>
                  <a:pt x="34455" y="52041"/>
                </a:lnTo>
                <a:lnTo>
                  <a:pt x="26901" y="56277"/>
                </a:lnTo>
                <a:lnTo>
                  <a:pt x="23557" y="58141"/>
                </a:lnTo>
                <a:cubicBezTo>
                  <a:pt x="23379" y="57911"/>
                  <a:pt x="23098" y="57732"/>
                  <a:pt x="22792" y="57732"/>
                </a:cubicBezTo>
                <a:cubicBezTo>
                  <a:pt x="22690" y="57732"/>
                  <a:pt x="22613" y="57758"/>
                  <a:pt x="22536" y="57783"/>
                </a:cubicBezTo>
                <a:lnTo>
                  <a:pt x="19857" y="51096"/>
                </a:lnTo>
                <a:lnTo>
                  <a:pt x="18759" y="48391"/>
                </a:lnTo>
                <a:cubicBezTo>
                  <a:pt x="18938" y="48263"/>
                  <a:pt x="19065" y="48085"/>
                  <a:pt x="19065" y="47855"/>
                </a:cubicBezTo>
                <a:lnTo>
                  <a:pt x="24987" y="46783"/>
                </a:lnTo>
                <a:lnTo>
                  <a:pt x="52525" y="41832"/>
                </a:lnTo>
                <a:close/>
                <a:moveTo>
                  <a:pt x="54108" y="42215"/>
                </a:moveTo>
                <a:lnTo>
                  <a:pt x="74909" y="58421"/>
                </a:lnTo>
                <a:cubicBezTo>
                  <a:pt x="74909" y="58447"/>
                  <a:pt x="74883" y="58472"/>
                  <a:pt x="74883" y="58498"/>
                </a:cubicBezTo>
                <a:lnTo>
                  <a:pt x="60871" y="56226"/>
                </a:lnTo>
                <a:lnTo>
                  <a:pt x="53929" y="42368"/>
                </a:lnTo>
                <a:cubicBezTo>
                  <a:pt x="54006" y="42317"/>
                  <a:pt x="54057" y="42266"/>
                  <a:pt x="54108" y="42215"/>
                </a:cubicBezTo>
                <a:close/>
                <a:moveTo>
                  <a:pt x="60973" y="56456"/>
                </a:moveTo>
                <a:lnTo>
                  <a:pt x="74858" y="58702"/>
                </a:lnTo>
                <a:lnTo>
                  <a:pt x="63321" y="61203"/>
                </a:lnTo>
                <a:lnTo>
                  <a:pt x="60973" y="56456"/>
                </a:lnTo>
                <a:close/>
                <a:moveTo>
                  <a:pt x="46476" y="54134"/>
                </a:moveTo>
                <a:lnTo>
                  <a:pt x="60718" y="56405"/>
                </a:lnTo>
                <a:lnTo>
                  <a:pt x="63117" y="61229"/>
                </a:lnTo>
                <a:lnTo>
                  <a:pt x="58447" y="62250"/>
                </a:lnTo>
                <a:cubicBezTo>
                  <a:pt x="58370" y="61969"/>
                  <a:pt x="58115" y="61790"/>
                  <a:pt x="57808" y="61790"/>
                </a:cubicBezTo>
                <a:cubicBezTo>
                  <a:pt x="57604" y="61790"/>
                  <a:pt x="57426" y="61867"/>
                  <a:pt x="57298" y="61995"/>
                </a:cubicBezTo>
                <a:lnTo>
                  <a:pt x="46400" y="54338"/>
                </a:lnTo>
                <a:cubicBezTo>
                  <a:pt x="46425" y="54261"/>
                  <a:pt x="46451" y="54185"/>
                  <a:pt x="46476" y="54134"/>
                </a:cubicBezTo>
                <a:close/>
                <a:moveTo>
                  <a:pt x="1736" y="39203"/>
                </a:moveTo>
                <a:lnTo>
                  <a:pt x="4543" y="40683"/>
                </a:lnTo>
                <a:lnTo>
                  <a:pt x="17866" y="47676"/>
                </a:lnTo>
                <a:cubicBezTo>
                  <a:pt x="17840" y="47727"/>
                  <a:pt x="17815" y="47779"/>
                  <a:pt x="17815" y="47855"/>
                </a:cubicBezTo>
                <a:cubicBezTo>
                  <a:pt x="17815" y="47983"/>
                  <a:pt x="17866" y="48085"/>
                  <a:pt x="17917" y="48187"/>
                </a:cubicBezTo>
                <a:lnTo>
                  <a:pt x="1940" y="62530"/>
                </a:lnTo>
                <a:lnTo>
                  <a:pt x="1582" y="62862"/>
                </a:lnTo>
                <a:cubicBezTo>
                  <a:pt x="1429" y="62735"/>
                  <a:pt x="1251" y="62633"/>
                  <a:pt x="1046" y="62607"/>
                </a:cubicBezTo>
                <a:lnTo>
                  <a:pt x="1046" y="39611"/>
                </a:lnTo>
                <a:cubicBezTo>
                  <a:pt x="1327" y="39586"/>
                  <a:pt x="1582" y="39433"/>
                  <a:pt x="1736" y="39203"/>
                </a:cubicBezTo>
                <a:close/>
                <a:moveTo>
                  <a:pt x="18070" y="48340"/>
                </a:moveTo>
                <a:cubicBezTo>
                  <a:pt x="18172" y="48417"/>
                  <a:pt x="18300" y="48468"/>
                  <a:pt x="18453" y="48468"/>
                </a:cubicBezTo>
                <a:lnTo>
                  <a:pt x="18580" y="48468"/>
                </a:lnTo>
                <a:lnTo>
                  <a:pt x="22358" y="57860"/>
                </a:lnTo>
                <a:cubicBezTo>
                  <a:pt x="22051" y="58013"/>
                  <a:pt x="21847" y="58319"/>
                  <a:pt x="21847" y="58677"/>
                </a:cubicBezTo>
                <a:cubicBezTo>
                  <a:pt x="21847" y="58728"/>
                  <a:pt x="21847" y="58753"/>
                  <a:pt x="21847" y="58779"/>
                </a:cubicBezTo>
                <a:lnTo>
                  <a:pt x="1838" y="63245"/>
                </a:lnTo>
                <a:cubicBezTo>
                  <a:pt x="1812" y="63169"/>
                  <a:pt x="1761" y="63066"/>
                  <a:pt x="1710" y="62990"/>
                </a:cubicBezTo>
                <a:lnTo>
                  <a:pt x="7019" y="58243"/>
                </a:lnTo>
                <a:lnTo>
                  <a:pt x="18070" y="48340"/>
                </a:lnTo>
                <a:close/>
                <a:moveTo>
                  <a:pt x="46272" y="54491"/>
                </a:moveTo>
                <a:lnTo>
                  <a:pt x="57196" y="62173"/>
                </a:lnTo>
                <a:cubicBezTo>
                  <a:pt x="57145" y="62275"/>
                  <a:pt x="57119" y="62377"/>
                  <a:pt x="57119" y="62479"/>
                </a:cubicBezTo>
                <a:cubicBezTo>
                  <a:pt x="57119" y="62505"/>
                  <a:pt x="57119" y="62505"/>
                  <a:pt x="57119" y="62530"/>
                </a:cubicBezTo>
                <a:lnTo>
                  <a:pt x="46732" y="64776"/>
                </a:lnTo>
                <a:cubicBezTo>
                  <a:pt x="46604" y="64419"/>
                  <a:pt x="46298" y="64164"/>
                  <a:pt x="45915" y="64113"/>
                </a:cubicBezTo>
                <a:lnTo>
                  <a:pt x="45685" y="54823"/>
                </a:lnTo>
                <a:cubicBezTo>
                  <a:pt x="45915" y="54797"/>
                  <a:pt x="46145" y="54670"/>
                  <a:pt x="46272" y="54491"/>
                </a:cubicBezTo>
                <a:close/>
                <a:moveTo>
                  <a:pt x="99206" y="51607"/>
                </a:moveTo>
                <a:lnTo>
                  <a:pt x="118960" y="60872"/>
                </a:lnTo>
                <a:cubicBezTo>
                  <a:pt x="118935" y="60948"/>
                  <a:pt x="118935" y="61025"/>
                  <a:pt x="118935" y="61101"/>
                </a:cubicBezTo>
                <a:cubicBezTo>
                  <a:pt x="118935" y="61127"/>
                  <a:pt x="118935" y="61127"/>
                  <a:pt x="118935" y="61152"/>
                </a:cubicBezTo>
                <a:lnTo>
                  <a:pt x="103009" y="64802"/>
                </a:lnTo>
                <a:lnTo>
                  <a:pt x="98772" y="51990"/>
                </a:lnTo>
                <a:cubicBezTo>
                  <a:pt x="98951" y="51913"/>
                  <a:pt x="99104" y="51760"/>
                  <a:pt x="99206" y="51607"/>
                </a:cubicBezTo>
                <a:close/>
                <a:moveTo>
                  <a:pt x="34685" y="52219"/>
                </a:moveTo>
                <a:lnTo>
                  <a:pt x="44639" y="53827"/>
                </a:lnTo>
                <a:cubicBezTo>
                  <a:pt x="44639" y="53853"/>
                  <a:pt x="44639" y="53853"/>
                  <a:pt x="44639" y="53878"/>
                </a:cubicBezTo>
                <a:cubicBezTo>
                  <a:pt x="44639" y="54185"/>
                  <a:pt x="44766" y="54440"/>
                  <a:pt x="44996" y="54619"/>
                </a:cubicBezTo>
                <a:lnTo>
                  <a:pt x="40989" y="60897"/>
                </a:lnTo>
                <a:lnTo>
                  <a:pt x="37493" y="66333"/>
                </a:lnTo>
                <a:cubicBezTo>
                  <a:pt x="37416" y="66308"/>
                  <a:pt x="37339" y="66282"/>
                  <a:pt x="37237" y="66257"/>
                </a:cubicBezTo>
                <a:lnTo>
                  <a:pt x="34685" y="52219"/>
                </a:lnTo>
                <a:close/>
                <a:moveTo>
                  <a:pt x="34481" y="52270"/>
                </a:moveTo>
                <a:lnTo>
                  <a:pt x="37033" y="66282"/>
                </a:lnTo>
                <a:cubicBezTo>
                  <a:pt x="36906" y="66308"/>
                  <a:pt x="36778" y="66359"/>
                  <a:pt x="36676" y="66461"/>
                </a:cubicBezTo>
                <a:lnTo>
                  <a:pt x="23659" y="59059"/>
                </a:lnTo>
                <a:cubicBezTo>
                  <a:pt x="23710" y="58957"/>
                  <a:pt x="23736" y="58830"/>
                  <a:pt x="23736" y="58677"/>
                </a:cubicBezTo>
                <a:cubicBezTo>
                  <a:pt x="23736" y="58549"/>
                  <a:pt x="23710" y="58421"/>
                  <a:pt x="23659" y="58319"/>
                </a:cubicBezTo>
                <a:lnTo>
                  <a:pt x="34481" y="52270"/>
                </a:lnTo>
                <a:close/>
                <a:moveTo>
                  <a:pt x="97624" y="51683"/>
                </a:moveTo>
                <a:cubicBezTo>
                  <a:pt x="97726" y="51811"/>
                  <a:pt x="97879" y="51939"/>
                  <a:pt x="98057" y="51990"/>
                </a:cubicBezTo>
                <a:lnTo>
                  <a:pt x="94229" y="66206"/>
                </a:lnTo>
                <a:lnTo>
                  <a:pt x="94127" y="66206"/>
                </a:lnTo>
                <a:cubicBezTo>
                  <a:pt x="93872" y="66206"/>
                  <a:pt x="93668" y="66333"/>
                  <a:pt x="93540" y="66538"/>
                </a:cubicBezTo>
                <a:lnTo>
                  <a:pt x="81162" y="61101"/>
                </a:lnTo>
                <a:lnTo>
                  <a:pt x="97624" y="51683"/>
                </a:lnTo>
                <a:close/>
                <a:moveTo>
                  <a:pt x="98593" y="52041"/>
                </a:moveTo>
                <a:lnTo>
                  <a:pt x="102805" y="64828"/>
                </a:lnTo>
                <a:lnTo>
                  <a:pt x="94791" y="66665"/>
                </a:lnTo>
                <a:cubicBezTo>
                  <a:pt x="94714" y="66486"/>
                  <a:pt x="94586" y="66333"/>
                  <a:pt x="94408" y="66257"/>
                </a:cubicBezTo>
                <a:lnTo>
                  <a:pt x="98236" y="52041"/>
                </a:lnTo>
                <a:cubicBezTo>
                  <a:pt x="98287" y="52066"/>
                  <a:pt x="98338" y="52066"/>
                  <a:pt x="98389" y="52066"/>
                </a:cubicBezTo>
                <a:cubicBezTo>
                  <a:pt x="98466" y="52066"/>
                  <a:pt x="98517" y="52066"/>
                  <a:pt x="98593" y="52041"/>
                </a:cubicBezTo>
                <a:close/>
                <a:moveTo>
                  <a:pt x="45149" y="54721"/>
                </a:moveTo>
                <a:cubicBezTo>
                  <a:pt x="45251" y="54772"/>
                  <a:pt x="45379" y="54797"/>
                  <a:pt x="45507" y="54823"/>
                </a:cubicBezTo>
                <a:lnTo>
                  <a:pt x="45711" y="64138"/>
                </a:lnTo>
                <a:cubicBezTo>
                  <a:pt x="45251" y="64189"/>
                  <a:pt x="44894" y="64572"/>
                  <a:pt x="44894" y="65057"/>
                </a:cubicBezTo>
                <a:cubicBezTo>
                  <a:pt x="44894" y="65108"/>
                  <a:pt x="44894" y="65134"/>
                  <a:pt x="44894" y="65159"/>
                </a:cubicBezTo>
                <a:lnTo>
                  <a:pt x="37850" y="66691"/>
                </a:lnTo>
                <a:cubicBezTo>
                  <a:pt x="37799" y="66589"/>
                  <a:pt x="37748" y="66512"/>
                  <a:pt x="37671" y="66461"/>
                </a:cubicBezTo>
                <a:lnTo>
                  <a:pt x="40223" y="62454"/>
                </a:lnTo>
                <a:lnTo>
                  <a:pt x="45149" y="54721"/>
                </a:lnTo>
                <a:close/>
                <a:moveTo>
                  <a:pt x="74909" y="58906"/>
                </a:moveTo>
                <a:cubicBezTo>
                  <a:pt x="74909" y="58957"/>
                  <a:pt x="74960" y="59008"/>
                  <a:pt x="74985" y="59059"/>
                </a:cubicBezTo>
                <a:lnTo>
                  <a:pt x="67635" y="68248"/>
                </a:lnTo>
                <a:cubicBezTo>
                  <a:pt x="67507" y="68145"/>
                  <a:pt x="67328" y="68094"/>
                  <a:pt x="67150" y="68094"/>
                </a:cubicBezTo>
                <a:cubicBezTo>
                  <a:pt x="67022" y="68094"/>
                  <a:pt x="66920" y="68120"/>
                  <a:pt x="66818" y="68145"/>
                </a:cubicBezTo>
                <a:lnTo>
                  <a:pt x="63423" y="61382"/>
                </a:lnTo>
                <a:lnTo>
                  <a:pt x="74909" y="58906"/>
                </a:lnTo>
                <a:close/>
                <a:moveTo>
                  <a:pt x="63219" y="61408"/>
                </a:moveTo>
                <a:lnTo>
                  <a:pt x="66614" y="68248"/>
                </a:lnTo>
                <a:cubicBezTo>
                  <a:pt x="66563" y="68299"/>
                  <a:pt x="66486" y="68350"/>
                  <a:pt x="66435" y="68426"/>
                </a:cubicBezTo>
                <a:lnTo>
                  <a:pt x="58421" y="62786"/>
                </a:lnTo>
                <a:cubicBezTo>
                  <a:pt x="58472" y="62709"/>
                  <a:pt x="58498" y="62582"/>
                  <a:pt x="58498" y="62479"/>
                </a:cubicBezTo>
                <a:cubicBezTo>
                  <a:pt x="58498" y="62454"/>
                  <a:pt x="58498" y="62454"/>
                  <a:pt x="58498" y="62428"/>
                </a:cubicBezTo>
                <a:lnTo>
                  <a:pt x="63219" y="61408"/>
                </a:lnTo>
                <a:close/>
                <a:moveTo>
                  <a:pt x="75878" y="59008"/>
                </a:moveTo>
                <a:lnTo>
                  <a:pt x="80728" y="61127"/>
                </a:lnTo>
                <a:lnTo>
                  <a:pt x="67915" y="68477"/>
                </a:lnTo>
                <a:cubicBezTo>
                  <a:pt x="67864" y="68452"/>
                  <a:pt x="67839" y="68401"/>
                  <a:pt x="67813" y="68375"/>
                </a:cubicBezTo>
                <a:lnTo>
                  <a:pt x="75138" y="59187"/>
                </a:lnTo>
                <a:cubicBezTo>
                  <a:pt x="75215" y="59213"/>
                  <a:pt x="75317" y="59238"/>
                  <a:pt x="75419" y="59238"/>
                </a:cubicBezTo>
                <a:cubicBezTo>
                  <a:pt x="75598" y="59238"/>
                  <a:pt x="75776" y="59136"/>
                  <a:pt x="75878" y="59008"/>
                </a:cubicBezTo>
                <a:close/>
                <a:moveTo>
                  <a:pt x="80957" y="61229"/>
                </a:moveTo>
                <a:lnTo>
                  <a:pt x="93463" y="66716"/>
                </a:lnTo>
                <a:cubicBezTo>
                  <a:pt x="93438" y="66767"/>
                  <a:pt x="93438" y="66818"/>
                  <a:pt x="93438" y="66869"/>
                </a:cubicBezTo>
                <a:lnTo>
                  <a:pt x="84964" y="67533"/>
                </a:lnTo>
                <a:lnTo>
                  <a:pt x="68069" y="68860"/>
                </a:lnTo>
                <a:cubicBezTo>
                  <a:pt x="68043" y="68783"/>
                  <a:pt x="68017" y="68732"/>
                  <a:pt x="67992" y="68656"/>
                </a:cubicBezTo>
                <a:lnTo>
                  <a:pt x="80957" y="61229"/>
                </a:lnTo>
                <a:close/>
                <a:moveTo>
                  <a:pt x="118986" y="61356"/>
                </a:moveTo>
                <a:lnTo>
                  <a:pt x="110997" y="65746"/>
                </a:lnTo>
                <a:lnTo>
                  <a:pt x="104515" y="69345"/>
                </a:lnTo>
                <a:lnTo>
                  <a:pt x="103060" y="64981"/>
                </a:lnTo>
                <a:lnTo>
                  <a:pt x="118986" y="61356"/>
                </a:lnTo>
                <a:close/>
                <a:moveTo>
                  <a:pt x="23557" y="59238"/>
                </a:moveTo>
                <a:lnTo>
                  <a:pt x="36548" y="66614"/>
                </a:lnTo>
                <a:cubicBezTo>
                  <a:pt x="36497" y="66742"/>
                  <a:pt x="36446" y="66844"/>
                  <a:pt x="36446" y="66997"/>
                </a:cubicBezTo>
                <a:cubicBezTo>
                  <a:pt x="36446" y="67227"/>
                  <a:pt x="36574" y="67456"/>
                  <a:pt x="36752" y="67584"/>
                </a:cubicBezTo>
                <a:lnTo>
                  <a:pt x="34175" y="72050"/>
                </a:lnTo>
                <a:lnTo>
                  <a:pt x="23481" y="59340"/>
                </a:lnTo>
                <a:cubicBezTo>
                  <a:pt x="23506" y="59315"/>
                  <a:pt x="23532" y="59264"/>
                  <a:pt x="23557" y="59238"/>
                </a:cubicBezTo>
                <a:close/>
                <a:moveTo>
                  <a:pt x="119088" y="61535"/>
                </a:moveTo>
                <a:cubicBezTo>
                  <a:pt x="119088" y="61561"/>
                  <a:pt x="119114" y="61586"/>
                  <a:pt x="119139" y="61612"/>
                </a:cubicBezTo>
                <a:lnTo>
                  <a:pt x="111891" y="71412"/>
                </a:lnTo>
                <a:lnTo>
                  <a:pt x="107705" y="77078"/>
                </a:lnTo>
                <a:cubicBezTo>
                  <a:pt x="107552" y="77002"/>
                  <a:pt x="107399" y="76951"/>
                  <a:pt x="107220" y="76951"/>
                </a:cubicBezTo>
                <a:cubicBezTo>
                  <a:pt x="107143" y="76951"/>
                  <a:pt x="107092" y="76951"/>
                  <a:pt x="107016" y="76976"/>
                </a:cubicBezTo>
                <a:lnTo>
                  <a:pt x="104566" y="69524"/>
                </a:lnTo>
                <a:lnTo>
                  <a:pt x="111431" y="65746"/>
                </a:lnTo>
                <a:lnTo>
                  <a:pt x="119088" y="61535"/>
                </a:lnTo>
                <a:close/>
                <a:moveTo>
                  <a:pt x="119981" y="61739"/>
                </a:moveTo>
                <a:lnTo>
                  <a:pt x="127664" y="73199"/>
                </a:lnTo>
                <a:lnTo>
                  <a:pt x="123172" y="78916"/>
                </a:lnTo>
                <a:lnTo>
                  <a:pt x="108164" y="77869"/>
                </a:lnTo>
                <a:cubicBezTo>
                  <a:pt x="108164" y="77614"/>
                  <a:pt x="108037" y="77385"/>
                  <a:pt x="107858" y="77206"/>
                </a:cubicBezTo>
                <a:lnTo>
                  <a:pt x="119318" y="61739"/>
                </a:lnTo>
                <a:cubicBezTo>
                  <a:pt x="119420" y="61790"/>
                  <a:pt x="119547" y="61816"/>
                  <a:pt x="119675" y="61816"/>
                </a:cubicBezTo>
                <a:cubicBezTo>
                  <a:pt x="119777" y="61816"/>
                  <a:pt x="119879" y="61790"/>
                  <a:pt x="119981" y="61739"/>
                </a:cubicBezTo>
                <a:close/>
                <a:moveTo>
                  <a:pt x="142288" y="55027"/>
                </a:moveTo>
                <a:cubicBezTo>
                  <a:pt x="142288" y="55052"/>
                  <a:pt x="142314" y="55052"/>
                  <a:pt x="142339" y="55052"/>
                </a:cubicBezTo>
                <a:lnTo>
                  <a:pt x="132283" y="78916"/>
                </a:lnTo>
                <a:cubicBezTo>
                  <a:pt x="132232" y="78916"/>
                  <a:pt x="132156" y="78890"/>
                  <a:pt x="132105" y="78890"/>
                </a:cubicBezTo>
                <a:cubicBezTo>
                  <a:pt x="131977" y="78890"/>
                  <a:pt x="131875" y="78916"/>
                  <a:pt x="131773" y="78967"/>
                </a:cubicBezTo>
                <a:lnTo>
                  <a:pt x="127919" y="73224"/>
                </a:lnTo>
                <a:lnTo>
                  <a:pt x="142288" y="55027"/>
                </a:lnTo>
                <a:close/>
                <a:moveTo>
                  <a:pt x="102881" y="65032"/>
                </a:moveTo>
                <a:lnTo>
                  <a:pt x="104336" y="69422"/>
                </a:lnTo>
                <a:lnTo>
                  <a:pt x="86955" y="78992"/>
                </a:lnTo>
                <a:cubicBezTo>
                  <a:pt x="86930" y="78967"/>
                  <a:pt x="86904" y="78941"/>
                  <a:pt x="86879" y="78916"/>
                </a:cubicBezTo>
                <a:lnTo>
                  <a:pt x="91268" y="71770"/>
                </a:lnTo>
                <a:lnTo>
                  <a:pt x="93846" y="67558"/>
                </a:lnTo>
                <a:cubicBezTo>
                  <a:pt x="93923" y="67609"/>
                  <a:pt x="94025" y="67609"/>
                  <a:pt x="94127" y="67609"/>
                </a:cubicBezTo>
                <a:cubicBezTo>
                  <a:pt x="94510" y="67609"/>
                  <a:pt x="94842" y="67303"/>
                  <a:pt x="94842" y="66920"/>
                </a:cubicBezTo>
                <a:cubicBezTo>
                  <a:pt x="94842" y="66895"/>
                  <a:pt x="94842" y="66869"/>
                  <a:pt x="94842" y="66844"/>
                </a:cubicBezTo>
                <a:lnTo>
                  <a:pt x="102881" y="65032"/>
                </a:lnTo>
                <a:close/>
                <a:moveTo>
                  <a:pt x="104387" y="69626"/>
                </a:moveTo>
                <a:lnTo>
                  <a:pt x="106837" y="77053"/>
                </a:lnTo>
                <a:cubicBezTo>
                  <a:pt x="106531" y="77180"/>
                  <a:pt x="106301" y="77512"/>
                  <a:pt x="106276" y="77869"/>
                </a:cubicBezTo>
                <a:lnTo>
                  <a:pt x="87083" y="79222"/>
                </a:lnTo>
                <a:cubicBezTo>
                  <a:pt x="87083" y="79197"/>
                  <a:pt x="87057" y="79197"/>
                  <a:pt x="87057" y="79171"/>
                </a:cubicBezTo>
                <a:lnTo>
                  <a:pt x="104387" y="69626"/>
                </a:lnTo>
                <a:close/>
                <a:moveTo>
                  <a:pt x="142518" y="55129"/>
                </a:moveTo>
                <a:cubicBezTo>
                  <a:pt x="142569" y="55155"/>
                  <a:pt x="142620" y="55180"/>
                  <a:pt x="142696" y="55180"/>
                </a:cubicBezTo>
                <a:lnTo>
                  <a:pt x="142696" y="77818"/>
                </a:lnTo>
                <a:lnTo>
                  <a:pt x="132794" y="79426"/>
                </a:lnTo>
                <a:cubicBezTo>
                  <a:pt x="132743" y="79248"/>
                  <a:pt x="132640" y="79095"/>
                  <a:pt x="132462" y="78992"/>
                </a:cubicBezTo>
                <a:lnTo>
                  <a:pt x="142518" y="55129"/>
                </a:lnTo>
                <a:close/>
                <a:moveTo>
                  <a:pt x="127791" y="73378"/>
                </a:moveTo>
                <a:lnTo>
                  <a:pt x="131620" y="79069"/>
                </a:lnTo>
                <a:cubicBezTo>
                  <a:pt x="131492" y="79171"/>
                  <a:pt x="131415" y="79324"/>
                  <a:pt x="131364" y="79477"/>
                </a:cubicBezTo>
                <a:lnTo>
                  <a:pt x="128914" y="79299"/>
                </a:lnTo>
                <a:lnTo>
                  <a:pt x="123401" y="78916"/>
                </a:lnTo>
                <a:lnTo>
                  <a:pt x="127791" y="73378"/>
                </a:lnTo>
                <a:close/>
                <a:moveTo>
                  <a:pt x="58319" y="62964"/>
                </a:moveTo>
                <a:lnTo>
                  <a:pt x="63959" y="66920"/>
                </a:lnTo>
                <a:lnTo>
                  <a:pt x="66307" y="68579"/>
                </a:lnTo>
                <a:cubicBezTo>
                  <a:pt x="66231" y="68707"/>
                  <a:pt x="66205" y="68860"/>
                  <a:pt x="66205" y="69039"/>
                </a:cubicBezTo>
                <a:cubicBezTo>
                  <a:pt x="66205" y="69447"/>
                  <a:pt x="66461" y="69779"/>
                  <a:pt x="66818" y="69906"/>
                </a:cubicBezTo>
                <a:lnTo>
                  <a:pt x="64674" y="78023"/>
                </a:lnTo>
                <a:lnTo>
                  <a:pt x="64113" y="80218"/>
                </a:lnTo>
                <a:lnTo>
                  <a:pt x="64010" y="80218"/>
                </a:lnTo>
                <a:cubicBezTo>
                  <a:pt x="63959" y="80218"/>
                  <a:pt x="63934" y="80218"/>
                  <a:pt x="63883" y="80243"/>
                </a:cubicBezTo>
                <a:lnTo>
                  <a:pt x="58115" y="63092"/>
                </a:lnTo>
                <a:cubicBezTo>
                  <a:pt x="58191" y="63066"/>
                  <a:pt x="58268" y="63015"/>
                  <a:pt x="58319" y="62964"/>
                </a:cubicBezTo>
                <a:close/>
                <a:moveTo>
                  <a:pt x="57145" y="62735"/>
                </a:moveTo>
                <a:cubicBezTo>
                  <a:pt x="57247" y="62990"/>
                  <a:pt x="57502" y="63169"/>
                  <a:pt x="57808" y="63169"/>
                </a:cubicBezTo>
                <a:lnTo>
                  <a:pt x="57936" y="63169"/>
                </a:lnTo>
                <a:lnTo>
                  <a:pt x="63704" y="80294"/>
                </a:lnTo>
                <a:cubicBezTo>
                  <a:pt x="63628" y="80320"/>
                  <a:pt x="63577" y="80371"/>
                  <a:pt x="63551" y="80396"/>
                </a:cubicBezTo>
                <a:lnTo>
                  <a:pt x="46604" y="65619"/>
                </a:lnTo>
                <a:cubicBezTo>
                  <a:pt x="46706" y="65440"/>
                  <a:pt x="46783" y="65261"/>
                  <a:pt x="46783" y="65057"/>
                </a:cubicBezTo>
                <a:cubicBezTo>
                  <a:pt x="46783" y="65032"/>
                  <a:pt x="46783" y="65006"/>
                  <a:pt x="46757" y="64955"/>
                </a:cubicBezTo>
                <a:lnTo>
                  <a:pt x="57145" y="62735"/>
                </a:lnTo>
                <a:close/>
                <a:moveTo>
                  <a:pt x="93438" y="67073"/>
                </a:moveTo>
                <a:cubicBezTo>
                  <a:pt x="93438" y="67073"/>
                  <a:pt x="93463" y="67099"/>
                  <a:pt x="93463" y="67125"/>
                </a:cubicBezTo>
                <a:lnTo>
                  <a:pt x="79426" y="73658"/>
                </a:lnTo>
                <a:lnTo>
                  <a:pt x="64623" y="80549"/>
                </a:lnTo>
                <a:cubicBezTo>
                  <a:pt x="64546" y="80422"/>
                  <a:pt x="64444" y="80320"/>
                  <a:pt x="64291" y="80269"/>
                </a:cubicBezTo>
                <a:lnTo>
                  <a:pt x="66205" y="72969"/>
                </a:lnTo>
                <a:lnTo>
                  <a:pt x="66997" y="69958"/>
                </a:lnTo>
                <a:cubicBezTo>
                  <a:pt x="67048" y="69983"/>
                  <a:pt x="67099" y="69983"/>
                  <a:pt x="67124" y="69983"/>
                </a:cubicBezTo>
                <a:cubicBezTo>
                  <a:pt x="67660" y="69983"/>
                  <a:pt x="68069" y="69575"/>
                  <a:pt x="68069" y="69064"/>
                </a:cubicBezTo>
                <a:lnTo>
                  <a:pt x="87670" y="67507"/>
                </a:lnTo>
                <a:lnTo>
                  <a:pt x="93438" y="67073"/>
                </a:lnTo>
                <a:close/>
                <a:moveTo>
                  <a:pt x="93540" y="67303"/>
                </a:moveTo>
                <a:cubicBezTo>
                  <a:pt x="93566" y="67354"/>
                  <a:pt x="93617" y="67405"/>
                  <a:pt x="93693" y="67456"/>
                </a:cubicBezTo>
                <a:lnTo>
                  <a:pt x="86725" y="78814"/>
                </a:lnTo>
                <a:cubicBezTo>
                  <a:pt x="86649" y="78788"/>
                  <a:pt x="86572" y="78763"/>
                  <a:pt x="86496" y="78763"/>
                </a:cubicBezTo>
                <a:cubicBezTo>
                  <a:pt x="86190" y="78763"/>
                  <a:pt x="85934" y="78992"/>
                  <a:pt x="85909" y="79299"/>
                </a:cubicBezTo>
                <a:lnTo>
                  <a:pt x="64725" y="80805"/>
                </a:lnTo>
                <a:cubicBezTo>
                  <a:pt x="64725" y="80779"/>
                  <a:pt x="64725" y="80754"/>
                  <a:pt x="64700" y="80728"/>
                </a:cubicBezTo>
                <a:lnTo>
                  <a:pt x="79656" y="73760"/>
                </a:lnTo>
                <a:lnTo>
                  <a:pt x="93540" y="67303"/>
                </a:lnTo>
                <a:close/>
                <a:moveTo>
                  <a:pt x="23328" y="59468"/>
                </a:moveTo>
                <a:lnTo>
                  <a:pt x="34073" y="72229"/>
                </a:lnTo>
                <a:lnTo>
                  <a:pt x="28432" y="82081"/>
                </a:lnTo>
                <a:cubicBezTo>
                  <a:pt x="28304" y="82030"/>
                  <a:pt x="28177" y="81979"/>
                  <a:pt x="28049" y="81979"/>
                </a:cubicBezTo>
                <a:cubicBezTo>
                  <a:pt x="27998" y="81979"/>
                  <a:pt x="27973" y="82004"/>
                  <a:pt x="27947" y="82004"/>
                </a:cubicBezTo>
                <a:lnTo>
                  <a:pt x="24323" y="65312"/>
                </a:lnTo>
                <a:lnTo>
                  <a:pt x="23072" y="59570"/>
                </a:lnTo>
                <a:cubicBezTo>
                  <a:pt x="23174" y="59544"/>
                  <a:pt x="23251" y="59519"/>
                  <a:pt x="23328" y="59468"/>
                </a:cubicBezTo>
                <a:close/>
                <a:moveTo>
                  <a:pt x="21898" y="58983"/>
                </a:moveTo>
                <a:cubicBezTo>
                  <a:pt x="22026" y="59366"/>
                  <a:pt x="22383" y="59621"/>
                  <a:pt x="22792" y="59621"/>
                </a:cubicBezTo>
                <a:lnTo>
                  <a:pt x="22894" y="59621"/>
                </a:lnTo>
                <a:lnTo>
                  <a:pt x="27743" y="82055"/>
                </a:lnTo>
                <a:cubicBezTo>
                  <a:pt x="27590" y="82106"/>
                  <a:pt x="27437" y="82183"/>
                  <a:pt x="27335" y="82310"/>
                </a:cubicBezTo>
                <a:lnTo>
                  <a:pt x="1761" y="64011"/>
                </a:lnTo>
                <a:cubicBezTo>
                  <a:pt x="1838" y="63883"/>
                  <a:pt x="1889" y="63730"/>
                  <a:pt x="1889" y="63551"/>
                </a:cubicBezTo>
                <a:cubicBezTo>
                  <a:pt x="1889" y="63526"/>
                  <a:pt x="1889" y="63475"/>
                  <a:pt x="1889" y="63449"/>
                </a:cubicBezTo>
                <a:lnTo>
                  <a:pt x="21898" y="58983"/>
                </a:lnTo>
                <a:close/>
                <a:moveTo>
                  <a:pt x="1659" y="64189"/>
                </a:moveTo>
                <a:lnTo>
                  <a:pt x="20061" y="77359"/>
                </a:lnTo>
                <a:lnTo>
                  <a:pt x="27207" y="82464"/>
                </a:lnTo>
                <a:cubicBezTo>
                  <a:pt x="27181" y="82515"/>
                  <a:pt x="27156" y="82566"/>
                  <a:pt x="27156" y="82617"/>
                </a:cubicBezTo>
                <a:lnTo>
                  <a:pt x="1582" y="76746"/>
                </a:lnTo>
                <a:cubicBezTo>
                  <a:pt x="1582" y="76721"/>
                  <a:pt x="1582" y="76721"/>
                  <a:pt x="1582" y="76695"/>
                </a:cubicBezTo>
                <a:cubicBezTo>
                  <a:pt x="1582" y="76389"/>
                  <a:pt x="1353" y="76108"/>
                  <a:pt x="1046" y="76057"/>
                </a:cubicBezTo>
                <a:lnTo>
                  <a:pt x="1046" y="64496"/>
                </a:lnTo>
                <a:cubicBezTo>
                  <a:pt x="1276" y="64470"/>
                  <a:pt x="1506" y="64343"/>
                  <a:pt x="1659" y="64189"/>
                </a:cubicBezTo>
                <a:close/>
                <a:moveTo>
                  <a:pt x="142339" y="78074"/>
                </a:moveTo>
                <a:lnTo>
                  <a:pt x="132283" y="84684"/>
                </a:lnTo>
                <a:cubicBezTo>
                  <a:pt x="132130" y="84531"/>
                  <a:pt x="131951" y="84403"/>
                  <a:pt x="131747" y="84378"/>
                </a:cubicBezTo>
                <a:lnTo>
                  <a:pt x="132130" y="80371"/>
                </a:lnTo>
                <a:cubicBezTo>
                  <a:pt x="132513" y="80345"/>
                  <a:pt x="132845" y="80039"/>
                  <a:pt x="132845" y="79631"/>
                </a:cubicBezTo>
                <a:cubicBezTo>
                  <a:pt x="132819" y="79631"/>
                  <a:pt x="132819" y="79605"/>
                  <a:pt x="132819" y="79605"/>
                </a:cubicBezTo>
                <a:lnTo>
                  <a:pt x="142339" y="78074"/>
                </a:lnTo>
                <a:close/>
                <a:moveTo>
                  <a:pt x="142671" y="78074"/>
                </a:moveTo>
                <a:lnTo>
                  <a:pt x="142671" y="82489"/>
                </a:lnTo>
                <a:lnTo>
                  <a:pt x="142696" y="82489"/>
                </a:lnTo>
                <a:lnTo>
                  <a:pt x="132436" y="84965"/>
                </a:lnTo>
                <a:cubicBezTo>
                  <a:pt x="132411" y="84939"/>
                  <a:pt x="132411" y="84888"/>
                  <a:pt x="132385" y="84863"/>
                </a:cubicBezTo>
                <a:lnTo>
                  <a:pt x="142671" y="78074"/>
                </a:lnTo>
                <a:close/>
                <a:moveTo>
                  <a:pt x="106301" y="78074"/>
                </a:moveTo>
                <a:cubicBezTo>
                  <a:pt x="106301" y="78099"/>
                  <a:pt x="106327" y="78125"/>
                  <a:pt x="106327" y="78176"/>
                </a:cubicBezTo>
                <a:lnTo>
                  <a:pt x="87874" y="85807"/>
                </a:lnTo>
                <a:lnTo>
                  <a:pt x="86700" y="79937"/>
                </a:lnTo>
                <a:cubicBezTo>
                  <a:pt x="86904" y="79835"/>
                  <a:pt x="87057" y="79656"/>
                  <a:pt x="87083" y="79426"/>
                </a:cubicBezTo>
                <a:lnTo>
                  <a:pt x="94535" y="78890"/>
                </a:lnTo>
                <a:lnTo>
                  <a:pt x="106301" y="78074"/>
                </a:lnTo>
                <a:close/>
                <a:moveTo>
                  <a:pt x="37493" y="67660"/>
                </a:moveTo>
                <a:lnTo>
                  <a:pt x="45941" y="86011"/>
                </a:lnTo>
                <a:lnTo>
                  <a:pt x="34328" y="72203"/>
                </a:lnTo>
                <a:lnTo>
                  <a:pt x="36931" y="67686"/>
                </a:lnTo>
                <a:cubicBezTo>
                  <a:pt x="37008" y="67712"/>
                  <a:pt x="37084" y="67737"/>
                  <a:pt x="37186" y="67737"/>
                </a:cubicBezTo>
                <a:cubicBezTo>
                  <a:pt x="37288" y="67737"/>
                  <a:pt x="37390" y="67712"/>
                  <a:pt x="37493" y="67660"/>
                </a:cubicBezTo>
                <a:close/>
                <a:moveTo>
                  <a:pt x="44945" y="65363"/>
                </a:moveTo>
                <a:cubicBezTo>
                  <a:pt x="45047" y="65695"/>
                  <a:pt x="45379" y="65976"/>
                  <a:pt x="45762" y="66002"/>
                </a:cubicBezTo>
                <a:lnTo>
                  <a:pt x="46221" y="86011"/>
                </a:lnTo>
                <a:cubicBezTo>
                  <a:pt x="46196" y="86011"/>
                  <a:pt x="46196" y="86037"/>
                  <a:pt x="46170" y="86037"/>
                </a:cubicBezTo>
                <a:lnTo>
                  <a:pt x="37646" y="67533"/>
                </a:lnTo>
                <a:cubicBezTo>
                  <a:pt x="37824" y="67405"/>
                  <a:pt x="37901" y="67201"/>
                  <a:pt x="37901" y="66997"/>
                </a:cubicBezTo>
                <a:cubicBezTo>
                  <a:pt x="37901" y="66946"/>
                  <a:pt x="37901" y="66920"/>
                  <a:pt x="37901" y="66869"/>
                </a:cubicBezTo>
                <a:lnTo>
                  <a:pt x="44945" y="65363"/>
                </a:lnTo>
                <a:close/>
                <a:moveTo>
                  <a:pt x="46476" y="65746"/>
                </a:moveTo>
                <a:lnTo>
                  <a:pt x="63398" y="80549"/>
                </a:lnTo>
                <a:cubicBezTo>
                  <a:pt x="63321" y="80651"/>
                  <a:pt x="63296" y="80805"/>
                  <a:pt x="63296" y="80958"/>
                </a:cubicBezTo>
                <a:cubicBezTo>
                  <a:pt x="63296" y="80983"/>
                  <a:pt x="63296" y="81034"/>
                  <a:pt x="63296" y="81085"/>
                </a:cubicBezTo>
                <a:lnTo>
                  <a:pt x="54031" y="84046"/>
                </a:lnTo>
                <a:lnTo>
                  <a:pt x="46885" y="86343"/>
                </a:lnTo>
                <a:cubicBezTo>
                  <a:pt x="46808" y="86164"/>
                  <a:pt x="46630" y="86037"/>
                  <a:pt x="46425" y="86011"/>
                </a:cubicBezTo>
                <a:lnTo>
                  <a:pt x="46272" y="80166"/>
                </a:lnTo>
                <a:lnTo>
                  <a:pt x="45941" y="66002"/>
                </a:lnTo>
                <a:cubicBezTo>
                  <a:pt x="46145" y="65976"/>
                  <a:pt x="46323" y="65874"/>
                  <a:pt x="46476" y="65746"/>
                </a:cubicBezTo>
                <a:close/>
                <a:moveTo>
                  <a:pt x="34226" y="72408"/>
                </a:moveTo>
                <a:lnTo>
                  <a:pt x="45864" y="86215"/>
                </a:lnTo>
                <a:cubicBezTo>
                  <a:pt x="45813" y="86266"/>
                  <a:pt x="45787" y="86343"/>
                  <a:pt x="45762" y="86419"/>
                </a:cubicBezTo>
                <a:lnTo>
                  <a:pt x="28968" y="83025"/>
                </a:lnTo>
                <a:cubicBezTo>
                  <a:pt x="28968" y="82999"/>
                  <a:pt x="28994" y="82974"/>
                  <a:pt x="28994" y="82948"/>
                </a:cubicBezTo>
                <a:cubicBezTo>
                  <a:pt x="28994" y="82617"/>
                  <a:pt x="28815" y="82361"/>
                  <a:pt x="28585" y="82183"/>
                </a:cubicBezTo>
                <a:lnTo>
                  <a:pt x="34226" y="72408"/>
                </a:lnTo>
                <a:close/>
                <a:moveTo>
                  <a:pt x="85909" y="79503"/>
                </a:moveTo>
                <a:cubicBezTo>
                  <a:pt x="85934" y="79631"/>
                  <a:pt x="86011" y="79733"/>
                  <a:pt x="86113" y="79809"/>
                </a:cubicBezTo>
                <a:lnTo>
                  <a:pt x="81059" y="88053"/>
                </a:lnTo>
                <a:cubicBezTo>
                  <a:pt x="80932" y="87976"/>
                  <a:pt x="80804" y="87951"/>
                  <a:pt x="80651" y="87951"/>
                </a:cubicBezTo>
                <a:cubicBezTo>
                  <a:pt x="80319" y="87951"/>
                  <a:pt x="80013" y="88129"/>
                  <a:pt x="79860" y="88410"/>
                </a:cubicBezTo>
                <a:lnTo>
                  <a:pt x="72509" y="84888"/>
                </a:lnTo>
                <a:lnTo>
                  <a:pt x="64700" y="81162"/>
                </a:lnTo>
                <a:cubicBezTo>
                  <a:pt x="64725" y="81111"/>
                  <a:pt x="64751" y="81060"/>
                  <a:pt x="64751" y="81009"/>
                </a:cubicBezTo>
                <a:lnTo>
                  <a:pt x="85909" y="79503"/>
                </a:lnTo>
                <a:close/>
                <a:moveTo>
                  <a:pt x="86266" y="79911"/>
                </a:moveTo>
                <a:cubicBezTo>
                  <a:pt x="86343" y="79937"/>
                  <a:pt x="86419" y="79962"/>
                  <a:pt x="86496" y="79962"/>
                </a:cubicBezTo>
                <a:lnTo>
                  <a:pt x="86521" y="79962"/>
                </a:lnTo>
                <a:lnTo>
                  <a:pt x="87695" y="85884"/>
                </a:lnTo>
                <a:lnTo>
                  <a:pt x="84326" y="87262"/>
                </a:lnTo>
                <a:lnTo>
                  <a:pt x="81493" y="88436"/>
                </a:lnTo>
                <a:cubicBezTo>
                  <a:pt x="81417" y="88334"/>
                  <a:pt x="81340" y="88232"/>
                  <a:pt x="81238" y="88155"/>
                </a:cubicBezTo>
                <a:lnTo>
                  <a:pt x="86266" y="79911"/>
                </a:lnTo>
                <a:close/>
                <a:moveTo>
                  <a:pt x="108164" y="78074"/>
                </a:moveTo>
                <a:lnTo>
                  <a:pt x="110793" y="78252"/>
                </a:lnTo>
                <a:lnTo>
                  <a:pt x="123018" y="79095"/>
                </a:lnTo>
                <a:lnTo>
                  <a:pt x="115617" y="88487"/>
                </a:lnTo>
                <a:cubicBezTo>
                  <a:pt x="115464" y="88385"/>
                  <a:pt x="115285" y="88334"/>
                  <a:pt x="115107" y="88334"/>
                </a:cubicBezTo>
                <a:cubicBezTo>
                  <a:pt x="114953" y="88334"/>
                  <a:pt x="114800" y="88385"/>
                  <a:pt x="114647" y="88461"/>
                </a:cubicBezTo>
                <a:lnTo>
                  <a:pt x="112912" y="85909"/>
                </a:lnTo>
                <a:lnTo>
                  <a:pt x="107858" y="78610"/>
                </a:lnTo>
                <a:cubicBezTo>
                  <a:pt x="108011" y="78482"/>
                  <a:pt x="108113" y="78278"/>
                  <a:pt x="108164" y="78074"/>
                </a:cubicBezTo>
                <a:close/>
                <a:moveTo>
                  <a:pt x="123274" y="79120"/>
                </a:moveTo>
                <a:lnTo>
                  <a:pt x="131364" y="79682"/>
                </a:lnTo>
                <a:cubicBezTo>
                  <a:pt x="131364" y="79758"/>
                  <a:pt x="131390" y="79835"/>
                  <a:pt x="131415" y="79886"/>
                </a:cubicBezTo>
                <a:lnTo>
                  <a:pt x="124244" y="83969"/>
                </a:lnTo>
                <a:lnTo>
                  <a:pt x="115872" y="88742"/>
                </a:lnTo>
                <a:cubicBezTo>
                  <a:pt x="115847" y="88691"/>
                  <a:pt x="115796" y="88640"/>
                  <a:pt x="115770" y="88614"/>
                </a:cubicBezTo>
                <a:lnTo>
                  <a:pt x="123274" y="79120"/>
                </a:lnTo>
                <a:close/>
                <a:moveTo>
                  <a:pt x="131517" y="80064"/>
                </a:moveTo>
                <a:cubicBezTo>
                  <a:pt x="131620" y="80192"/>
                  <a:pt x="131747" y="80294"/>
                  <a:pt x="131926" y="80345"/>
                </a:cubicBezTo>
                <a:lnTo>
                  <a:pt x="131543" y="84352"/>
                </a:lnTo>
                <a:cubicBezTo>
                  <a:pt x="131007" y="84352"/>
                  <a:pt x="130599" y="84761"/>
                  <a:pt x="130599" y="85296"/>
                </a:cubicBezTo>
                <a:cubicBezTo>
                  <a:pt x="130599" y="85322"/>
                  <a:pt x="130599" y="85373"/>
                  <a:pt x="130624" y="85424"/>
                </a:cubicBezTo>
                <a:lnTo>
                  <a:pt x="116000" y="88972"/>
                </a:lnTo>
                <a:cubicBezTo>
                  <a:pt x="115974" y="88946"/>
                  <a:pt x="115974" y="88921"/>
                  <a:pt x="115974" y="88895"/>
                </a:cubicBezTo>
                <a:lnTo>
                  <a:pt x="130190" y="80830"/>
                </a:lnTo>
                <a:lnTo>
                  <a:pt x="131517" y="80064"/>
                </a:lnTo>
                <a:close/>
                <a:moveTo>
                  <a:pt x="64623" y="81341"/>
                </a:moveTo>
                <a:lnTo>
                  <a:pt x="68120" y="83025"/>
                </a:lnTo>
                <a:lnTo>
                  <a:pt x="79758" y="88589"/>
                </a:lnTo>
                <a:cubicBezTo>
                  <a:pt x="79732" y="88691"/>
                  <a:pt x="79707" y="88793"/>
                  <a:pt x="79707" y="88895"/>
                </a:cubicBezTo>
                <a:cubicBezTo>
                  <a:pt x="79707" y="88946"/>
                  <a:pt x="79732" y="88997"/>
                  <a:pt x="79732" y="89074"/>
                </a:cubicBezTo>
                <a:lnTo>
                  <a:pt x="70570" y="91805"/>
                </a:lnTo>
                <a:lnTo>
                  <a:pt x="64470" y="81519"/>
                </a:lnTo>
                <a:cubicBezTo>
                  <a:pt x="64521" y="81468"/>
                  <a:pt x="64572" y="81417"/>
                  <a:pt x="64623" y="81341"/>
                </a:cubicBezTo>
                <a:close/>
                <a:moveTo>
                  <a:pt x="64291" y="81621"/>
                </a:moveTo>
                <a:lnTo>
                  <a:pt x="70391" y="91856"/>
                </a:lnTo>
                <a:lnTo>
                  <a:pt x="63194" y="94025"/>
                </a:lnTo>
                <a:cubicBezTo>
                  <a:pt x="63092" y="93847"/>
                  <a:pt x="62939" y="93744"/>
                  <a:pt x="62760" y="93719"/>
                </a:cubicBezTo>
                <a:lnTo>
                  <a:pt x="64036" y="81672"/>
                </a:lnTo>
                <a:cubicBezTo>
                  <a:pt x="64138" y="81672"/>
                  <a:pt x="64215" y="81672"/>
                  <a:pt x="64291" y="81621"/>
                </a:cubicBezTo>
                <a:close/>
                <a:moveTo>
                  <a:pt x="63372" y="81264"/>
                </a:moveTo>
                <a:cubicBezTo>
                  <a:pt x="63398" y="81341"/>
                  <a:pt x="63449" y="81417"/>
                  <a:pt x="63526" y="81494"/>
                </a:cubicBezTo>
                <a:lnTo>
                  <a:pt x="53470" y="96322"/>
                </a:lnTo>
                <a:cubicBezTo>
                  <a:pt x="53342" y="96246"/>
                  <a:pt x="53189" y="96220"/>
                  <a:pt x="53036" y="96220"/>
                </a:cubicBezTo>
                <a:cubicBezTo>
                  <a:pt x="52883" y="96220"/>
                  <a:pt x="52730" y="96246"/>
                  <a:pt x="52602" y="96322"/>
                </a:cubicBezTo>
                <a:lnTo>
                  <a:pt x="46757" y="87083"/>
                </a:lnTo>
                <a:cubicBezTo>
                  <a:pt x="46885" y="86981"/>
                  <a:pt x="46961" y="86802"/>
                  <a:pt x="46961" y="86624"/>
                </a:cubicBezTo>
                <a:cubicBezTo>
                  <a:pt x="46961" y="86598"/>
                  <a:pt x="46961" y="86573"/>
                  <a:pt x="46961" y="86522"/>
                </a:cubicBezTo>
                <a:lnTo>
                  <a:pt x="54108" y="84225"/>
                </a:lnTo>
                <a:lnTo>
                  <a:pt x="63372" y="81264"/>
                </a:lnTo>
                <a:close/>
                <a:moveTo>
                  <a:pt x="63704" y="81596"/>
                </a:moveTo>
                <a:cubicBezTo>
                  <a:pt x="63730" y="81621"/>
                  <a:pt x="63781" y="81647"/>
                  <a:pt x="63832" y="81672"/>
                </a:cubicBezTo>
                <a:lnTo>
                  <a:pt x="62556" y="93719"/>
                </a:lnTo>
                <a:cubicBezTo>
                  <a:pt x="62249" y="93770"/>
                  <a:pt x="62020" y="94025"/>
                  <a:pt x="62020" y="94331"/>
                </a:cubicBezTo>
                <a:cubicBezTo>
                  <a:pt x="62020" y="94331"/>
                  <a:pt x="62020" y="94357"/>
                  <a:pt x="62020" y="94357"/>
                </a:cubicBezTo>
                <a:lnTo>
                  <a:pt x="53904" y="96782"/>
                </a:lnTo>
                <a:cubicBezTo>
                  <a:pt x="53852" y="96654"/>
                  <a:pt x="53750" y="96526"/>
                  <a:pt x="53623" y="96424"/>
                </a:cubicBezTo>
                <a:lnTo>
                  <a:pt x="63704" y="81596"/>
                </a:lnTo>
                <a:close/>
                <a:moveTo>
                  <a:pt x="130650" y="85603"/>
                </a:moveTo>
                <a:cubicBezTo>
                  <a:pt x="130777" y="85909"/>
                  <a:pt x="131033" y="86139"/>
                  <a:pt x="131364" y="86215"/>
                </a:cubicBezTo>
                <a:lnTo>
                  <a:pt x="130292" y="97011"/>
                </a:lnTo>
                <a:lnTo>
                  <a:pt x="115974" y="89635"/>
                </a:lnTo>
                <a:cubicBezTo>
                  <a:pt x="116025" y="89533"/>
                  <a:pt x="116051" y="89406"/>
                  <a:pt x="116051" y="89278"/>
                </a:cubicBezTo>
                <a:cubicBezTo>
                  <a:pt x="116051" y="89252"/>
                  <a:pt x="116051" y="89201"/>
                  <a:pt x="116025" y="89150"/>
                </a:cubicBezTo>
                <a:lnTo>
                  <a:pt x="130650" y="85603"/>
                </a:lnTo>
                <a:close/>
                <a:moveTo>
                  <a:pt x="106403" y="78354"/>
                </a:moveTo>
                <a:cubicBezTo>
                  <a:pt x="106454" y="78456"/>
                  <a:pt x="106531" y="78559"/>
                  <a:pt x="106633" y="78635"/>
                </a:cubicBezTo>
                <a:lnTo>
                  <a:pt x="105357" y="80626"/>
                </a:lnTo>
                <a:lnTo>
                  <a:pt x="91422" y="102269"/>
                </a:lnTo>
                <a:cubicBezTo>
                  <a:pt x="91345" y="102243"/>
                  <a:pt x="91243" y="102218"/>
                  <a:pt x="91141" y="102218"/>
                </a:cubicBezTo>
                <a:lnTo>
                  <a:pt x="91115" y="102218"/>
                </a:lnTo>
                <a:lnTo>
                  <a:pt x="87925" y="86011"/>
                </a:lnTo>
                <a:lnTo>
                  <a:pt x="106403" y="78354"/>
                </a:lnTo>
                <a:close/>
                <a:moveTo>
                  <a:pt x="87721" y="86088"/>
                </a:moveTo>
                <a:lnTo>
                  <a:pt x="89431" y="94689"/>
                </a:lnTo>
                <a:lnTo>
                  <a:pt x="90937" y="102269"/>
                </a:lnTo>
                <a:cubicBezTo>
                  <a:pt x="90886" y="102269"/>
                  <a:pt x="90860" y="102294"/>
                  <a:pt x="90835" y="102294"/>
                </a:cubicBezTo>
                <a:lnTo>
                  <a:pt x="84122" y="93336"/>
                </a:lnTo>
                <a:lnTo>
                  <a:pt x="81289" y="89584"/>
                </a:lnTo>
                <a:cubicBezTo>
                  <a:pt x="81493" y="89406"/>
                  <a:pt x="81595" y="89176"/>
                  <a:pt x="81595" y="88895"/>
                </a:cubicBezTo>
                <a:cubicBezTo>
                  <a:pt x="81595" y="88793"/>
                  <a:pt x="81595" y="88717"/>
                  <a:pt x="81570" y="88640"/>
                </a:cubicBezTo>
                <a:lnTo>
                  <a:pt x="86700" y="86522"/>
                </a:lnTo>
                <a:lnTo>
                  <a:pt x="87721" y="86088"/>
                </a:lnTo>
                <a:close/>
                <a:moveTo>
                  <a:pt x="107679" y="78737"/>
                </a:moveTo>
                <a:lnTo>
                  <a:pt x="109185" y="80881"/>
                </a:lnTo>
                <a:lnTo>
                  <a:pt x="114494" y="88563"/>
                </a:lnTo>
                <a:cubicBezTo>
                  <a:pt x="114290" y="88742"/>
                  <a:pt x="114162" y="88997"/>
                  <a:pt x="114162" y="89278"/>
                </a:cubicBezTo>
                <a:cubicBezTo>
                  <a:pt x="114162" y="89431"/>
                  <a:pt x="114188" y="89559"/>
                  <a:pt x="114239" y="89661"/>
                </a:cubicBezTo>
                <a:lnTo>
                  <a:pt x="91677" y="102473"/>
                </a:lnTo>
                <a:cubicBezTo>
                  <a:pt x="91651" y="102448"/>
                  <a:pt x="91626" y="102422"/>
                  <a:pt x="91600" y="102397"/>
                </a:cubicBezTo>
                <a:lnTo>
                  <a:pt x="106812" y="78737"/>
                </a:lnTo>
                <a:cubicBezTo>
                  <a:pt x="106939" y="78814"/>
                  <a:pt x="107067" y="78839"/>
                  <a:pt x="107220" y="78839"/>
                </a:cubicBezTo>
                <a:cubicBezTo>
                  <a:pt x="107399" y="78839"/>
                  <a:pt x="107552" y="78814"/>
                  <a:pt x="107679" y="78737"/>
                </a:cubicBezTo>
                <a:close/>
                <a:moveTo>
                  <a:pt x="142671" y="82693"/>
                </a:moveTo>
                <a:lnTo>
                  <a:pt x="142671" y="102830"/>
                </a:lnTo>
                <a:lnTo>
                  <a:pt x="142696" y="102830"/>
                </a:lnTo>
                <a:cubicBezTo>
                  <a:pt x="142492" y="102856"/>
                  <a:pt x="142314" y="102984"/>
                  <a:pt x="142186" y="103137"/>
                </a:cubicBezTo>
                <a:lnTo>
                  <a:pt x="130497" y="97113"/>
                </a:lnTo>
                <a:lnTo>
                  <a:pt x="131543" y="86241"/>
                </a:lnTo>
                <a:cubicBezTo>
                  <a:pt x="132079" y="86241"/>
                  <a:pt x="132487" y="85807"/>
                  <a:pt x="132487" y="85296"/>
                </a:cubicBezTo>
                <a:cubicBezTo>
                  <a:pt x="132487" y="85245"/>
                  <a:pt x="132487" y="85220"/>
                  <a:pt x="132462" y="85169"/>
                </a:cubicBezTo>
                <a:lnTo>
                  <a:pt x="142671" y="82693"/>
                </a:lnTo>
                <a:close/>
                <a:moveTo>
                  <a:pt x="114341" y="89839"/>
                </a:moveTo>
                <a:cubicBezTo>
                  <a:pt x="114417" y="89942"/>
                  <a:pt x="114545" y="90044"/>
                  <a:pt x="114673" y="90120"/>
                </a:cubicBezTo>
                <a:lnTo>
                  <a:pt x="108802" y="105893"/>
                </a:lnTo>
                <a:lnTo>
                  <a:pt x="100074" y="104362"/>
                </a:lnTo>
                <a:lnTo>
                  <a:pt x="91830" y="102907"/>
                </a:lnTo>
                <a:cubicBezTo>
                  <a:pt x="91830" y="102907"/>
                  <a:pt x="91830" y="102907"/>
                  <a:pt x="91830" y="102881"/>
                </a:cubicBezTo>
                <a:cubicBezTo>
                  <a:pt x="91830" y="102805"/>
                  <a:pt x="91804" y="102728"/>
                  <a:pt x="91779" y="102652"/>
                </a:cubicBezTo>
                <a:lnTo>
                  <a:pt x="114341" y="89839"/>
                </a:lnTo>
                <a:close/>
                <a:moveTo>
                  <a:pt x="115898" y="89814"/>
                </a:moveTo>
                <a:lnTo>
                  <a:pt x="130267" y="97215"/>
                </a:lnTo>
                <a:lnTo>
                  <a:pt x="129144" y="108930"/>
                </a:lnTo>
                <a:cubicBezTo>
                  <a:pt x="129042" y="108930"/>
                  <a:pt x="128940" y="108956"/>
                  <a:pt x="128863" y="109007"/>
                </a:cubicBezTo>
                <a:lnTo>
                  <a:pt x="115719" y="89993"/>
                </a:lnTo>
                <a:cubicBezTo>
                  <a:pt x="115770" y="89942"/>
                  <a:pt x="115847" y="89865"/>
                  <a:pt x="115898" y="89814"/>
                </a:cubicBezTo>
                <a:close/>
                <a:moveTo>
                  <a:pt x="70493" y="92034"/>
                </a:moveTo>
                <a:lnTo>
                  <a:pt x="80651" y="109160"/>
                </a:lnTo>
                <a:lnTo>
                  <a:pt x="63117" y="94740"/>
                </a:lnTo>
                <a:cubicBezTo>
                  <a:pt x="63219" y="94638"/>
                  <a:pt x="63270" y="94485"/>
                  <a:pt x="63270" y="94331"/>
                </a:cubicBezTo>
                <a:cubicBezTo>
                  <a:pt x="63270" y="94280"/>
                  <a:pt x="63270" y="94229"/>
                  <a:pt x="63270" y="94204"/>
                </a:cubicBezTo>
                <a:lnTo>
                  <a:pt x="70493" y="92034"/>
                </a:lnTo>
                <a:close/>
                <a:moveTo>
                  <a:pt x="79783" y="89252"/>
                </a:moveTo>
                <a:cubicBezTo>
                  <a:pt x="79911" y="89584"/>
                  <a:pt x="80217" y="89814"/>
                  <a:pt x="80575" y="89839"/>
                </a:cubicBezTo>
                <a:lnTo>
                  <a:pt x="80804" y="102728"/>
                </a:lnTo>
                <a:lnTo>
                  <a:pt x="80932" y="109237"/>
                </a:lnTo>
                <a:lnTo>
                  <a:pt x="70672" y="91983"/>
                </a:lnTo>
                <a:lnTo>
                  <a:pt x="79783" y="89252"/>
                </a:lnTo>
                <a:close/>
                <a:moveTo>
                  <a:pt x="130471" y="97318"/>
                </a:moveTo>
                <a:lnTo>
                  <a:pt x="142109" y="103315"/>
                </a:lnTo>
                <a:cubicBezTo>
                  <a:pt x="142084" y="103392"/>
                  <a:pt x="142058" y="103468"/>
                  <a:pt x="142058" y="103545"/>
                </a:cubicBezTo>
                <a:cubicBezTo>
                  <a:pt x="142058" y="103622"/>
                  <a:pt x="142058" y="103698"/>
                  <a:pt x="142084" y="103749"/>
                </a:cubicBezTo>
                <a:lnTo>
                  <a:pt x="129731" y="109237"/>
                </a:lnTo>
                <a:cubicBezTo>
                  <a:pt x="129654" y="109109"/>
                  <a:pt x="129501" y="109007"/>
                  <a:pt x="129323" y="108956"/>
                </a:cubicBezTo>
                <a:lnTo>
                  <a:pt x="130471" y="97318"/>
                </a:lnTo>
                <a:close/>
                <a:moveTo>
                  <a:pt x="62071" y="94561"/>
                </a:moveTo>
                <a:cubicBezTo>
                  <a:pt x="62122" y="94714"/>
                  <a:pt x="62249" y="94842"/>
                  <a:pt x="62428" y="94918"/>
                </a:cubicBezTo>
                <a:lnTo>
                  <a:pt x="60871" y="109313"/>
                </a:lnTo>
                <a:lnTo>
                  <a:pt x="53623" y="97879"/>
                </a:lnTo>
                <a:cubicBezTo>
                  <a:pt x="53827" y="97726"/>
                  <a:pt x="53980" y="97445"/>
                  <a:pt x="53980" y="97164"/>
                </a:cubicBezTo>
                <a:cubicBezTo>
                  <a:pt x="53980" y="97088"/>
                  <a:pt x="53980" y="97037"/>
                  <a:pt x="53955" y="96986"/>
                </a:cubicBezTo>
                <a:lnTo>
                  <a:pt x="62071" y="94561"/>
                </a:lnTo>
                <a:close/>
                <a:moveTo>
                  <a:pt x="115566" y="90095"/>
                </a:moveTo>
                <a:lnTo>
                  <a:pt x="119675" y="96041"/>
                </a:lnTo>
                <a:lnTo>
                  <a:pt x="128710" y="109109"/>
                </a:lnTo>
                <a:cubicBezTo>
                  <a:pt x="128633" y="109186"/>
                  <a:pt x="128557" y="109288"/>
                  <a:pt x="128531" y="109390"/>
                </a:cubicBezTo>
                <a:lnTo>
                  <a:pt x="108981" y="105944"/>
                </a:lnTo>
                <a:lnTo>
                  <a:pt x="114877" y="90197"/>
                </a:lnTo>
                <a:cubicBezTo>
                  <a:pt x="114953" y="90222"/>
                  <a:pt x="115030" y="90222"/>
                  <a:pt x="115107" y="90222"/>
                </a:cubicBezTo>
                <a:cubicBezTo>
                  <a:pt x="115260" y="90222"/>
                  <a:pt x="115413" y="90171"/>
                  <a:pt x="115566" y="90095"/>
                </a:cubicBezTo>
                <a:close/>
                <a:moveTo>
                  <a:pt x="81136" y="89712"/>
                </a:moveTo>
                <a:lnTo>
                  <a:pt x="84173" y="93719"/>
                </a:lnTo>
                <a:lnTo>
                  <a:pt x="90681" y="102422"/>
                </a:lnTo>
                <a:cubicBezTo>
                  <a:pt x="90554" y="102550"/>
                  <a:pt x="90477" y="102703"/>
                  <a:pt x="90477" y="102881"/>
                </a:cubicBezTo>
                <a:cubicBezTo>
                  <a:pt x="90477" y="102984"/>
                  <a:pt x="90503" y="103086"/>
                  <a:pt x="90554" y="103162"/>
                </a:cubicBezTo>
                <a:lnTo>
                  <a:pt x="81136" y="109415"/>
                </a:lnTo>
                <a:lnTo>
                  <a:pt x="81008" y="102805"/>
                </a:lnTo>
                <a:lnTo>
                  <a:pt x="80779" y="89814"/>
                </a:lnTo>
                <a:cubicBezTo>
                  <a:pt x="80906" y="89814"/>
                  <a:pt x="81034" y="89763"/>
                  <a:pt x="81136" y="89712"/>
                </a:cubicBezTo>
                <a:close/>
                <a:moveTo>
                  <a:pt x="62964" y="94867"/>
                </a:moveTo>
                <a:lnTo>
                  <a:pt x="80753" y="109492"/>
                </a:lnTo>
                <a:lnTo>
                  <a:pt x="61050" y="109492"/>
                </a:lnTo>
                <a:lnTo>
                  <a:pt x="61764" y="102805"/>
                </a:lnTo>
                <a:lnTo>
                  <a:pt x="62607" y="94944"/>
                </a:lnTo>
                <a:lnTo>
                  <a:pt x="62658" y="94944"/>
                </a:lnTo>
                <a:cubicBezTo>
                  <a:pt x="62760" y="94944"/>
                  <a:pt x="62862" y="94918"/>
                  <a:pt x="62964" y="94867"/>
                </a:cubicBezTo>
                <a:close/>
                <a:moveTo>
                  <a:pt x="91779" y="103111"/>
                </a:moveTo>
                <a:lnTo>
                  <a:pt x="108726" y="106097"/>
                </a:lnTo>
                <a:lnTo>
                  <a:pt x="107450" y="109492"/>
                </a:lnTo>
                <a:lnTo>
                  <a:pt x="81366" y="109492"/>
                </a:lnTo>
                <a:lnTo>
                  <a:pt x="90656" y="103341"/>
                </a:lnTo>
                <a:cubicBezTo>
                  <a:pt x="90784" y="103468"/>
                  <a:pt x="90962" y="103571"/>
                  <a:pt x="91141" y="103571"/>
                </a:cubicBezTo>
                <a:cubicBezTo>
                  <a:pt x="91447" y="103571"/>
                  <a:pt x="91702" y="103366"/>
                  <a:pt x="91779" y="103111"/>
                </a:cubicBezTo>
                <a:close/>
                <a:moveTo>
                  <a:pt x="108905" y="106123"/>
                </a:moveTo>
                <a:lnTo>
                  <a:pt x="128021" y="109492"/>
                </a:lnTo>
                <a:lnTo>
                  <a:pt x="107654" y="109492"/>
                </a:lnTo>
                <a:lnTo>
                  <a:pt x="108905" y="106123"/>
                </a:lnTo>
                <a:close/>
                <a:moveTo>
                  <a:pt x="142160" y="103928"/>
                </a:moveTo>
                <a:cubicBezTo>
                  <a:pt x="142288" y="104107"/>
                  <a:pt x="142467" y="104234"/>
                  <a:pt x="142696" y="104260"/>
                </a:cubicBezTo>
                <a:lnTo>
                  <a:pt x="142696" y="109492"/>
                </a:lnTo>
                <a:lnTo>
                  <a:pt x="129833" y="109492"/>
                </a:lnTo>
                <a:cubicBezTo>
                  <a:pt x="129833" y="109466"/>
                  <a:pt x="129833" y="109441"/>
                  <a:pt x="129807" y="109415"/>
                </a:cubicBezTo>
                <a:lnTo>
                  <a:pt x="142160" y="103928"/>
                </a:lnTo>
                <a:close/>
                <a:moveTo>
                  <a:pt x="944" y="1"/>
                </a:moveTo>
                <a:cubicBezTo>
                  <a:pt x="638" y="1"/>
                  <a:pt x="383" y="256"/>
                  <a:pt x="383" y="588"/>
                </a:cubicBezTo>
                <a:cubicBezTo>
                  <a:pt x="383" y="868"/>
                  <a:pt x="587" y="1098"/>
                  <a:pt x="842" y="1149"/>
                </a:cubicBezTo>
                <a:lnTo>
                  <a:pt x="842" y="16462"/>
                </a:lnTo>
                <a:cubicBezTo>
                  <a:pt x="357" y="16514"/>
                  <a:pt x="0" y="16922"/>
                  <a:pt x="0" y="17407"/>
                </a:cubicBezTo>
                <a:cubicBezTo>
                  <a:pt x="0" y="17892"/>
                  <a:pt x="357" y="18300"/>
                  <a:pt x="842" y="18351"/>
                </a:cubicBezTo>
                <a:lnTo>
                  <a:pt x="842" y="37748"/>
                </a:lnTo>
                <a:cubicBezTo>
                  <a:pt x="357" y="37799"/>
                  <a:pt x="0" y="38208"/>
                  <a:pt x="0" y="38693"/>
                </a:cubicBezTo>
                <a:cubicBezTo>
                  <a:pt x="0" y="39177"/>
                  <a:pt x="357" y="39560"/>
                  <a:pt x="842" y="39611"/>
                </a:cubicBezTo>
                <a:lnTo>
                  <a:pt x="842" y="62607"/>
                </a:lnTo>
                <a:cubicBezTo>
                  <a:pt x="357" y="62658"/>
                  <a:pt x="0" y="63066"/>
                  <a:pt x="0" y="63551"/>
                </a:cubicBezTo>
                <a:cubicBezTo>
                  <a:pt x="0" y="64036"/>
                  <a:pt x="357" y="64445"/>
                  <a:pt x="842" y="64496"/>
                </a:cubicBezTo>
                <a:lnTo>
                  <a:pt x="842" y="76057"/>
                </a:lnTo>
                <a:cubicBezTo>
                  <a:pt x="536" y="76108"/>
                  <a:pt x="306" y="76364"/>
                  <a:pt x="306" y="76695"/>
                </a:cubicBezTo>
                <a:cubicBezTo>
                  <a:pt x="306" y="77053"/>
                  <a:pt x="587" y="77333"/>
                  <a:pt x="944" y="77333"/>
                </a:cubicBezTo>
                <a:cubicBezTo>
                  <a:pt x="1225" y="77333"/>
                  <a:pt x="1455" y="77180"/>
                  <a:pt x="1557" y="76925"/>
                </a:cubicBezTo>
                <a:lnTo>
                  <a:pt x="27105" y="82821"/>
                </a:lnTo>
                <a:cubicBezTo>
                  <a:pt x="27105" y="82872"/>
                  <a:pt x="27079" y="82897"/>
                  <a:pt x="27079" y="82923"/>
                </a:cubicBezTo>
                <a:cubicBezTo>
                  <a:pt x="27079" y="83459"/>
                  <a:pt x="27513" y="83867"/>
                  <a:pt x="28024" y="83867"/>
                </a:cubicBezTo>
                <a:cubicBezTo>
                  <a:pt x="28458" y="83867"/>
                  <a:pt x="28815" y="83586"/>
                  <a:pt x="28943" y="83204"/>
                </a:cubicBezTo>
                <a:lnTo>
                  <a:pt x="45711" y="86598"/>
                </a:lnTo>
                <a:cubicBezTo>
                  <a:pt x="45711" y="86598"/>
                  <a:pt x="45711" y="86624"/>
                  <a:pt x="45711" y="86624"/>
                </a:cubicBezTo>
                <a:cubicBezTo>
                  <a:pt x="45711" y="86955"/>
                  <a:pt x="45992" y="87236"/>
                  <a:pt x="46323" y="87236"/>
                </a:cubicBezTo>
                <a:cubicBezTo>
                  <a:pt x="46425" y="87236"/>
                  <a:pt x="46502" y="87211"/>
                  <a:pt x="46579" y="87185"/>
                </a:cubicBezTo>
                <a:lnTo>
                  <a:pt x="52449" y="96424"/>
                </a:lnTo>
                <a:cubicBezTo>
                  <a:pt x="52219" y="96577"/>
                  <a:pt x="52091" y="96858"/>
                  <a:pt x="52091" y="97139"/>
                </a:cubicBezTo>
                <a:cubicBezTo>
                  <a:pt x="52091" y="97675"/>
                  <a:pt x="52500" y="98083"/>
                  <a:pt x="53036" y="98083"/>
                </a:cubicBezTo>
                <a:cubicBezTo>
                  <a:pt x="53163" y="98083"/>
                  <a:pt x="53317" y="98058"/>
                  <a:pt x="53444" y="97981"/>
                </a:cubicBezTo>
                <a:lnTo>
                  <a:pt x="60846" y="109619"/>
                </a:lnTo>
                <a:lnTo>
                  <a:pt x="60820" y="109696"/>
                </a:lnTo>
                <a:lnTo>
                  <a:pt x="60871" y="109696"/>
                </a:lnTo>
                <a:lnTo>
                  <a:pt x="60999" y="109900"/>
                </a:lnTo>
                <a:lnTo>
                  <a:pt x="61024" y="109696"/>
                </a:lnTo>
                <a:lnTo>
                  <a:pt x="80932" y="109696"/>
                </a:lnTo>
                <a:lnTo>
                  <a:pt x="80932" y="109773"/>
                </a:lnTo>
                <a:lnTo>
                  <a:pt x="81008" y="109747"/>
                </a:lnTo>
                <a:lnTo>
                  <a:pt x="81136" y="109977"/>
                </a:lnTo>
                <a:lnTo>
                  <a:pt x="81136" y="109696"/>
                </a:lnTo>
                <a:lnTo>
                  <a:pt x="128506" y="109696"/>
                </a:lnTo>
                <a:cubicBezTo>
                  <a:pt x="128531" y="110028"/>
                  <a:pt x="128812" y="110283"/>
                  <a:pt x="129169" y="110283"/>
                </a:cubicBezTo>
                <a:cubicBezTo>
                  <a:pt x="129501" y="110283"/>
                  <a:pt x="129782" y="110028"/>
                  <a:pt x="129807" y="109696"/>
                </a:cubicBezTo>
                <a:lnTo>
                  <a:pt x="142875" y="109696"/>
                </a:lnTo>
                <a:lnTo>
                  <a:pt x="142875" y="104260"/>
                </a:lnTo>
                <a:cubicBezTo>
                  <a:pt x="143232" y="104209"/>
                  <a:pt x="143513" y="103902"/>
                  <a:pt x="143513" y="103545"/>
                </a:cubicBezTo>
                <a:cubicBezTo>
                  <a:pt x="143513" y="103188"/>
                  <a:pt x="143232" y="102881"/>
                  <a:pt x="142875" y="102830"/>
                </a:cubicBezTo>
                <a:lnTo>
                  <a:pt x="142875" y="82642"/>
                </a:lnTo>
                <a:lnTo>
                  <a:pt x="142875" y="82438"/>
                </a:lnTo>
                <a:lnTo>
                  <a:pt x="142875" y="77997"/>
                </a:lnTo>
                <a:lnTo>
                  <a:pt x="142875" y="77716"/>
                </a:lnTo>
                <a:lnTo>
                  <a:pt x="142875" y="55180"/>
                </a:lnTo>
                <a:cubicBezTo>
                  <a:pt x="143360" y="55129"/>
                  <a:pt x="143717" y="54721"/>
                  <a:pt x="143717" y="54236"/>
                </a:cubicBezTo>
                <a:cubicBezTo>
                  <a:pt x="143717" y="53725"/>
                  <a:pt x="143309" y="53291"/>
                  <a:pt x="142773" y="53291"/>
                </a:cubicBezTo>
                <a:cubicBezTo>
                  <a:pt x="142262" y="53291"/>
                  <a:pt x="141829" y="53725"/>
                  <a:pt x="141829" y="54236"/>
                </a:cubicBezTo>
                <a:cubicBezTo>
                  <a:pt x="141829" y="54516"/>
                  <a:pt x="141956" y="54746"/>
                  <a:pt x="142135" y="54925"/>
                </a:cubicBezTo>
                <a:lnTo>
                  <a:pt x="127791" y="73046"/>
                </a:lnTo>
                <a:lnTo>
                  <a:pt x="120160" y="61637"/>
                </a:lnTo>
                <a:cubicBezTo>
                  <a:pt x="120288" y="61510"/>
                  <a:pt x="120390" y="61305"/>
                  <a:pt x="120390" y="61101"/>
                </a:cubicBezTo>
                <a:cubicBezTo>
                  <a:pt x="120390" y="60693"/>
                  <a:pt x="120058" y="60361"/>
                  <a:pt x="119675" y="60361"/>
                </a:cubicBezTo>
                <a:cubicBezTo>
                  <a:pt x="119394" y="60361"/>
                  <a:pt x="119190" y="60489"/>
                  <a:pt x="119037" y="60693"/>
                </a:cubicBezTo>
                <a:lnTo>
                  <a:pt x="99283" y="51428"/>
                </a:lnTo>
                <a:cubicBezTo>
                  <a:pt x="99308" y="51326"/>
                  <a:pt x="99334" y="51224"/>
                  <a:pt x="99334" y="51122"/>
                </a:cubicBezTo>
                <a:cubicBezTo>
                  <a:pt x="99334" y="50586"/>
                  <a:pt x="98900" y="50178"/>
                  <a:pt x="98389" y="50178"/>
                </a:cubicBezTo>
                <a:cubicBezTo>
                  <a:pt x="97879" y="50178"/>
                  <a:pt x="97445" y="50612"/>
                  <a:pt x="97445" y="51122"/>
                </a:cubicBezTo>
                <a:cubicBezTo>
                  <a:pt x="97445" y="51250"/>
                  <a:pt x="97470" y="51377"/>
                  <a:pt x="97522" y="51505"/>
                </a:cubicBezTo>
                <a:lnTo>
                  <a:pt x="80957" y="60999"/>
                </a:lnTo>
                <a:lnTo>
                  <a:pt x="75955" y="58804"/>
                </a:lnTo>
                <a:cubicBezTo>
                  <a:pt x="75955" y="58779"/>
                  <a:pt x="75981" y="58728"/>
                  <a:pt x="75981" y="58677"/>
                </a:cubicBezTo>
                <a:cubicBezTo>
                  <a:pt x="75981" y="58370"/>
                  <a:pt x="75725" y="58115"/>
                  <a:pt x="75419" y="58115"/>
                </a:cubicBezTo>
                <a:cubicBezTo>
                  <a:pt x="75266" y="58115"/>
                  <a:pt x="75138" y="58166"/>
                  <a:pt x="75036" y="58268"/>
                </a:cubicBezTo>
                <a:lnTo>
                  <a:pt x="54235" y="42061"/>
                </a:lnTo>
                <a:cubicBezTo>
                  <a:pt x="54312" y="41934"/>
                  <a:pt x="54363" y="41755"/>
                  <a:pt x="54363" y="41577"/>
                </a:cubicBezTo>
                <a:cubicBezTo>
                  <a:pt x="54363" y="41041"/>
                  <a:pt x="53955" y="40632"/>
                  <a:pt x="53419" y="40632"/>
                </a:cubicBezTo>
                <a:cubicBezTo>
                  <a:pt x="53342" y="40632"/>
                  <a:pt x="53265" y="40632"/>
                  <a:pt x="53189" y="40658"/>
                </a:cubicBezTo>
                <a:lnTo>
                  <a:pt x="46732" y="24247"/>
                </a:lnTo>
                <a:cubicBezTo>
                  <a:pt x="47012" y="24119"/>
                  <a:pt x="47191" y="23838"/>
                  <a:pt x="47191" y="23507"/>
                </a:cubicBezTo>
                <a:cubicBezTo>
                  <a:pt x="47191" y="23047"/>
                  <a:pt x="46808" y="22664"/>
                  <a:pt x="46349" y="22664"/>
                </a:cubicBezTo>
                <a:cubicBezTo>
                  <a:pt x="45889" y="22664"/>
                  <a:pt x="45507" y="23022"/>
                  <a:pt x="45481" y="23456"/>
                </a:cubicBezTo>
                <a:lnTo>
                  <a:pt x="20265" y="25064"/>
                </a:lnTo>
                <a:lnTo>
                  <a:pt x="18325" y="17534"/>
                </a:lnTo>
                <a:cubicBezTo>
                  <a:pt x="18529" y="17432"/>
                  <a:pt x="18708" y="17203"/>
                  <a:pt x="18708" y="16947"/>
                </a:cubicBezTo>
                <a:cubicBezTo>
                  <a:pt x="18708" y="16590"/>
                  <a:pt x="18402" y="16309"/>
                  <a:pt x="18070" y="16309"/>
                </a:cubicBezTo>
                <a:cubicBezTo>
                  <a:pt x="17917" y="16309"/>
                  <a:pt x="17789" y="16360"/>
                  <a:pt x="17687" y="16437"/>
                </a:cubicBezTo>
                <a:lnTo>
                  <a:pt x="1429" y="894"/>
                </a:lnTo>
                <a:cubicBezTo>
                  <a:pt x="1480" y="817"/>
                  <a:pt x="1506" y="690"/>
                  <a:pt x="1506" y="588"/>
                </a:cubicBezTo>
                <a:cubicBezTo>
                  <a:pt x="1506" y="256"/>
                  <a:pt x="1251" y="1"/>
                  <a:pt x="9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39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>
            <a:spLocks noGrp="1"/>
          </p:cNvSpPr>
          <p:nvPr>
            <p:ph type="pic" idx="2"/>
          </p:nvPr>
        </p:nvSpPr>
        <p:spPr>
          <a:xfrm>
            <a:off x="-10989" y="0"/>
            <a:ext cx="14616113" cy="8259639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0"/>
          <p:cNvSpPr txBox="1">
            <a:spLocks noGrp="1"/>
          </p:cNvSpPr>
          <p:nvPr>
            <p:ph type="title"/>
          </p:nvPr>
        </p:nvSpPr>
        <p:spPr>
          <a:xfrm>
            <a:off x="1150875" y="6467032"/>
            <a:ext cx="12314363" cy="917204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>
            <a:spLocks noGrp="1"/>
          </p:cNvSpPr>
          <p:nvPr>
            <p:ph type="title" hasCustomPrompt="1"/>
          </p:nvPr>
        </p:nvSpPr>
        <p:spPr>
          <a:xfrm>
            <a:off x="4274096" y="2127610"/>
            <a:ext cx="1349881" cy="716851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2" hasCustomPrompt="1"/>
          </p:nvPr>
        </p:nvSpPr>
        <p:spPr>
          <a:xfrm>
            <a:off x="4274096" y="5735685"/>
            <a:ext cx="1349881" cy="716851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3" hasCustomPrompt="1"/>
          </p:nvPr>
        </p:nvSpPr>
        <p:spPr>
          <a:xfrm>
            <a:off x="4274096" y="3931641"/>
            <a:ext cx="1349881" cy="716851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4" hasCustomPrompt="1"/>
          </p:nvPr>
        </p:nvSpPr>
        <p:spPr>
          <a:xfrm>
            <a:off x="8992383" y="3940924"/>
            <a:ext cx="1349881" cy="716851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5" hasCustomPrompt="1"/>
          </p:nvPr>
        </p:nvSpPr>
        <p:spPr>
          <a:xfrm>
            <a:off x="8992383" y="2127610"/>
            <a:ext cx="1349881" cy="716851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9pPr>
          </a:lstStyle>
          <a:p>
            <a:r>
              <a:t>xx%</a:t>
            </a:r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6" hasCustomPrompt="1"/>
          </p:nvPr>
        </p:nvSpPr>
        <p:spPr>
          <a:xfrm>
            <a:off x="8992383" y="5735685"/>
            <a:ext cx="1349881" cy="716851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 b="1"/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2880215" y="2927578"/>
            <a:ext cx="4137396" cy="7168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7"/>
          </p:nvPr>
        </p:nvSpPr>
        <p:spPr>
          <a:xfrm>
            <a:off x="2880215" y="4731659"/>
            <a:ext cx="4137396" cy="7168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8"/>
          </p:nvPr>
        </p:nvSpPr>
        <p:spPr>
          <a:xfrm>
            <a:off x="2880215" y="6535741"/>
            <a:ext cx="4137396" cy="7168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9"/>
          </p:nvPr>
        </p:nvSpPr>
        <p:spPr>
          <a:xfrm>
            <a:off x="7598502" y="4740978"/>
            <a:ext cx="4137396" cy="7168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13"/>
          </p:nvPr>
        </p:nvSpPr>
        <p:spPr>
          <a:xfrm>
            <a:off x="7598502" y="6535741"/>
            <a:ext cx="4137396" cy="7168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subTitle" idx="14"/>
          </p:nvPr>
        </p:nvSpPr>
        <p:spPr>
          <a:xfrm>
            <a:off x="7598502" y="2946177"/>
            <a:ext cx="4137396" cy="7168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94" name="Google Shape;94;p13"/>
          <p:cNvGrpSpPr/>
          <p:nvPr/>
        </p:nvGrpSpPr>
        <p:grpSpPr>
          <a:xfrm>
            <a:off x="1" y="85"/>
            <a:ext cx="2527371" cy="8237365"/>
            <a:chOff x="0" y="53"/>
            <a:chExt cx="1581151" cy="5143392"/>
          </a:xfrm>
        </p:grpSpPr>
        <p:sp>
          <p:nvSpPr>
            <p:cNvPr id="95" name="Google Shape;95;p13"/>
            <p:cNvSpPr/>
            <p:nvPr/>
          </p:nvSpPr>
          <p:spPr>
            <a:xfrm rot="5400000">
              <a:off x="-1781053" y="1781241"/>
              <a:ext cx="5143297" cy="1581110"/>
            </a:xfrm>
            <a:custGeom>
              <a:avLst/>
              <a:gdLst/>
              <a:ahLst/>
              <a:cxnLst/>
              <a:rect l="l" t="t" r="r" b="b"/>
              <a:pathLst>
                <a:path w="172913" h="39839" extrusionOk="0">
                  <a:moveTo>
                    <a:pt x="172913" y="1"/>
                  </a:moveTo>
                  <a:lnTo>
                    <a:pt x="0" y="16958"/>
                  </a:lnTo>
                  <a:lnTo>
                    <a:pt x="0" y="39839"/>
                  </a:lnTo>
                  <a:lnTo>
                    <a:pt x="172913" y="39839"/>
                  </a:lnTo>
                  <a:lnTo>
                    <a:pt x="17291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39"/>
            </a:p>
          </p:txBody>
        </p:sp>
        <p:sp>
          <p:nvSpPr>
            <p:cNvPr id="96" name="Google Shape;96;p13"/>
            <p:cNvSpPr/>
            <p:nvPr/>
          </p:nvSpPr>
          <p:spPr>
            <a:xfrm rot="5400000" flipH="1">
              <a:off x="-2070474" y="2070527"/>
              <a:ext cx="5143297" cy="1002349"/>
            </a:xfrm>
            <a:custGeom>
              <a:avLst/>
              <a:gdLst/>
              <a:ahLst/>
              <a:cxnLst/>
              <a:rect l="l" t="t" r="r" b="b"/>
              <a:pathLst>
                <a:path w="172913" h="39839" extrusionOk="0">
                  <a:moveTo>
                    <a:pt x="172913" y="1"/>
                  </a:moveTo>
                  <a:lnTo>
                    <a:pt x="0" y="16958"/>
                  </a:lnTo>
                  <a:lnTo>
                    <a:pt x="0" y="39839"/>
                  </a:lnTo>
                  <a:lnTo>
                    <a:pt x="172913" y="39839"/>
                  </a:lnTo>
                  <a:lnTo>
                    <a:pt x="17291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39"/>
            </a:p>
          </p:txBody>
        </p:sp>
      </p:grpSp>
      <p:sp>
        <p:nvSpPr>
          <p:cNvPr id="97" name="Google Shape;97;p13"/>
          <p:cNvSpPr/>
          <p:nvPr/>
        </p:nvSpPr>
        <p:spPr>
          <a:xfrm rot="-5793611">
            <a:off x="8155337" y="1077030"/>
            <a:ext cx="11287240" cy="8644545"/>
          </a:xfrm>
          <a:custGeom>
            <a:avLst/>
            <a:gdLst/>
            <a:ahLst/>
            <a:cxnLst/>
            <a:rect l="l" t="t" r="r" b="b"/>
            <a:pathLst>
              <a:path w="143718" h="110283" extrusionOk="0">
                <a:moveTo>
                  <a:pt x="1276" y="1047"/>
                </a:moveTo>
                <a:lnTo>
                  <a:pt x="17534" y="16565"/>
                </a:lnTo>
                <a:cubicBezTo>
                  <a:pt x="17483" y="16667"/>
                  <a:pt x="17457" y="16743"/>
                  <a:pt x="17432" y="16845"/>
                </a:cubicBezTo>
                <a:lnTo>
                  <a:pt x="1889" y="17279"/>
                </a:lnTo>
                <a:cubicBezTo>
                  <a:pt x="1812" y="16845"/>
                  <a:pt x="1480" y="16514"/>
                  <a:pt x="1046" y="16462"/>
                </a:cubicBezTo>
                <a:lnTo>
                  <a:pt x="1046" y="1149"/>
                </a:lnTo>
                <a:cubicBezTo>
                  <a:pt x="1123" y="1124"/>
                  <a:pt x="1225" y="1098"/>
                  <a:pt x="1276" y="1047"/>
                </a:cubicBezTo>
                <a:close/>
                <a:moveTo>
                  <a:pt x="17432" y="17050"/>
                </a:moveTo>
                <a:cubicBezTo>
                  <a:pt x="17457" y="17177"/>
                  <a:pt x="17508" y="17279"/>
                  <a:pt x="17585" y="17381"/>
                </a:cubicBezTo>
                <a:lnTo>
                  <a:pt x="11638" y="24936"/>
                </a:lnTo>
                <a:cubicBezTo>
                  <a:pt x="11485" y="24859"/>
                  <a:pt x="11306" y="24808"/>
                  <a:pt x="11128" y="24808"/>
                </a:cubicBezTo>
                <a:cubicBezTo>
                  <a:pt x="10873" y="24808"/>
                  <a:pt x="10643" y="24910"/>
                  <a:pt x="10464" y="25064"/>
                </a:cubicBezTo>
                <a:lnTo>
                  <a:pt x="1736" y="17917"/>
                </a:lnTo>
                <a:cubicBezTo>
                  <a:pt x="1812" y="17790"/>
                  <a:pt x="1863" y="17637"/>
                  <a:pt x="1889" y="17483"/>
                </a:cubicBezTo>
                <a:lnTo>
                  <a:pt x="17432" y="17050"/>
                </a:lnTo>
                <a:close/>
                <a:moveTo>
                  <a:pt x="17764" y="17483"/>
                </a:moveTo>
                <a:cubicBezTo>
                  <a:pt x="17840" y="17534"/>
                  <a:pt x="17942" y="17585"/>
                  <a:pt x="18070" y="17585"/>
                </a:cubicBezTo>
                <a:cubicBezTo>
                  <a:pt x="18070" y="17585"/>
                  <a:pt x="18095" y="17560"/>
                  <a:pt x="18121" y="17560"/>
                </a:cubicBezTo>
                <a:lnTo>
                  <a:pt x="20061" y="25089"/>
                </a:lnTo>
                <a:lnTo>
                  <a:pt x="12047" y="25574"/>
                </a:lnTo>
                <a:cubicBezTo>
                  <a:pt x="12021" y="25395"/>
                  <a:pt x="11919" y="25191"/>
                  <a:pt x="11791" y="25064"/>
                </a:cubicBezTo>
                <a:lnTo>
                  <a:pt x="17764" y="17483"/>
                </a:lnTo>
                <a:close/>
                <a:moveTo>
                  <a:pt x="20112" y="25268"/>
                </a:moveTo>
                <a:lnTo>
                  <a:pt x="22460" y="34405"/>
                </a:lnTo>
                <a:cubicBezTo>
                  <a:pt x="22332" y="34456"/>
                  <a:pt x="22230" y="34507"/>
                  <a:pt x="22128" y="34609"/>
                </a:cubicBezTo>
                <a:lnTo>
                  <a:pt x="14726" y="28560"/>
                </a:lnTo>
                <a:lnTo>
                  <a:pt x="11919" y="26263"/>
                </a:lnTo>
                <a:cubicBezTo>
                  <a:pt x="12021" y="26135"/>
                  <a:pt x="12072" y="25957"/>
                  <a:pt x="12072" y="25778"/>
                </a:cubicBezTo>
                <a:lnTo>
                  <a:pt x="20112" y="25268"/>
                </a:lnTo>
                <a:close/>
                <a:moveTo>
                  <a:pt x="45507" y="23660"/>
                </a:moveTo>
                <a:cubicBezTo>
                  <a:pt x="45507" y="23711"/>
                  <a:pt x="45532" y="23762"/>
                  <a:pt x="45532" y="23787"/>
                </a:cubicBezTo>
                <a:lnTo>
                  <a:pt x="23583" y="34762"/>
                </a:lnTo>
                <a:cubicBezTo>
                  <a:pt x="23404" y="34507"/>
                  <a:pt x="23123" y="34328"/>
                  <a:pt x="22792" y="34328"/>
                </a:cubicBezTo>
                <a:cubicBezTo>
                  <a:pt x="22741" y="34328"/>
                  <a:pt x="22690" y="34328"/>
                  <a:pt x="22664" y="34354"/>
                </a:cubicBezTo>
                <a:lnTo>
                  <a:pt x="20316" y="25242"/>
                </a:lnTo>
                <a:lnTo>
                  <a:pt x="45507" y="23660"/>
                </a:lnTo>
                <a:close/>
                <a:moveTo>
                  <a:pt x="45634" y="23966"/>
                </a:moveTo>
                <a:cubicBezTo>
                  <a:pt x="45634" y="23992"/>
                  <a:pt x="45634" y="23992"/>
                  <a:pt x="45634" y="23992"/>
                </a:cubicBezTo>
                <a:lnTo>
                  <a:pt x="30908" y="36855"/>
                </a:lnTo>
                <a:lnTo>
                  <a:pt x="23736" y="35375"/>
                </a:lnTo>
                <a:cubicBezTo>
                  <a:pt x="23736" y="35349"/>
                  <a:pt x="23736" y="35298"/>
                  <a:pt x="23736" y="35273"/>
                </a:cubicBezTo>
                <a:cubicBezTo>
                  <a:pt x="23736" y="35170"/>
                  <a:pt x="23710" y="35043"/>
                  <a:pt x="23685" y="34941"/>
                </a:cubicBezTo>
                <a:lnTo>
                  <a:pt x="45634" y="23966"/>
                </a:lnTo>
                <a:close/>
                <a:moveTo>
                  <a:pt x="1608" y="18070"/>
                </a:moveTo>
                <a:lnTo>
                  <a:pt x="10337" y="25217"/>
                </a:lnTo>
                <a:cubicBezTo>
                  <a:pt x="10235" y="25370"/>
                  <a:pt x="10183" y="25548"/>
                  <a:pt x="10183" y="25753"/>
                </a:cubicBezTo>
                <a:cubicBezTo>
                  <a:pt x="10183" y="26008"/>
                  <a:pt x="10311" y="26238"/>
                  <a:pt x="10464" y="26416"/>
                </a:cubicBezTo>
                <a:lnTo>
                  <a:pt x="1455" y="37876"/>
                </a:lnTo>
                <a:cubicBezTo>
                  <a:pt x="1327" y="37799"/>
                  <a:pt x="1200" y="37774"/>
                  <a:pt x="1046" y="37748"/>
                </a:cubicBezTo>
                <a:lnTo>
                  <a:pt x="1046" y="18351"/>
                </a:lnTo>
                <a:cubicBezTo>
                  <a:pt x="1276" y="18326"/>
                  <a:pt x="1455" y="18224"/>
                  <a:pt x="1608" y="18070"/>
                </a:cubicBezTo>
                <a:close/>
                <a:moveTo>
                  <a:pt x="11791" y="26416"/>
                </a:moveTo>
                <a:lnTo>
                  <a:pt x="21924" y="34686"/>
                </a:lnTo>
                <a:lnTo>
                  <a:pt x="22000" y="34762"/>
                </a:lnTo>
                <a:cubicBezTo>
                  <a:pt x="21898" y="34915"/>
                  <a:pt x="21847" y="35094"/>
                  <a:pt x="21847" y="35273"/>
                </a:cubicBezTo>
                <a:cubicBezTo>
                  <a:pt x="21847" y="35298"/>
                  <a:pt x="21847" y="35324"/>
                  <a:pt x="21847" y="35324"/>
                </a:cubicBezTo>
                <a:lnTo>
                  <a:pt x="10822" y="37034"/>
                </a:lnTo>
                <a:lnTo>
                  <a:pt x="1863" y="38437"/>
                </a:lnTo>
                <a:cubicBezTo>
                  <a:pt x="1812" y="38284"/>
                  <a:pt x="1736" y="38131"/>
                  <a:pt x="1608" y="38003"/>
                </a:cubicBezTo>
                <a:lnTo>
                  <a:pt x="10643" y="26544"/>
                </a:lnTo>
                <a:cubicBezTo>
                  <a:pt x="10770" y="26620"/>
                  <a:pt x="10949" y="26697"/>
                  <a:pt x="11128" y="26697"/>
                </a:cubicBezTo>
                <a:cubicBezTo>
                  <a:pt x="11383" y="26697"/>
                  <a:pt x="11638" y="26569"/>
                  <a:pt x="11791" y="26416"/>
                </a:cubicBezTo>
                <a:close/>
                <a:moveTo>
                  <a:pt x="45762" y="24145"/>
                </a:moveTo>
                <a:cubicBezTo>
                  <a:pt x="45915" y="24272"/>
                  <a:pt x="46119" y="24349"/>
                  <a:pt x="46323" y="24349"/>
                </a:cubicBezTo>
                <a:cubicBezTo>
                  <a:pt x="46400" y="24349"/>
                  <a:pt x="46476" y="24349"/>
                  <a:pt x="46553" y="24323"/>
                </a:cubicBezTo>
                <a:lnTo>
                  <a:pt x="52985" y="40734"/>
                </a:lnTo>
                <a:cubicBezTo>
                  <a:pt x="52781" y="40836"/>
                  <a:pt x="52602" y="41041"/>
                  <a:pt x="52525" y="41270"/>
                </a:cubicBezTo>
                <a:lnTo>
                  <a:pt x="31163" y="36906"/>
                </a:lnTo>
                <a:lnTo>
                  <a:pt x="45762" y="24145"/>
                </a:lnTo>
                <a:close/>
                <a:moveTo>
                  <a:pt x="23685" y="35579"/>
                </a:moveTo>
                <a:lnTo>
                  <a:pt x="23813" y="35604"/>
                </a:lnTo>
                <a:lnTo>
                  <a:pt x="30729" y="37008"/>
                </a:lnTo>
                <a:lnTo>
                  <a:pt x="18836" y="47396"/>
                </a:lnTo>
                <a:cubicBezTo>
                  <a:pt x="18810" y="47370"/>
                  <a:pt x="18759" y="47345"/>
                  <a:pt x="18734" y="47319"/>
                </a:cubicBezTo>
                <a:lnTo>
                  <a:pt x="21158" y="40275"/>
                </a:lnTo>
                <a:lnTo>
                  <a:pt x="22562" y="36191"/>
                </a:lnTo>
                <a:cubicBezTo>
                  <a:pt x="22638" y="36217"/>
                  <a:pt x="22715" y="36217"/>
                  <a:pt x="22792" y="36217"/>
                </a:cubicBezTo>
                <a:cubicBezTo>
                  <a:pt x="23200" y="36217"/>
                  <a:pt x="23557" y="35962"/>
                  <a:pt x="23685" y="35579"/>
                </a:cubicBezTo>
                <a:close/>
                <a:moveTo>
                  <a:pt x="21873" y="35528"/>
                </a:moveTo>
                <a:cubicBezTo>
                  <a:pt x="21949" y="35783"/>
                  <a:pt x="22128" y="36013"/>
                  <a:pt x="22383" y="36140"/>
                </a:cubicBezTo>
                <a:lnTo>
                  <a:pt x="20980" y="40224"/>
                </a:lnTo>
                <a:lnTo>
                  <a:pt x="18555" y="47243"/>
                </a:lnTo>
                <a:lnTo>
                  <a:pt x="18453" y="47243"/>
                </a:lnTo>
                <a:cubicBezTo>
                  <a:pt x="18249" y="47243"/>
                  <a:pt x="18070" y="47345"/>
                  <a:pt x="17942" y="47498"/>
                </a:cubicBezTo>
                <a:lnTo>
                  <a:pt x="12404" y="44563"/>
                </a:lnTo>
                <a:lnTo>
                  <a:pt x="1812" y="39024"/>
                </a:lnTo>
                <a:cubicBezTo>
                  <a:pt x="1863" y="38922"/>
                  <a:pt x="1889" y="38820"/>
                  <a:pt x="1889" y="38693"/>
                </a:cubicBezTo>
                <a:cubicBezTo>
                  <a:pt x="1889" y="38667"/>
                  <a:pt x="1889" y="38641"/>
                  <a:pt x="1889" y="38641"/>
                </a:cubicBezTo>
                <a:lnTo>
                  <a:pt x="21873" y="35528"/>
                </a:lnTo>
                <a:close/>
                <a:moveTo>
                  <a:pt x="30959" y="37059"/>
                </a:moveTo>
                <a:lnTo>
                  <a:pt x="52474" y="41474"/>
                </a:lnTo>
                <a:cubicBezTo>
                  <a:pt x="52474" y="41500"/>
                  <a:pt x="52474" y="41551"/>
                  <a:pt x="52474" y="41577"/>
                </a:cubicBezTo>
                <a:cubicBezTo>
                  <a:pt x="52474" y="41602"/>
                  <a:pt x="52474" y="41602"/>
                  <a:pt x="52500" y="41628"/>
                </a:cubicBezTo>
                <a:lnTo>
                  <a:pt x="44282" y="43108"/>
                </a:lnTo>
                <a:lnTo>
                  <a:pt x="19014" y="47651"/>
                </a:lnTo>
                <a:cubicBezTo>
                  <a:pt x="18989" y="47600"/>
                  <a:pt x="18989" y="47574"/>
                  <a:pt x="18963" y="47523"/>
                </a:cubicBezTo>
                <a:lnTo>
                  <a:pt x="30959" y="37059"/>
                </a:lnTo>
                <a:close/>
                <a:moveTo>
                  <a:pt x="52653" y="42113"/>
                </a:moveTo>
                <a:cubicBezTo>
                  <a:pt x="52704" y="42189"/>
                  <a:pt x="52781" y="42240"/>
                  <a:pt x="52832" y="42317"/>
                </a:cubicBezTo>
                <a:lnTo>
                  <a:pt x="45992" y="53036"/>
                </a:lnTo>
                <a:cubicBezTo>
                  <a:pt x="45864" y="52985"/>
                  <a:pt x="45736" y="52934"/>
                  <a:pt x="45583" y="52934"/>
                </a:cubicBezTo>
                <a:cubicBezTo>
                  <a:pt x="45124" y="52934"/>
                  <a:pt x="44766" y="53240"/>
                  <a:pt x="44664" y="53623"/>
                </a:cubicBezTo>
                <a:lnTo>
                  <a:pt x="34864" y="52066"/>
                </a:lnTo>
                <a:lnTo>
                  <a:pt x="35604" y="51632"/>
                </a:lnTo>
                <a:lnTo>
                  <a:pt x="45966" y="45839"/>
                </a:lnTo>
                <a:lnTo>
                  <a:pt x="52653" y="42113"/>
                </a:lnTo>
                <a:close/>
                <a:moveTo>
                  <a:pt x="53010" y="42419"/>
                </a:moveTo>
                <a:cubicBezTo>
                  <a:pt x="53138" y="42470"/>
                  <a:pt x="53265" y="42521"/>
                  <a:pt x="53419" y="42521"/>
                </a:cubicBezTo>
                <a:cubicBezTo>
                  <a:pt x="53546" y="42521"/>
                  <a:pt x="53648" y="42495"/>
                  <a:pt x="53750" y="42444"/>
                </a:cubicBezTo>
                <a:lnTo>
                  <a:pt x="60616" y="56201"/>
                </a:lnTo>
                <a:lnTo>
                  <a:pt x="60616" y="56201"/>
                </a:lnTo>
                <a:lnTo>
                  <a:pt x="51709" y="54772"/>
                </a:lnTo>
                <a:lnTo>
                  <a:pt x="46502" y="53929"/>
                </a:lnTo>
                <a:cubicBezTo>
                  <a:pt x="46502" y="53904"/>
                  <a:pt x="46528" y="53904"/>
                  <a:pt x="46528" y="53878"/>
                </a:cubicBezTo>
                <a:cubicBezTo>
                  <a:pt x="46528" y="53572"/>
                  <a:pt x="46374" y="53317"/>
                  <a:pt x="46170" y="53138"/>
                </a:cubicBezTo>
                <a:lnTo>
                  <a:pt x="46579" y="52500"/>
                </a:lnTo>
                <a:lnTo>
                  <a:pt x="53010" y="42419"/>
                </a:lnTo>
                <a:close/>
                <a:moveTo>
                  <a:pt x="52525" y="41832"/>
                </a:moveTo>
                <a:cubicBezTo>
                  <a:pt x="52525" y="41857"/>
                  <a:pt x="52551" y="41908"/>
                  <a:pt x="52551" y="41934"/>
                </a:cubicBezTo>
                <a:lnTo>
                  <a:pt x="42163" y="47753"/>
                </a:lnTo>
                <a:lnTo>
                  <a:pt x="34557" y="51990"/>
                </a:lnTo>
                <a:lnTo>
                  <a:pt x="34430" y="51990"/>
                </a:lnTo>
                <a:lnTo>
                  <a:pt x="34455" y="52041"/>
                </a:lnTo>
                <a:lnTo>
                  <a:pt x="26901" y="56277"/>
                </a:lnTo>
                <a:lnTo>
                  <a:pt x="23557" y="58141"/>
                </a:lnTo>
                <a:cubicBezTo>
                  <a:pt x="23379" y="57911"/>
                  <a:pt x="23098" y="57732"/>
                  <a:pt x="22792" y="57732"/>
                </a:cubicBezTo>
                <a:cubicBezTo>
                  <a:pt x="22690" y="57732"/>
                  <a:pt x="22613" y="57758"/>
                  <a:pt x="22536" y="57783"/>
                </a:cubicBezTo>
                <a:lnTo>
                  <a:pt x="19857" y="51096"/>
                </a:lnTo>
                <a:lnTo>
                  <a:pt x="18759" y="48391"/>
                </a:lnTo>
                <a:cubicBezTo>
                  <a:pt x="18938" y="48263"/>
                  <a:pt x="19065" y="48085"/>
                  <a:pt x="19065" y="47855"/>
                </a:cubicBezTo>
                <a:lnTo>
                  <a:pt x="24987" y="46783"/>
                </a:lnTo>
                <a:lnTo>
                  <a:pt x="52525" y="41832"/>
                </a:lnTo>
                <a:close/>
                <a:moveTo>
                  <a:pt x="54108" y="42215"/>
                </a:moveTo>
                <a:lnTo>
                  <a:pt x="74909" y="58421"/>
                </a:lnTo>
                <a:cubicBezTo>
                  <a:pt x="74909" y="58447"/>
                  <a:pt x="74883" y="58472"/>
                  <a:pt x="74883" y="58498"/>
                </a:cubicBezTo>
                <a:lnTo>
                  <a:pt x="60871" y="56226"/>
                </a:lnTo>
                <a:lnTo>
                  <a:pt x="53929" y="42368"/>
                </a:lnTo>
                <a:cubicBezTo>
                  <a:pt x="54006" y="42317"/>
                  <a:pt x="54057" y="42266"/>
                  <a:pt x="54108" y="42215"/>
                </a:cubicBezTo>
                <a:close/>
                <a:moveTo>
                  <a:pt x="60973" y="56456"/>
                </a:moveTo>
                <a:lnTo>
                  <a:pt x="74858" y="58702"/>
                </a:lnTo>
                <a:lnTo>
                  <a:pt x="63321" y="61203"/>
                </a:lnTo>
                <a:lnTo>
                  <a:pt x="60973" y="56456"/>
                </a:lnTo>
                <a:close/>
                <a:moveTo>
                  <a:pt x="46476" y="54134"/>
                </a:moveTo>
                <a:lnTo>
                  <a:pt x="60718" y="56405"/>
                </a:lnTo>
                <a:lnTo>
                  <a:pt x="63117" y="61229"/>
                </a:lnTo>
                <a:lnTo>
                  <a:pt x="58447" y="62250"/>
                </a:lnTo>
                <a:cubicBezTo>
                  <a:pt x="58370" y="61969"/>
                  <a:pt x="58115" y="61790"/>
                  <a:pt x="57808" y="61790"/>
                </a:cubicBezTo>
                <a:cubicBezTo>
                  <a:pt x="57604" y="61790"/>
                  <a:pt x="57426" y="61867"/>
                  <a:pt x="57298" y="61995"/>
                </a:cubicBezTo>
                <a:lnTo>
                  <a:pt x="46400" y="54338"/>
                </a:lnTo>
                <a:cubicBezTo>
                  <a:pt x="46425" y="54261"/>
                  <a:pt x="46451" y="54185"/>
                  <a:pt x="46476" y="54134"/>
                </a:cubicBezTo>
                <a:close/>
                <a:moveTo>
                  <a:pt x="1736" y="39203"/>
                </a:moveTo>
                <a:lnTo>
                  <a:pt x="4543" y="40683"/>
                </a:lnTo>
                <a:lnTo>
                  <a:pt x="17866" y="47676"/>
                </a:lnTo>
                <a:cubicBezTo>
                  <a:pt x="17840" y="47727"/>
                  <a:pt x="17815" y="47779"/>
                  <a:pt x="17815" y="47855"/>
                </a:cubicBezTo>
                <a:cubicBezTo>
                  <a:pt x="17815" y="47983"/>
                  <a:pt x="17866" y="48085"/>
                  <a:pt x="17917" y="48187"/>
                </a:cubicBezTo>
                <a:lnTo>
                  <a:pt x="1940" y="62530"/>
                </a:lnTo>
                <a:lnTo>
                  <a:pt x="1582" y="62862"/>
                </a:lnTo>
                <a:cubicBezTo>
                  <a:pt x="1429" y="62735"/>
                  <a:pt x="1251" y="62633"/>
                  <a:pt x="1046" y="62607"/>
                </a:cubicBezTo>
                <a:lnTo>
                  <a:pt x="1046" y="39611"/>
                </a:lnTo>
                <a:cubicBezTo>
                  <a:pt x="1327" y="39586"/>
                  <a:pt x="1582" y="39433"/>
                  <a:pt x="1736" y="39203"/>
                </a:cubicBezTo>
                <a:close/>
                <a:moveTo>
                  <a:pt x="18070" y="48340"/>
                </a:moveTo>
                <a:cubicBezTo>
                  <a:pt x="18172" y="48417"/>
                  <a:pt x="18300" y="48468"/>
                  <a:pt x="18453" y="48468"/>
                </a:cubicBezTo>
                <a:lnTo>
                  <a:pt x="18580" y="48468"/>
                </a:lnTo>
                <a:lnTo>
                  <a:pt x="22358" y="57860"/>
                </a:lnTo>
                <a:cubicBezTo>
                  <a:pt x="22051" y="58013"/>
                  <a:pt x="21847" y="58319"/>
                  <a:pt x="21847" y="58677"/>
                </a:cubicBezTo>
                <a:cubicBezTo>
                  <a:pt x="21847" y="58728"/>
                  <a:pt x="21847" y="58753"/>
                  <a:pt x="21847" y="58779"/>
                </a:cubicBezTo>
                <a:lnTo>
                  <a:pt x="1838" y="63245"/>
                </a:lnTo>
                <a:cubicBezTo>
                  <a:pt x="1812" y="63169"/>
                  <a:pt x="1761" y="63066"/>
                  <a:pt x="1710" y="62990"/>
                </a:cubicBezTo>
                <a:lnTo>
                  <a:pt x="7019" y="58243"/>
                </a:lnTo>
                <a:lnTo>
                  <a:pt x="18070" y="48340"/>
                </a:lnTo>
                <a:close/>
                <a:moveTo>
                  <a:pt x="46272" y="54491"/>
                </a:moveTo>
                <a:lnTo>
                  <a:pt x="57196" y="62173"/>
                </a:lnTo>
                <a:cubicBezTo>
                  <a:pt x="57145" y="62275"/>
                  <a:pt x="57119" y="62377"/>
                  <a:pt x="57119" y="62479"/>
                </a:cubicBezTo>
                <a:cubicBezTo>
                  <a:pt x="57119" y="62505"/>
                  <a:pt x="57119" y="62505"/>
                  <a:pt x="57119" y="62530"/>
                </a:cubicBezTo>
                <a:lnTo>
                  <a:pt x="46732" y="64776"/>
                </a:lnTo>
                <a:cubicBezTo>
                  <a:pt x="46604" y="64419"/>
                  <a:pt x="46298" y="64164"/>
                  <a:pt x="45915" y="64113"/>
                </a:cubicBezTo>
                <a:lnTo>
                  <a:pt x="45685" y="54823"/>
                </a:lnTo>
                <a:cubicBezTo>
                  <a:pt x="45915" y="54797"/>
                  <a:pt x="46145" y="54670"/>
                  <a:pt x="46272" y="54491"/>
                </a:cubicBezTo>
                <a:close/>
                <a:moveTo>
                  <a:pt x="99206" y="51607"/>
                </a:moveTo>
                <a:lnTo>
                  <a:pt x="118960" y="60872"/>
                </a:lnTo>
                <a:cubicBezTo>
                  <a:pt x="118935" y="60948"/>
                  <a:pt x="118935" y="61025"/>
                  <a:pt x="118935" y="61101"/>
                </a:cubicBezTo>
                <a:cubicBezTo>
                  <a:pt x="118935" y="61127"/>
                  <a:pt x="118935" y="61127"/>
                  <a:pt x="118935" y="61152"/>
                </a:cubicBezTo>
                <a:lnTo>
                  <a:pt x="103009" y="64802"/>
                </a:lnTo>
                <a:lnTo>
                  <a:pt x="98772" y="51990"/>
                </a:lnTo>
                <a:cubicBezTo>
                  <a:pt x="98951" y="51913"/>
                  <a:pt x="99104" y="51760"/>
                  <a:pt x="99206" y="51607"/>
                </a:cubicBezTo>
                <a:close/>
                <a:moveTo>
                  <a:pt x="34685" y="52219"/>
                </a:moveTo>
                <a:lnTo>
                  <a:pt x="44639" y="53827"/>
                </a:lnTo>
                <a:cubicBezTo>
                  <a:pt x="44639" y="53853"/>
                  <a:pt x="44639" y="53853"/>
                  <a:pt x="44639" y="53878"/>
                </a:cubicBezTo>
                <a:cubicBezTo>
                  <a:pt x="44639" y="54185"/>
                  <a:pt x="44766" y="54440"/>
                  <a:pt x="44996" y="54619"/>
                </a:cubicBezTo>
                <a:lnTo>
                  <a:pt x="40989" y="60897"/>
                </a:lnTo>
                <a:lnTo>
                  <a:pt x="37493" y="66333"/>
                </a:lnTo>
                <a:cubicBezTo>
                  <a:pt x="37416" y="66308"/>
                  <a:pt x="37339" y="66282"/>
                  <a:pt x="37237" y="66257"/>
                </a:cubicBezTo>
                <a:lnTo>
                  <a:pt x="34685" y="52219"/>
                </a:lnTo>
                <a:close/>
                <a:moveTo>
                  <a:pt x="34481" y="52270"/>
                </a:moveTo>
                <a:lnTo>
                  <a:pt x="37033" y="66282"/>
                </a:lnTo>
                <a:cubicBezTo>
                  <a:pt x="36906" y="66308"/>
                  <a:pt x="36778" y="66359"/>
                  <a:pt x="36676" y="66461"/>
                </a:cubicBezTo>
                <a:lnTo>
                  <a:pt x="23659" y="59059"/>
                </a:lnTo>
                <a:cubicBezTo>
                  <a:pt x="23710" y="58957"/>
                  <a:pt x="23736" y="58830"/>
                  <a:pt x="23736" y="58677"/>
                </a:cubicBezTo>
                <a:cubicBezTo>
                  <a:pt x="23736" y="58549"/>
                  <a:pt x="23710" y="58421"/>
                  <a:pt x="23659" y="58319"/>
                </a:cubicBezTo>
                <a:lnTo>
                  <a:pt x="34481" y="52270"/>
                </a:lnTo>
                <a:close/>
                <a:moveTo>
                  <a:pt x="97624" y="51683"/>
                </a:moveTo>
                <a:cubicBezTo>
                  <a:pt x="97726" y="51811"/>
                  <a:pt x="97879" y="51939"/>
                  <a:pt x="98057" y="51990"/>
                </a:cubicBezTo>
                <a:lnTo>
                  <a:pt x="94229" y="66206"/>
                </a:lnTo>
                <a:lnTo>
                  <a:pt x="94127" y="66206"/>
                </a:lnTo>
                <a:cubicBezTo>
                  <a:pt x="93872" y="66206"/>
                  <a:pt x="93668" y="66333"/>
                  <a:pt x="93540" y="66538"/>
                </a:cubicBezTo>
                <a:lnTo>
                  <a:pt x="81162" y="61101"/>
                </a:lnTo>
                <a:lnTo>
                  <a:pt x="97624" y="51683"/>
                </a:lnTo>
                <a:close/>
                <a:moveTo>
                  <a:pt x="98593" y="52041"/>
                </a:moveTo>
                <a:lnTo>
                  <a:pt x="102805" y="64828"/>
                </a:lnTo>
                <a:lnTo>
                  <a:pt x="94791" y="66665"/>
                </a:lnTo>
                <a:cubicBezTo>
                  <a:pt x="94714" y="66486"/>
                  <a:pt x="94586" y="66333"/>
                  <a:pt x="94408" y="66257"/>
                </a:cubicBezTo>
                <a:lnTo>
                  <a:pt x="98236" y="52041"/>
                </a:lnTo>
                <a:cubicBezTo>
                  <a:pt x="98287" y="52066"/>
                  <a:pt x="98338" y="52066"/>
                  <a:pt x="98389" y="52066"/>
                </a:cubicBezTo>
                <a:cubicBezTo>
                  <a:pt x="98466" y="52066"/>
                  <a:pt x="98517" y="52066"/>
                  <a:pt x="98593" y="52041"/>
                </a:cubicBezTo>
                <a:close/>
                <a:moveTo>
                  <a:pt x="45149" y="54721"/>
                </a:moveTo>
                <a:cubicBezTo>
                  <a:pt x="45251" y="54772"/>
                  <a:pt x="45379" y="54797"/>
                  <a:pt x="45507" y="54823"/>
                </a:cubicBezTo>
                <a:lnTo>
                  <a:pt x="45711" y="64138"/>
                </a:lnTo>
                <a:cubicBezTo>
                  <a:pt x="45251" y="64189"/>
                  <a:pt x="44894" y="64572"/>
                  <a:pt x="44894" y="65057"/>
                </a:cubicBezTo>
                <a:cubicBezTo>
                  <a:pt x="44894" y="65108"/>
                  <a:pt x="44894" y="65134"/>
                  <a:pt x="44894" y="65159"/>
                </a:cubicBezTo>
                <a:lnTo>
                  <a:pt x="37850" y="66691"/>
                </a:lnTo>
                <a:cubicBezTo>
                  <a:pt x="37799" y="66589"/>
                  <a:pt x="37748" y="66512"/>
                  <a:pt x="37671" y="66461"/>
                </a:cubicBezTo>
                <a:lnTo>
                  <a:pt x="40223" y="62454"/>
                </a:lnTo>
                <a:lnTo>
                  <a:pt x="45149" y="54721"/>
                </a:lnTo>
                <a:close/>
                <a:moveTo>
                  <a:pt x="74909" y="58906"/>
                </a:moveTo>
                <a:cubicBezTo>
                  <a:pt x="74909" y="58957"/>
                  <a:pt x="74960" y="59008"/>
                  <a:pt x="74985" y="59059"/>
                </a:cubicBezTo>
                <a:lnTo>
                  <a:pt x="67635" y="68248"/>
                </a:lnTo>
                <a:cubicBezTo>
                  <a:pt x="67507" y="68145"/>
                  <a:pt x="67328" y="68094"/>
                  <a:pt x="67150" y="68094"/>
                </a:cubicBezTo>
                <a:cubicBezTo>
                  <a:pt x="67022" y="68094"/>
                  <a:pt x="66920" y="68120"/>
                  <a:pt x="66818" y="68145"/>
                </a:cubicBezTo>
                <a:lnTo>
                  <a:pt x="63423" y="61382"/>
                </a:lnTo>
                <a:lnTo>
                  <a:pt x="74909" y="58906"/>
                </a:lnTo>
                <a:close/>
                <a:moveTo>
                  <a:pt x="63219" y="61408"/>
                </a:moveTo>
                <a:lnTo>
                  <a:pt x="66614" y="68248"/>
                </a:lnTo>
                <a:cubicBezTo>
                  <a:pt x="66563" y="68299"/>
                  <a:pt x="66486" y="68350"/>
                  <a:pt x="66435" y="68426"/>
                </a:cubicBezTo>
                <a:lnTo>
                  <a:pt x="58421" y="62786"/>
                </a:lnTo>
                <a:cubicBezTo>
                  <a:pt x="58472" y="62709"/>
                  <a:pt x="58498" y="62582"/>
                  <a:pt x="58498" y="62479"/>
                </a:cubicBezTo>
                <a:cubicBezTo>
                  <a:pt x="58498" y="62454"/>
                  <a:pt x="58498" y="62454"/>
                  <a:pt x="58498" y="62428"/>
                </a:cubicBezTo>
                <a:lnTo>
                  <a:pt x="63219" y="61408"/>
                </a:lnTo>
                <a:close/>
                <a:moveTo>
                  <a:pt x="75878" y="59008"/>
                </a:moveTo>
                <a:lnTo>
                  <a:pt x="80728" y="61127"/>
                </a:lnTo>
                <a:lnTo>
                  <a:pt x="67915" y="68477"/>
                </a:lnTo>
                <a:cubicBezTo>
                  <a:pt x="67864" y="68452"/>
                  <a:pt x="67839" y="68401"/>
                  <a:pt x="67813" y="68375"/>
                </a:cubicBezTo>
                <a:lnTo>
                  <a:pt x="75138" y="59187"/>
                </a:lnTo>
                <a:cubicBezTo>
                  <a:pt x="75215" y="59213"/>
                  <a:pt x="75317" y="59238"/>
                  <a:pt x="75419" y="59238"/>
                </a:cubicBezTo>
                <a:cubicBezTo>
                  <a:pt x="75598" y="59238"/>
                  <a:pt x="75776" y="59136"/>
                  <a:pt x="75878" y="59008"/>
                </a:cubicBezTo>
                <a:close/>
                <a:moveTo>
                  <a:pt x="80957" y="61229"/>
                </a:moveTo>
                <a:lnTo>
                  <a:pt x="93463" y="66716"/>
                </a:lnTo>
                <a:cubicBezTo>
                  <a:pt x="93438" y="66767"/>
                  <a:pt x="93438" y="66818"/>
                  <a:pt x="93438" y="66869"/>
                </a:cubicBezTo>
                <a:lnTo>
                  <a:pt x="84964" y="67533"/>
                </a:lnTo>
                <a:lnTo>
                  <a:pt x="68069" y="68860"/>
                </a:lnTo>
                <a:cubicBezTo>
                  <a:pt x="68043" y="68783"/>
                  <a:pt x="68017" y="68732"/>
                  <a:pt x="67992" y="68656"/>
                </a:cubicBezTo>
                <a:lnTo>
                  <a:pt x="80957" y="61229"/>
                </a:lnTo>
                <a:close/>
                <a:moveTo>
                  <a:pt x="118986" y="61356"/>
                </a:moveTo>
                <a:lnTo>
                  <a:pt x="110997" y="65746"/>
                </a:lnTo>
                <a:lnTo>
                  <a:pt x="104515" y="69345"/>
                </a:lnTo>
                <a:lnTo>
                  <a:pt x="103060" y="64981"/>
                </a:lnTo>
                <a:lnTo>
                  <a:pt x="118986" y="61356"/>
                </a:lnTo>
                <a:close/>
                <a:moveTo>
                  <a:pt x="23557" y="59238"/>
                </a:moveTo>
                <a:lnTo>
                  <a:pt x="36548" y="66614"/>
                </a:lnTo>
                <a:cubicBezTo>
                  <a:pt x="36497" y="66742"/>
                  <a:pt x="36446" y="66844"/>
                  <a:pt x="36446" y="66997"/>
                </a:cubicBezTo>
                <a:cubicBezTo>
                  <a:pt x="36446" y="67227"/>
                  <a:pt x="36574" y="67456"/>
                  <a:pt x="36752" y="67584"/>
                </a:cubicBezTo>
                <a:lnTo>
                  <a:pt x="34175" y="72050"/>
                </a:lnTo>
                <a:lnTo>
                  <a:pt x="23481" y="59340"/>
                </a:lnTo>
                <a:cubicBezTo>
                  <a:pt x="23506" y="59315"/>
                  <a:pt x="23532" y="59264"/>
                  <a:pt x="23557" y="59238"/>
                </a:cubicBezTo>
                <a:close/>
                <a:moveTo>
                  <a:pt x="119088" y="61535"/>
                </a:moveTo>
                <a:cubicBezTo>
                  <a:pt x="119088" y="61561"/>
                  <a:pt x="119114" y="61586"/>
                  <a:pt x="119139" y="61612"/>
                </a:cubicBezTo>
                <a:lnTo>
                  <a:pt x="111891" y="71412"/>
                </a:lnTo>
                <a:lnTo>
                  <a:pt x="107705" y="77078"/>
                </a:lnTo>
                <a:cubicBezTo>
                  <a:pt x="107552" y="77002"/>
                  <a:pt x="107399" y="76951"/>
                  <a:pt x="107220" y="76951"/>
                </a:cubicBezTo>
                <a:cubicBezTo>
                  <a:pt x="107143" y="76951"/>
                  <a:pt x="107092" y="76951"/>
                  <a:pt x="107016" y="76976"/>
                </a:cubicBezTo>
                <a:lnTo>
                  <a:pt x="104566" y="69524"/>
                </a:lnTo>
                <a:lnTo>
                  <a:pt x="111431" y="65746"/>
                </a:lnTo>
                <a:lnTo>
                  <a:pt x="119088" y="61535"/>
                </a:lnTo>
                <a:close/>
                <a:moveTo>
                  <a:pt x="119981" y="61739"/>
                </a:moveTo>
                <a:lnTo>
                  <a:pt x="127664" y="73199"/>
                </a:lnTo>
                <a:lnTo>
                  <a:pt x="123172" y="78916"/>
                </a:lnTo>
                <a:lnTo>
                  <a:pt x="108164" y="77869"/>
                </a:lnTo>
                <a:cubicBezTo>
                  <a:pt x="108164" y="77614"/>
                  <a:pt x="108037" y="77385"/>
                  <a:pt x="107858" y="77206"/>
                </a:cubicBezTo>
                <a:lnTo>
                  <a:pt x="119318" y="61739"/>
                </a:lnTo>
                <a:cubicBezTo>
                  <a:pt x="119420" y="61790"/>
                  <a:pt x="119547" y="61816"/>
                  <a:pt x="119675" y="61816"/>
                </a:cubicBezTo>
                <a:cubicBezTo>
                  <a:pt x="119777" y="61816"/>
                  <a:pt x="119879" y="61790"/>
                  <a:pt x="119981" y="61739"/>
                </a:cubicBezTo>
                <a:close/>
                <a:moveTo>
                  <a:pt x="142288" y="55027"/>
                </a:moveTo>
                <a:cubicBezTo>
                  <a:pt x="142288" y="55052"/>
                  <a:pt x="142314" y="55052"/>
                  <a:pt x="142339" y="55052"/>
                </a:cubicBezTo>
                <a:lnTo>
                  <a:pt x="132283" y="78916"/>
                </a:lnTo>
                <a:cubicBezTo>
                  <a:pt x="132232" y="78916"/>
                  <a:pt x="132156" y="78890"/>
                  <a:pt x="132105" y="78890"/>
                </a:cubicBezTo>
                <a:cubicBezTo>
                  <a:pt x="131977" y="78890"/>
                  <a:pt x="131875" y="78916"/>
                  <a:pt x="131773" y="78967"/>
                </a:cubicBezTo>
                <a:lnTo>
                  <a:pt x="127919" y="73224"/>
                </a:lnTo>
                <a:lnTo>
                  <a:pt x="142288" y="55027"/>
                </a:lnTo>
                <a:close/>
                <a:moveTo>
                  <a:pt x="102881" y="65032"/>
                </a:moveTo>
                <a:lnTo>
                  <a:pt x="104336" y="69422"/>
                </a:lnTo>
                <a:lnTo>
                  <a:pt x="86955" y="78992"/>
                </a:lnTo>
                <a:cubicBezTo>
                  <a:pt x="86930" y="78967"/>
                  <a:pt x="86904" y="78941"/>
                  <a:pt x="86879" y="78916"/>
                </a:cubicBezTo>
                <a:lnTo>
                  <a:pt x="91268" y="71770"/>
                </a:lnTo>
                <a:lnTo>
                  <a:pt x="93846" y="67558"/>
                </a:lnTo>
                <a:cubicBezTo>
                  <a:pt x="93923" y="67609"/>
                  <a:pt x="94025" y="67609"/>
                  <a:pt x="94127" y="67609"/>
                </a:cubicBezTo>
                <a:cubicBezTo>
                  <a:pt x="94510" y="67609"/>
                  <a:pt x="94842" y="67303"/>
                  <a:pt x="94842" y="66920"/>
                </a:cubicBezTo>
                <a:cubicBezTo>
                  <a:pt x="94842" y="66895"/>
                  <a:pt x="94842" y="66869"/>
                  <a:pt x="94842" y="66844"/>
                </a:cubicBezTo>
                <a:lnTo>
                  <a:pt x="102881" y="65032"/>
                </a:lnTo>
                <a:close/>
                <a:moveTo>
                  <a:pt x="104387" y="69626"/>
                </a:moveTo>
                <a:lnTo>
                  <a:pt x="106837" y="77053"/>
                </a:lnTo>
                <a:cubicBezTo>
                  <a:pt x="106531" y="77180"/>
                  <a:pt x="106301" y="77512"/>
                  <a:pt x="106276" y="77869"/>
                </a:cubicBezTo>
                <a:lnTo>
                  <a:pt x="87083" y="79222"/>
                </a:lnTo>
                <a:cubicBezTo>
                  <a:pt x="87083" y="79197"/>
                  <a:pt x="87057" y="79197"/>
                  <a:pt x="87057" y="79171"/>
                </a:cubicBezTo>
                <a:lnTo>
                  <a:pt x="104387" y="69626"/>
                </a:lnTo>
                <a:close/>
                <a:moveTo>
                  <a:pt x="142518" y="55129"/>
                </a:moveTo>
                <a:cubicBezTo>
                  <a:pt x="142569" y="55155"/>
                  <a:pt x="142620" y="55180"/>
                  <a:pt x="142696" y="55180"/>
                </a:cubicBezTo>
                <a:lnTo>
                  <a:pt x="142696" y="77818"/>
                </a:lnTo>
                <a:lnTo>
                  <a:pt x="132794" y="79426"/>
                </a:lnTo>
                <a:cubicBezTo>
                  <a:pt x="132743" y="79248"/>
                  <a:pt x="132640" y="79095"/>
                  <a:pt x="132462" y="78992"/>
                </a:cubicBezTo>
                <a:lnTo>
                  <a:pt x="142518" y="55129"/>
                </a:lnTo>
                <a:close/>
                <a:moveTo>
                  <a:pt x="127791" y="73378"/>
                </a:moveTo>
                <a:lnTo>
                  <a:pt x="131620" y="79069"/>
                </a:lnTo>
                <a:cubicBezTo>
                  <a:pt x="131492" y="79171"/>
                  <a:pt x="131415" y="79324"/>
                  <a:pt x="131364" y="79477"/>
                </a:cubicBezTo>
                <a:lnTo>
                  <a:pt x="128914" y="79299"/>
                </a:lnTo>
                <a:lnTo>
                  <a:pt x="123401" y="78916"/>
                </a:lnTo>
                <a:lnTo>
                  <a:pt x="127791" y="73378"/>
                </a:lnTo>
                <a:close/>
                <a:moveTo>
                  <a:pt x="58319" y="62964"/>
                </a:moveTo>
                <a:lnTo>
                  <a:pt x="63959" y="66920"/>
                </a:lnTo>
                <a:lnTo>
                  <a:pt x="66307" y="68579"/>
                </a:lnTo>
                <a:cubicBezTo>
                  <a:pt x="66231" y="68707"/>
                  <a:pt x="66205" y="68860"/>
                  <a:pt x="66205" y="69039"/>
                </a:cubicBezTo>
                <a:cubicBezTo>
                  <a:pt x="66205" y="69447"/>
                  <a:pt x="66461" y="69779"/>
                  <a:pt x="66818" y="69906"/>
                </a:cubicBezTo>
                <a:lnTo>
                  <a:pt x="64674" y="78023"/>
                </a:lnTo>
                <a:lnTo>
                  <a:pt x="64113" y="80218"/>
                </a:lnTo>
                <a:lnTo>
                  <a:pt x="64010" y="80218"/>
                </a:lnTo>
                <a:cubicBezTo>
                  <a:pt x="63959" y="80218"/>
                  <a:pt x="63934" y="80218"/>
                  <a:pt x="63883" y="80243"/>
                </a:cubicBezTo>
                <a:lnTo>
                  <a:pt x="58115" y="63092"/>
                </a:lnTo>
                <a:cubicBezTo>
                  <a:pt x="58191" y="63066"/>
                  <a:pt x="58268" y="63015"/>
                  <a:pt x="58319" y="62964"/>
                </a:cubicBezTo>
                <a:close/>
                <a:moveTo>
                  <a:pt x="57145" y="62735"/>
                </a:moveTo>
                <a:cubicBezTo>
                  <a:pt x="57247" y="62990"/>
                  <a:pt x="57502" y="63169"/>
                  <a:pt x="57808" y="63169"/>
                </a:cubicBezTo>
                <a:lnTo>
                  <a:pt x="57936" y="63169"/>
                </a:lnTo>
                <a:lnTo>
                  <a:pt x="63704" y="80294"/>
                </a:lnTo>
                <a:cubicBezTo>
                  <a:pt x="63628" y="80320"/>
                  <a:pt x="63577" y="80371"/>
                  <a:pt x="63551" y="80396"/>
                </a:cubicBezTo>
                <a:lnTo>
                  <a:pt x="46604" y="65619"/>
                </a:lnTo>
                <a:cubicBezTo>
                  <a:pt x="46706" y="65440"/>
                  <a:pt x="46783" y="65261"/>
                  <a:pt x="46783" y="65057"/>
                </a:cubicBezTo>
                <a:cubicBezTo>
                  <a:pt x="46783" y="65032"/>
                  <a:pt x="46783" y="65006"/>
                  <a:pt x="46757" y="64955"/>
                </a:cubicBezTo>
                <a:lnTo>
                  <a:pt x="57145" y="62735"/>
                </a:lnTo>
                <a:close/>
                <a:moveTo>
                  <a:pt x="93438" y="67073"/>
                </a:moveTo>
                <a:cubicBezTo>
                  <a:pt x="93438" y="67073"/>
                  <a:pt x="93463" y="67099"/>
                  <a:pt x="93463" y="67125"/>
                </a:cubicBezTo>
                <a:lnTo>
                  <a:pt x="79426" y="73658"/>
                </a:lnTo>
                <a:lnTo>
                  <a:pt x="64623" y="80549"/>
                </a:lnTo>
                <a:cubicBezTo>
                  <a:pt x="64546" y="80422"/>
                  <a:pt x="64444" y="80320"/>
                  <a:pt x="64291" y="80269"/>
                </a:cubicBezTo>
                <a:lnTo>
                  <a:pt x="66205" y="72969"/>
                </a:lnTo>
                <a:lnTo>
                  <a:pt x="66997" y="69958"/>
                </a:lnTo>
                <a:cubicBezTo>
                  <a:pt x="67048" y="69983"/>
                  <a:pt x="67099" y="69983"/>
                  <a:pt x="67124" y="69983"/>
                </a:cubicBezTo>
                <a:cubicBezTo>
                  <a:pt x="67660" y="69983"/>
                  <a:pt x="68069" y="69575"/>
                  <a:pt x="68069" y="69064"/>
                </a:cubicBezTo>
                <a:lnTo>
                  <a:pt x="87670" y="67507"/>
                </a:lnTo>
                <a:lnTo>
                  <a:pt x="93438" y="67073"/>
                </a:lnTo>
                <a:close/>
                <a:moveTo>
                  <a:pt x="93540" y="67303"/>
                </a:moveTo>
                <a:cubicBezTo>
                  <a:pt x="93566" y="67354"/>
                  <a:pt x="93617" y="67405"/>
                  <a:pt x="93693" y="67456"/>
                </a:cubicBezTo>
                <a:lnTo>
                  <a:pt x="86725" y="78814"/>
                </a:lnTo>
                <a:cubicBezTo>
                  <a:pt x="86649" y="78788"/>
                  <a:pt x="86572" y="78763"/>
                  <a:pt x="86496" y="78763"/>
                </a:cubicBezTo>
                <a:cubicBezTo>
                  <a:pt x="86190" y="78763"/>
                  <a:pt x="85934" y="78992"/>
                  <a:pt x="85909" y="79299"/>
                </a:cubicBezTo>
                <a:lnTo>
                  <a:pt x="64725" y="80805"/>
                </a:lnTo>
                <a:cubicBezTo>
                  <a:pt x="64725" y="80779"/>
                  <a:pt x="64725" y="80754"/>
                  <a:pt x="64700" y="80728"/>
                </a:cubicBezTo>
                <a:lnTo>
                  <a:pt x="79656" y="73760"/>
                </a:lnTo>
                <a:lnTo>
                  <a:pt x="93540" y="67303"/>
                </a:lnTo>
                <a:close/>
                <a:moveTo>
                  <a:pt x="23328" y="59468"/>
                </a:moveTo>
                <a:lnTo>
                  <a:pt x="34073" y="72229"/>
                </a:lnTo>
                <a:lnTo>
                  <a:pt x="28432" y="82081"/>
                </a:lnTo>
                <a:cubicBezTo>
                  <a:pt x="28304" y="82030"/>
                  <a:pt x="28177" y="81979"/>
                  <a:pt x="28049" y="81979"/>
                </a:cubicBezTo>
                <a:cubicBezTo>
                  <a:pt x="27998" y="81979"/>
                  <a:pt x="27973" y="82004"/>
                  <a:pt x="27947" y="82004"/>
                </a:cubicBezTo>
                <a:lnTo>
                  <a:pt x="24323" y="65312"/>
                </a:lnTo>
                <a:lnTo>
                  <a:pt x="23072" y="59570"/>
                </a:lnTo>
                <a:cubicBezTo>
                  <a:pt x="23174" y="59544"/>
                  <a:pt x="23251" y="59519"/>
                  <a:pt x="23328" y="59468"/>
                </a:cubicBezTo>
                <a:close/>
                <a:moveTo>
                  <a:pt x="21898" y="58983"/>
                </a:moveTo>
                <a:cubicBezTo>
                  <a:pt x="22026" y="59366"/>
                  <a:pt x="22383" y="59621"/>
                  <a:pt x="22792" y="59621"/>
                </a:cubicBezTo>
                <a:lnTo>
                  <a:pt x="22894" y="59621"/>
                </a:lnTo>
                <a:lnTo>
                  <a:pt x="27743" y="82055"/>
                </a:lnTo>
                <a:cubicBezTo>
                  <a:pt x="27590" y="82106"/>
                  <a:pt x="27437" y="82183"/>
                  <a:pt x="27335" y="82310"/>
                </a:cubicBezTo>
                <a:lnTo>
                  <a:pt x="1761" y="64011"/>
                </a:lnTo>
                <a:cubicBezTo>
                  <a:pt x="1838" y="63883"/>
                  <a:pt x="1889" y="63730"/>
                  <a:pt x="1889" y="63551"/>
                </a:cubicBezTo>
                <a:cubicBezTo>
                  <a:pt x="1889" y="63526"/>
                  <a:pt x="1889" y="63475"/>
                  <a:pt x="1889" y="63449"/>
                </a:cubicBezTo>
                <a:lnTo>
                  <a:pt x="21898" y="58983"/>
                </a:lnTo>
                <a:close/>
                <a:moveTo>
                  <a:pt x="1659" y="64189"/>
                </a:moveTo>
                <a:lnTo>
                  <a:pt x="20061" y="77359"/>
                </a:lnTo>
                <a:lnTo>
                  <a:pt x="27207" y="82464"/>
                </a:lnTo>
                <a:cubicBezTo>
                  <a:pt x="27181" y="82515"/>
                  <a:pt x="27156" y="82566"/>
                  <a:pt x="27156" y="82617"/>
                </a:cubicBezTo>
                <a:lnTo>
                  <a:pt x="1582" y="76746"/>
                </a:lnTo>
                <a:cubicBezTo>
                  <a:pt x="1582" y="76721"/>
                  <a:pt x="1582" y="76721"/>
                  <a:pt x="1582" y="76695"/>
                </a:cubicBezTo>
                <a:cubicBezTo>
                  <a:pt x="1582" y="76389"/>
                  <a:pt x="1353" y="76108"/>
                  <a:pt x="1046" y="76057"/>
                </a:cubicBezTo>
                <a:lnTo>
                  <a:pt x="1046" y="64496"/>
                </a:lnTo>
                <a:cubicBezTo>
                  <a:pt x="1276" y="64470"/>
                  <a:pt x="1506" y="64343"/>
                  <a:pt x="1659" y="64189"/>
                </a:cubicBezTo>
                <a:close/>
                <a:moveTo>
                  <a:pt x="142339" y="78074"/>
                </a:moveTo>
                <a:lnTo>
                  <a:pt x="132283" y="84684"/>
                </a:lnTo>
                <a:cubicBezTo>
                  <a:pt x="132130" y="84531"/>
                  <a:pt x="131951" y="84403"/>
                  <a:pt x="131747" y="84378"/>
                </a:cubicBezTo>
                <a:lnTo>
                  <a:pt x="132130" y="80371"/>
                </a:lnTo>
                <a:cubicBezTo>
                  <a:pt x="132513" y="80345"/>
                  <a:pt x="132845" y="80039"/>
                  <a:pt x="132845" y="79631"/>
                </a:cubicBezTo>
                <a:cubicBezTo>
                  <a:pt x="132819" y="79631"/>
                  <a:pt x="132819" y="79605"/>
                  <a:pt x="132819" y="79605"/>
                </a:cubicBezTo>
                <a:lnTo>
                  <a:pt x="142339" y="78074"/>
                </a:lnTo>
                <a:close/>
                <a:moveTo>
                  <a:pt x="142671" y="78074"/>
                </a:moveTo>
                <a:lnTo>
                  <a:pt x="142671" y="82489"/>
                </a:lnTo>
                <a:lnTo>
                  <a:pt x="142696" y="82489"/>
                </a:lnTo>
                <a:lnTo>
                  <a:pt x="132436" y="84965"/>
                </a:lnTo>
                <a:cubicBezTo>
                  <a:pt x="132411" y="84939"/>
                  <a:pt x="132411" y="84888"/>
                  <a:pt x="132385" y="84863"/>
                </a:cubicBezTo>
                <a:lnTo>
                  <a:pt x="142671" y="78074"/>
                </a:lnTo>
                <a:close/>
                <a:moveTo>
                  <a:pt x="106301" y="78074"/>
                </a:moveTo>
                <a:cubicBezTo>
                  <a:pt x="106301" y="78099"/>
                  <a:pt x="106327" y="78125"/>
                  <a:pt x="106327" y="78176"/>
                </a:cubicBezTo>
                <a:lnTo>
                  <a:pt x="87874" y="85807"/>
                </a:lnTo>
                <a:lnTo>
                  <a:pt x="86700" y="79937"/>
                </a:lnTo>
                <a:cubicBezTo>
                  <a:pt x="86904" y="79835"/>
                  <a:pt x="87057" y="79656"/>
                  <a:pt x="87083" y="79426"/>
                </a:cubicBezTo>
                <a:lnTo>
                  <a:pt x="94535" y="78890"/>
                </a:lnTo>
                <a:lnTo>
                  <a:pt x="106301" y="78074"/>
                </a:lnTo>
                <a:close/>
                <a:moveTo>
                  <a:pt x="37493" y="67660"/>
                </a:moveTo>
                <a:lnTo>
                  <a:pt x="45941" y="86011"/>
                </a:lnTo>
                <a:lnTo>
                  <a:pt x="34328" y="72203"/>
                </a:lnTo>
                <a:lnTo>
                  <a:pt x="36931" y="67686"/>
                </a:lnTo>
                <a:cubicBezTo>
                  <a:pt x="37008" y="67712"/>
                  <a:pt x="37084" y="67737"/>
                  <a:pt x="37186" y="67737"/>
                </a:cubicBezTo>
                <a:cubicBezTo>
                  <a:pt x="37288" y="67737"/>
                  <a:pt x="37390" y="67712"/>
                  <a:pt x="37493" y="67660"/>
                </a:cubicBezTo>
                <a:close/>
                <a:moveTo>
                  <a:pt x="44945" y="65363"/>
                </a:moveTo>
                <a:cubicBezTo>
                  <a:pt x="45047" y="65695"/>
                  <a:pt x="45379" y="65976"/>
                  <a:pt x="45762" y="66002"/>
                </a:cubicBezTo>
                <a:lnTo>
                  <a:pt x="46221" y="86011"/>
                </a:lnTo>
                <a:cubicBezTo>
                  <a:pt x="46196" y="86011"/>
                  <a:pt x="46196" y="86037"/>
                  <a:pt x="46170" y="86037"/>
                </a:cubicBezTo>
                <a:lnTo>
                  <a:pt x="37646" y="67533"/>
                </a:lnTo>
                <a:cubicBezTo>
                  <a:pt x="37824" y="67405"/>
                  <a:pt x="37901" y="67201"/>
                  <a:pt x="37901" y="66997"/>
                </a:cubicBezTo>
                <a:cubicBezTo>
                  <a:pt x="37901" y="66946"/>
                  <a:pt x="37901" y="66920"/>
                  <a:pt x="37901" y="66869"/>
                </a:cubicBezTo>
                <a:lnTo>
                  <a:pt x="44945" y="65363"/>
                </a:lnTo>
                <a:close/>
                <a:moveTo>
                  <a:pt x="46476" y="65746"/>
                </a:moveTo>
                <a:lnTo>
                  <a:pt x="63398" y="80549"/>
                </a:lnTo>
                <a:cubicBezTo>
                  <a:pt x="63321" y="80651"/>
                  <a:pt x="63296" y="80805"/>
                  <a:pt x="63296" y="80958"/>
                </a:cubicBezTo>
                <a:cubicBezTo>
                  <a:pt x="63296" y="80983"/>
                  <a:pt x="63296" y="81034"/>
                  <a:pt x="63296" y="81085"/>
                </a:cubicBezTo>
                <a:lnTo>
                  <a:pt x="54031" y="84046"/>
                </a:lnTo>
                <a:lnTo>
                  <a:pt x="46885" y="86343"/>
                </a:lnTo>
                <a:cubicBezTo>
                  <a:pt x="46808" y="86164"/>
                  <a:pt x="46630" y="86037"/>
                  <a:pt x="46425" y="86011"/>
                </a:cubicBezTo>
                <a:lnTo>
                  <a:pt x="46272" y="80166"/>
                </a:lnTo>
                <a:lnTo>
                  <a:pt x="45941" y="66002"/>
                </a:lnTo>
                <a:cubicBezTo>
                  <a:pt x="46145" y="65976"/>
                  <a:pt x="46323" y="65874"/>
                  <a:pt x="46476" y="65746"/>
                </a:cubicBezTo>
                <a:close/>
                <a:moveTo>
                  <a:pt x="34226" y="72408"/>
                </a:moveTo>
                <a:lnTo>
                  <a:pt x="45864" y="86215"/>
                </a:lnTo>
                <a:cubicBezTo>
                  <a:pt x="45813" y="86266"/>
                  <a:pt x="45787" y="86343"/>
                  <a:pt x="45762" y="86419"/>
                </a:cubicBezTo>
                <a:lnTo>
                  <a:pt x="28968" y="83025"/>
                </a:lnTo>
                <a:cubicBezTo>
                  <a:pt x="28968" y="82999"/>
                  <a:pt x="28994" y="82974"/>
                  <a:pt x="28994" y="82948"/>
                </a:cubicBezTo>
                <a:cubicBezTo>
                  <a:pt x="28994" y="82617"/>
                  <a:pt x="28815" y="82361"/>
                  <a:pt x="28585" y="82183"/>
                </a:cubicBezTo>
                <a:lnTo>
                  <a:pt x="34226" y="72408"/>
                </a:lnTo>
                <a:close/>
                <a:moveTo>
                  <a:pt x="85909" y="79503"/>
                </a:moveTo>
                <a:cubicBezTo>
                  <a:pt x="85934" y="79631"/>
                  <a:pt x="86011" y="79733"/>
                  <a:pt x="86113" y="79809"/>
                </a:cubicBezTo>
                <a:lnTo>
                  <a:pt x="81059" y="88053"/>
                </a:lnTo>
                <a:cubicBezTo>
                  <a:pt x="80932" y="87976"/>
                  <a:pt x="80804" y="87951"/>
                  <a:pt x="80651" y="87951"/>
                </a:cubicBezTo>
                <a:cubicBezTo>
                  <a:pt x="80319" y="87951"/>
                  <a:pt x="80013" y="88129"/>
                  <a:pt x="79860" y="88410"/>
                </a:cubicBezTo>
                <a:lnTo>
                  <a:pt x="72509" y="84888"/>
                </a:lnTo>
                <a:lnTo>
                  <a:pt x="64700" y="81162"/>
                </a:lnTo>
                <a:cubicBezTo>
                  <a:pt x="64725" y="81111"/>
                  <a:pt x="64751" y="81060"/>
                  <a:pt x="64751" y="81009"/>
                </a:cubicBezTo>
                <a:lnTo>
                  <a:pt x="85909" y="79503"/>
                </a:lnTo>
                <a:close/>
                <a:moveTo>
                  <a:pt x="86266" y="79911"/>
                </a:moveTo>
                <a:cubicBezTo>
                  <a:pt x="86343" y="79937"/>
                  <a:pt x="86419" y="79962"/>
                  <a:pt x="86496" y="79962"/>
                </a:cubicBezTo>
                <a:lnTo>
                  <a:pt x="86521" y="79962"/>
                </a:lnTo>
                <a:lnTo>
                  <a:pt x="87695" y="85884"/>
                </a:lnTo>
                <a:lnTo>
                  <a:pt x="84326" y="87262"/>
                </a:lnTo>
                <a:lnTo>
                  <a:pt x="81493" y="88436"/>
                </a:lnTo>
                <a:cubicBezTo>
                  <a:pt x="81417" y="88334"/>
                  <a:pt x="81340" y="88232"/>
                  <a:pt x="81238" y="88155"/>
                </a:cubicBezTo>
                <a:lnTo>
                  <a:pt x="86266" y="79911"/>
                </a:lnTo>
                <a:close/>
                <a:moveTo>
                  <a:pt x="108164" y="78074"/>
                </a:moveTo>
                <a:lnTo>
                  <a:pt x="110793" y="78252"/>
                </a:lnTo>
                <a:lnTo>
                  <a:pt x="123018" y="79095"/>
                </a:lnTo>
                <a:lnTo>
                  <a:pt x="115617" y="88487"/>
                </a:lnTo>
                <a:cubicBezTo>
                  <a:pt x="115464" y="88385"/>
                  <a:pt x="115285" y="88334"/>
                  <a:pt x="115107" y="88334"/>
                </a:cubicBezTo>
                <a:cubicBezTo>
                  <a:pt x="114953" y="88334"/>
                  <a:pt x="114800" y="88385"/>
                  <a:pt x="114647" y="88461"/>
                </a:cubicBezTo>
                <a:lnTo>
                  <a:pt x="112912" y="85909"/>
                </a:lnTo>
                <a:lnTo>
                  <a:pt x="107858" y="78610"/>
                </a:lnTo>
                <a:cubicBezTo>
                  <a:pt x="108011" y="78482"/>
                  <a:pt x="108113" y="78278"/>
                  <a:pt x="108164" y="78074"/>
                </a:cubicBezTo>
                <a:close/>
                <a:moveTo>
                  <a:pt x="123274" y="79120"/>
                </a:moveTo>
                <a:lnTo>
                  <a:pt x="131364" y="79682"/>
                </a:lnTo>
                <a:cubicBezTo>
                  <a:pt x="131364" y="79758"/>
                  <a:pt x="131390" y="79835"/>
                  <a:pt x="131415" y="79886"/>
                </a:cubicBezTo>
                <a:lnTo>
                  <a:pt x="124244" y="83969"/>
                </a:lnTo>
                <a:lnTo>
                  <a:pt x="115872" y="88742"/>
                </a:lnTo>
                <a:cubicBezTo>
                  <a:pt x="115847" y="88691"/>
                  <a:pt x="115796" y="88640"/>
                  <a:pt x="115770" y="88614"/>
                </a:cubicBezTo>
                <a:lnTo>
                  <a:pt x="123274" y="79120"/>
                </a:lnTo>
                <a:close/>
                <a:moveTo>
                  <a:pt x="131517" y="80064"/>
                </a:moveTo>
                <a:cubicBezTo>
                  <a:pt x="131620" y="80192"/>
                  <a:pt x="131747" y="80294"/>
                  <a:pt x="131926" y="80345"/>
                </a:cubicBezTo>
                <a:lnTo>
                  <a:pt x="131543" y="84352"/>
                </a:lnTo>
                <a:cubicBezTo>
                  <a:pt x="131007" y="84352"/>
                  <a:pt x="130599" y="84761"/>
                  <a:pt x="130599" y="85296"/>
                </a:cubicBezTo>
                <a:cubicBezTo>
                  <a:pt x="130599" y="85322"/>
                  <a:pt x="130599" y="85373"/>
                  <a:pt x="130624" y="85424"/>
                </a:cubicBezTo>
                <a:lnTo>
                  <a:pt x="116000" y="88972"/>
                </a:lnTo>
                <a:cubicBezTo>
                  <a:pt x="115974" y="88946"/>
                  <a:pt x="115974" y="88921"/>
                  <a:pt x="115974" y="88895"/>
                </a:cubicBezTo>
                <a:lnTo>
                  <a:pt x="130190" y="80830"/>
                </a:lnTo>
                <a:lnTo>
                  <a:pt x="131517" y="80064"/>
                </a:lnTo>
                <a:close/>
                <a:moveTo>
                  <a:pt x="64623" y="81341"/>
                </a:moveTo>
                <a:lnTo>
                  <a:pt x="68120" y="83025"/>
                </a:lnTo>
                <a:lnTo>
                  <a:pt x="79758" y="88589"/>
                </a:lnTo>
                <a:cubicBezTo>
                  <a:pt x="79732" y="88691"/>
                  <a:pt x="79707" y="88793"/>
                  <a:pt x="79707" y="88895"/>
                </a:cubicBezTo>
                <a:cubicBezTo>
                  <a:pt x="79707" y="88946"/>
                  <a:pt x="79732" y="88997"/>
                  <a:pt x="79732" y="89074"/>
                </a:cubicBezTo>
                <a:lnTo>
                  <a:pt x="70570" y="91805"/>
                </a:lnTo>
                <a:lnTo>
                  <a:pt x="64470" y="81519"/>
                </a:lnTo>
                <a:cubicBezTo>
                  <a:pt x="64521" y="81468"/>
                  <a:pt x="64572" y="81417"/>
                  <a:pt x="64623" y="81341"/>
                </a:cubicBezTo>
                <a:close/>
                <a:moveTo>
                  <a:pt x="64291" y="81621"/>
                </a:moveTo>
                <a:lnTo>
                  <a:pt x="70391" y="91856"/>
                </a:lnTo>
                <a:lnTo>
                  <a:pt x="63194" y="94025"/>
                </a:lnTo>
                <a:cubicBezTo>
                  <a:pt x="63092" y="93847"/>
                  <a:pt x="62939" y="93744"/>
                  <a:pt x="62760" y="93719"/>
                </a:cubicBezTo>
                <a:lnTo>
                  <a:pt x="64036" y="81672"/>
                </a:lnTo>
                <a:cubicBezTo>
                  <a:pt x="64138" y="81672"/>
                  <a:pt x="64215" y="81672"/>
                  <a:pt x="64291" y="81621"/>
                </a:cubicBezTo>
                <a:close/>
                <a:moveTo>
                  <a:pt x="63372" y="81264"/>
                </a:moveTo>
                <a:cubicBezTo>
                  <a:pt x="63398" y="81341"/>
                  <a:pt x="63449" y="81417"/>
                  <a:pt x="63526" y="81494"/>
                </a:cubicBezTo>
                <a:lnTo>
                  <a:pt x="53470" y="96322"/>
                </a:lnTo>
                <a:cubicBezTo>
                  <a:pt x="53342" y="96246"/>
                  <a:pt x="53189" y="96220"/>
                  <a:pt x="53036" y="96220"/>
                </a:cubicBezTo>
                <a:cubicBezTo>
                  <a:pt x="52883" y="96220"/>
                  <a:pt x="52730" y="96246"/>
                  <a:pt x="52602" y="96322"/>
                </a:cubicBezTo>
                <a:lnTo>
                  <a:pt x="46757" y="87083"/>
                </a:lnTo>
                <a:cubicBezTo>
                  <a:pt x="46885" y="86981"/>
                  <a:pt x="46961" y="86802"/>
                  <a:pt x="46961" y="86624"/>
                </a:cubicBezTo>
                <a:cubicBezTo>
                  <a:pt x="46961" y="86598"/>
                  <a:pt x="46961" y="86573"/>
                  <a:pt x="46961" y="86522"/>
                </a:cubicBezTo>
                <a:lnTo>
                  <a:pt x="54108" y="84225"/>
                </a:lnTo>
                <a:lnTo>
                  <a:pt x="63372" y="81264"/>
                </a:lnTo>
                <a:close/>
                <a:moveTo>
                  <a:pt x="63704" y="81596"/>
                </a:moveTo>
                <a:cubicBezTo>
                  <a:pt x="63730" y="81621"/>
                  <a:pt x="63781" y="81647"/>
                  <a:pt x="63832" y="81672"/>
                </a:cubicBezTo>
                <a:lnTo>
                  <a:pt x="62556" y="93719"/>
                </a:lnTo>
                <a:cubicBezTo>
                  <a:pt x="62249" y="93770"/>
                  <a:pt x="62020" y="94025"/>
                  <a:pt x="62020" y="94331"/>
                </a:cubicBezTo>
                <a:cubicBezTo>
                  <a:pt x="62020" y="94331"/>
                  <a:pt x="62020" y="94357"/>
                  <a:pt x="62020" y="94357"/>
                </a:cubicBezTo>
                <a:lnTo>
                  <a:pt x="53904" y="96782"/>
                </a:lnTo>
                <a:cubicBezTo>
                  <a:pt x="53852" y="96654"/>
                  <a:pt x="53750" y="96526"/>
                  <a:pt x="53623" y="96424"/>
                </a:cubicBezTo>
                <a:lnTo>
                  <a:pt x="63704" y="81596"/>
                </a:lnTo>
                <a:close/>
                <a:moveTo>
                  <a:pt x="130650" y="85603"/>
                </a:moveTo>
                <a:cubicBezTo>
                  <a:pt x="130777" y="85909"/>
                  <a:pt x="131033" y="86139"/>
                  <a:pt x="131364" y="86215"/>
                </a:cubicBezTo>
                <a:lnTo>
                  <a:pt x="130292" y="97011"/>
                </a:lnTo>
                <a:lnTo>
                  <a:pt x="115974" y="89635"/>
                </a:lnTo>
                <a:cubicBezTo>
                  <a:pt x="116025" y="89533"/>
                  <a:pt x="116051" y="89406"/>
                  <a:pt x="116051" y="89278"/>
                </a:cubicBezTo>
                <a:cubicBezTo>
                  <a:pt x="116051" y="89252"/>
                  <a:pt x="116051" y="89201"/>
                  <a:pt x="116025" y="89150"/>
                </a:cubicBezTo>
                <a:lnTo>
                  <a:pt x="130650" y="85603"/>
                </a:lnTo>
                <a:close/>
                <a:moveTo>
                  <a:pt x="106403" y="78354"/>
                </a:moveTo>
                <a:cubicBezTo>
                  <a:pt x="106454" y="78456"/>
                  <a:pt x="106531" y="78559"/>
                  <a:pt x="106633" y="78635"/>
                </a:cubicBezTo>
                <a:lnTo>
                  <a:pt x="105357" y="80626"/>
                </a:lnTo>
                <a:lnTo>
                  <a:pt x="91422" y="102269"/>
                </a:lnTo>
                <a:cubicBezTo>
                  <a:pt x="91345" y="102243"/>
                  <a:pt x="91243" y="102218"/>
                  <a:pt x="91141" y="102218"/>
                </a:cubicBezTo>
                <a:lnTo>
                  <a:pt x="91115" y="102218"/>
                </a:lnTo>
                <a:lnTo>
                  <a:pt x="87925" y="86011"/>
                </a:lnTo>
                <a:lnTo>
                  <a:pt x="106403" y="78354"/>
                </a:lnTo>
                <a:close/>
                <a:moveTo>
                  <a:pt x="87721" y="86088"/>
                </a:moveTo>
                <a:lnTo>
                  <a:pt x="89431" y="94689"/>
                </a:lnTo>
                <a:lnTo>
                  <a:pt x="90937" y="102269"/>
                </a:lnTo>
                <a:cubicBezTo>
                  <a:pt x="90886" y="102269"/>
                  <a:pt x="90860" y="102294"/>
                  <a:pt x="90835" y="102294"/>
                </a:cubicBezTo>
                <a:lnTo>
                  <a:pt x="84122" y="93336"/>
                </a:lnTo>
                <a:lnTo>
                  <a:pt x="81289" y="89584"/>
                </a:lnTo>
                <a:cubicBezTo>
                  <a:pt x="81493" y="89406"/>
                  <a:pt x="81595" y="89176"/>
                  <a:pt x="81595" y="88895"/>
                </a:cubicBezTo>
                <a:cubicBezTo>
                  <a:pt x="81595" y="88793"/>
                  <a:pt x="81595" y="88717"/>
                  <a:pt x="81570" y="88640"/>
                </a:cubicBezTo>
                <a:lnTo>
                  <a:pt x="86700" y="86522"/>
                </a:lnTo>
                <a:lnTo>
                  <a:pt x="87721" y="86088"/>
                </a:lnTo>
                <a:close/>
                <a:moveTo>
                  <a:pt x="107679" y="78737"/>
                </a:moveTo>
                <a:lnTo>
                  <a:pt x="109185" y="80881"/>
                </a:lnTo>
                <a:lnTo>
                  <a:pt x="114494" y="88563"/>
                </a:lnTo>
                <a:cubicBezTo>
                  <a:pt x="114290" y="88742"/>
                  <a:pt x="114162" y="88997"/>
                  <a:pt x="114162" y="89278"/>
                </a:cubicBezTo>
                <a:cubicBezTo>
                  <a:pt x="114162" y="89431"/>
                  <a:pt x="114188" y="89559"/>
                  <a:pt x="114239" y="89661"/>
                </a:cubicBezTo>
                <a:lnTo>
                  <a:pt x="91677" y="102473"/>
                </a:lnTo>
                <a:cubicBezTo>
                  <a:pt x="91651" y="102448"/>
                  <a:pt x="91626" y="102422"/>
                  <a:pt x="91600" y="102397"/>
                </a:cubicBezTo>
                <a:lnTo>
                  <a:pt x="106812" y="78737"/>
                </a:lnTo>
                <a:cubicBezTo>
                  <a:pt x="106939" y="78814"/>
                  <a:pt x="107067" y="78839"/>
                  <a:pt x="107220" y="78839"/>
                </a:cubicBezTo>
                <a:cubicBezTo>
                  <a:pt x="107399" y="78839"/>
                  <a:pt x="107552" y="78814"/>
                  <a:pt x="107679" y="78737"/>
                </a:cubicBezTo>
                <a:close/>
                <a:moveTo>
                  <a:pt x="142671" y="82693"/>
                </a:moveTo>
                <a:lnTo>
                  <a:pt x="142671" y="102830"/>
                </a:lnTo>
                <a:lnTo>
                  <a:pt x="142696" y="102830"/>
                </a:lnTo>
                <a:cubicBezTo>
                  <a:pt x="142492" y="102856"/>
                  <a:pt x="142314" y="102984"/>
                  <a:pt x="142186" y="103137"/>
                </a:cubicBezTo>
                <a:lnTo>
                  <a:pt x="130497" y="97113"/>
                </a:lnTo>
                <a:lnTo>
                  <a:pt x="131543" y="86241"/>
                </a:lnTo>
                <a:cubicBezTo>
                  <a:pt x="132079" y="86241"/>
                  <a:pt x="132487" y="85807"/>
                  <a:pt x="132487" y="85296"/>
                </a:cubicBezTo>
                <a:cubicBezTo>
                  <a:pt x="132487" y="85245"/>
                  <a:pt x="132487" y="85220"/>
                  <a:pt x="132462" y="85169"/>
                </a:cubicBezTo>
                <a:lnTo>
                  <a:pt x="142671" y="82693"/>
                </a:lnTo>
                <a:close/>
                <a:moveTo>
                  <a:pt x="114341" y="89839"/>
                </a:moveTo>
                <a:cubicBezTo>
                  <a:pt x="114417" y="89942"/>
                  <a:pt x="114545" y="90044"/>
                  <a:pt x="114673" y="90120"/>
                </a:cubicBezTo>
                <a:lnTo>
                  <a:pt x="108802" y="105893"/>
                </a:lnTo>
                <a:lnTo>
                  <a:pt x="100074" y="104362"/>
                </a:lnTo>
                <a:lnTo>
                  <a:pt x="91830" y="102907"/>
                </a:lnTo>
                <a:cubicBezTo>
                  <a:pt x="91830" y="102907"/>
                  <a:pt x="91830" y="102907"/>
                  <a:pt x="91830" y="102881"/>
                </a:cubicBezTo>
                <a:cubicBezTo>
                  <a:pt x="91830" y="102805"/>
                  <a:pt x="91804" y="102728"/>
                  <a:pt x="91779" y="102652"/>
                </a:cubicBezTo>
                <a:lnTo>
                  <a:pt x="114341" y="89839"/>
                </a:lnTo>
                <a:close/>
                <a:moveTo>
                  <a:pt x="115898" y="89814"/>
                </a:moveTo>
                <a:lnTo>
                  <a:pt x="130267" y="97215"/>
                </a:lnTo>
                <a:lnTo>
                  <a:pt x="129144" y="108930"/>
                </a:lnTo>
                <a:cubicBezTo>
                  <a:pt x="129042" y="108930"/>
                  <a:pt x="128940" y="108956"/>
                  <a:pt x="128863" y="109007"/>
                </a:cubicBezTo>
                <a:lnTo>
                  <a:pt x="115719" y="89993"/>
                </a:lnTo>
                <a:cubicBezTo>
                  <a:pt x="115770" y="89942"/>
                  <a:pt x="115847" y="89865"/>
                  <a:pt x="115898" y="89814"/>
                </a:cubicBezTo>
                <a:close/>
                <a:moveTo>
                  <a:pt x="70493" y="92034"/>
                </a:moveTo>
                <a:lnTo>
                  <a:pt x="80651" y="109160"/>
                </a:lnTo>
                <a:lnTo>
                  <a:pt x="63117" y="94740"/>
                </a:lnTo>
                <a:cubicBezTo>
                  <a:pt x="63219" y="94638"/>
                  <a:pt x="63270" y="94485"/>
                  <a:pt x="63270" y="94331"/>
                </a:cubicBezTo>
                <a:cubicBezTo>
                  <a:pt x="63270" y="94280"/>
                  <a:pt x="63270" y="94229"/>
                  <a:pt x="63270" y="94204"/>
                </a:cubicBezTo>
                <a:lnTo>
                  <a:pt x="70493" y="92034"/>
                </a:lnTo>
                <a:close/>
                <a:moveTo>
                  <a:pt x="79783" y="89252"/>
                </a:moveTo>
                <a:cubicBezTo>
                  <a:pt x="79911" y="89584"/>
                  <a:pt x="80217" y="89814"/>
                  <a:pt x="80575" y="89839"/>
                </a:cubicBezTo>
                <a:lnTo>
                  <a:pt x="80804" y="102728"/>
                </a:lnTo>
                <a:lnTo>
                  <a:pt x="80932" y="109237"/>
                </a:lnTo>
                <a:lnTo>
                  <a:pt x="70672" y="91983"/>
                </a:lnTo>
                <a:lnTo>
                  <a:pt x="79783" y="89252"/>
                </a:lnTo>
                <a:close/>
                <a:moveTo>
                  <a:pt x="130471" y="97318"/>
                </a:moveTo>
                <a:lnTo>
                  <a:pt x="142109" y="103315"/>
                </a:lnTo>
                <a:cubicBezTo>
                  <a:pt x="142084" y="103392"/>
                  <a:pt x="142058" y="103468"/>
                  <a:pt x="142058" y="103545"/>
                </a:cubicBezTo>
                <a:cubicBezTo>
                  <a:pt x="142058" y="103622"/>
                  <a:pt x="142058" y="103698"/>
                  <a:pt x="142084" y="103749"/>
                </a:cubicBezTo>
                <a:lnTo>
                  <a:pt x="129731" y="109237"/>
                </a:lnTo>
                <a:cubicBezTo>
                  <a:pt x="129654" y="109109"/>
                  <a:pt x="129501" y="109007"/>
                  <a:pt x="129323" y="108956"/>
                </a:cubicBezTo>
                <a:lnTo>
                  <a:pt x="130471" y="97318"/>
                </a:lnTo>
                <a:close/>
                <a:moveTo>
                  <a:pt x="62071" y="94561"/>
                </a:moveTo>
                <a:cubicBezTo>
                  <a:pt x="62122" y="94714"/>
                  <a:pt x="62249" y="94842"/>
                  <a:pt x="62428" y="94918"/>
                </a:cubicBezTo>
                <a:lnTo>
                  <a:pt x="60871" y="109313"/>
                </a:lnTo>
                <a:lnTo>
                  <a:pt x="53623" y="97879"/>
                </a:lnTo>
                <a:cubicBezTo>
                  <a:pt x="53827" y="97726"/>
                  <a:pt x="53980" y="97445"/>
                  <a:pt x="53980" y="97164"/>
                </a:cubicBezTo>
                <a:cubicBezTo>
                  <a:pt x="53980" y="97088"/>
                  <a:pt x="53980" y="97037"/>
                  <a:pt x="53955" y="96986"/>
                </a:cubicBezTo>
                <a:lnTo>
                  <a:pt x="62071" y="94561"/>
                </a:lnTo>
                <a:close/>
                <a:moveTo>
                  <a:pt x="115566" y="90095"/>
                </a:moveTo>
                <a:lnTo>
                  <a:pt x="119675" y="96041"/>
                </a:lnTo>
                <a:lnTo>
                  <a:pt x="128710" y="109109"/>
                </a:lnTo>
                <a:cubicBezTo>
                  <a:pt x="128633" y="109186"/>
                  <a:pt x="128557" y="109288"/>
                  <a:pt x="128531" y="109390"/>
                </a:cubicBezTo>
                <a:lnTo>
                  <a:pt x="108981" y="105944"/>
                </a:lnTo>
                <a:lnTo>
                  <a:pt x="114877" y="90197"/>
                </a:lnTo>
                <a:cubicBezTo>
                  <a:pt x="114953" y="90222"/>
                  <a:pt x="115030" y="90222"/>
                  <a:pt x="115107" y="90222"/>
                </a:cubicBezTo>
                <a:cubicBezTo>
                  <a:pt x="115260" y="90222"/>
                  <a:pt x="115413" y="90171"/>
                  <a:pt x="115566" y="90095"/>
                </a:cubicBezTo>
                <a:close/>
                <a:moveTo>
                  <a:pt x="81136" y="89712"/>
                </a:moveTo>
                <a:lnTo>
                  <a:pt x="84173" y="93719"/>
                </a:lnTo>
                <a:lnTo>
                  <a:pt x="90681" y="102422"/>
                </a:lnTo>
                <a:cubicBezTo>
                  <a:pt x="90554" y="102550"/>
                  <a:pt x="90477" y="102703"/>
                  <a:pt x="90477" y="102881"/>
                </a:cubicBezTo>
                <a:cubicBezTo>
                  <a:pt x="90477" y="102984"/>
                  <a:pt x="90503" y="103086"/>
                  <a:pt x="90554" y="103162"/>
                </a:cubicBezTo>
                <a:lnTo>
                  <a:pt x="81136" y="109415"/>
                </a:lnTo>
                <a:lnTo>
                  <a:pt x="81008" y="102805"/>
                </a:lnTo>
                <a:lnTo>
                  <a:pt x="80779" y="89814"/>
                </a:lnTo>
                <a:cubicBezTo>
                  <a:pt x="80906" y="89814"/>
                  <a:pt x="81034" y="89763"/>
                  <a:pt x="81136" y="89712"/>
                </a:cubicBezTo>
                <a:close/>
                <a:moveTo>
                  <a:pt x="62964" y="94867"/>
                </a:moveTo>
                <a:lnTo>
                  <a:pt x="80753" y="109492"/>
                </a:lnTo>
                <a:lnTo>
                  <a:pt x="61050" y="109492"/>
                </a:lnTo>
                <a:lnTo>
                  <a:pt x="61764" y="102805"/>
                </a:lnTo>
                <a:lnTo>
                  <a:pt x="62607" y="94944"/>
                </a:lnTo>
                <a:lnTo>
                  <a:pt x="62658" y="94944"/>
                </a:lnTo>
                <a:cubicBezTo>
                  <a:pt x="62760" y="94944"/>
                  <a:pt x="62862" y="94918"/>
                  <a:pt x="62964" y="94867"/>
                </a:cubicBezTo>
                <a:close/>
                <a:moveTo>
                  <a:pt x="91779" y="103111"/>
                </a:moveTo>
                <a:lnTo>
                  <a:pt x="108726" y="106097"/>
                </a:lnTo>
                <a:lnTo>
                  <a:pt x="107450" y="109492"/>
                </a:lnTo>
                <a:lnTo>
                  <a:pt x="81366" y="109492"/>
                </a:lnTo>
                <a:lnTo>
                  <a:pt x="90656" y="103341"/>
                </a:lnTo>
                <a:cubicBezTo>
                  <a:pt x="90784" y="103468"/>
                  <a:pt x="90962" y="103571"/>
                  <a:pt x="91141" y="103571"/>
                </a:cubicBezTo>
                <a:cubicBezTo>
                  <a:pt x="91447" y="103571"/>
                  <a:pt x="91702" y="103366"/>
                  <a:pt x="91779" y="103111"/>
                </a:cubicBezTo>
                <a:close/>
                <a:moveTo>
                  <a:pt x="108905" y="106123"/>
                </a:moveTo>
                <a:lnTo>
                  <a:pt x="128021" y="109492"/>
                </a:lnTo>
                <a:lnTo>
                  <a:pt x="107654" y="109492"/>
                </a:lnTo>
                <a:lnTo>
                  <a:pt x="108905" y="106123"/>
                </a:lnTo>
                <a:close/>
                <a:moveTo>
                  <a:pt x="142160" y="103928"/>
                </a:moveTo>
                <a:cubicBezTo>
                  <a:pt x="142288" y="104107"/>
                  <a:pt x="142467" y="104234"/>
                  <a:pt x="142696" y="104260"/>
                </a:cubicBezTo>
                <a:lnTo>
                  <a:pt x="142696" y="109492"/>
                </a:lnTo>
                <a:lnTo>
                  <a:pt x="129833" y="109492"/>
                </a:lnTo>
                <a:cubicBezTo>
                  <a:pt x="129833" y="109466"/>
                  <a:pt x="129833" y="109441"/>
                  <a:pt x="129807" y="109415"/>
                </a:cubicBezTo>
                <a:lnTo>
                  <a:pt x="142160" y="103928"/>
                </a:lnTo>
                <a:close/>
                <a:moveTo>
                  <a:pt x="944" y="1"/>
                </a:moveTo>
                <a:cubicBezTo>
                  <a:pt x="638" y="1"/>
                  <a:pt x="383" y="256"/>
                  <a:pt x="383" y="588"/>
                </a:cubicBezTo>
                <a:cubicBezTo>
                  <a:pt x="383" y="868"/>
                  <a:pt x="587" y="1098"/>
                  <a:pt x="842" y="1149"/>
                </a:cubicBezTo>
                <a:lnTo>
                  <a:pt x="842" y="16462"/>
                </a:lnTo>
                <a:cubicBezTo>
                  <a:pt x="357" y="16514"/>
                  <a:pt x="0" y="16922"/>
                  <a:pt x="0" y="17407"/>
                </a:cubicBezTo>
                <a:cubicBezTo>
                  <a:pt x="0" y="17892"/>
                  <a:pt x="357" y="18300"/>
                  <a:pt x="842" y="18351"/>
                </a:cubicBezTo>
                <a:lnTo>
                  <a:pt x="842" y="37748"/>
                </a:lnTo>
                <a:cubicBezTo>
                  <a:pt x="357" y="37799"/>
                  <a:pt x="0" y="38208"/>
                  <a:pt x="0" y="38693"/>
                </a:cubicBezTo>
                <a:cubicBezTo>
                  <a:pt x="0" y="39177"/>
                  <a:pt x="357" y="39560"/>
                  <a:pt x="842" y="39611"/>
                </a:cubicBezTo>
                <a:lnTo>
                  <a:pt x="842" y="62607"/>
                </a:lnTo>
                <a:cubicBezTo>
                  <a:pt x="357" y="62658"/>
                  <a:pt x="0" y="63066"/>
                  <a:pt x="0" y="63551"/>
                </a:cubicBezTo>
                <a:cubicBezTo>
                  <a:pt x="0" y="64036"/>
                  <a:pt x="357" y="64445"/>
                  <a:pt x="842" y="64496"/>
                </a:cubicBezTo>
                <a:lnTo>
                  <a:pt x="842" y="76057"/>
                </a:lnTo>
                <a:cubicBezTo>
                  <a:pt x="536" y="76108"/>
                  <a:pt x="306" y="76364"/>
                  <a:pt x="306" y="76695"/>
                </a:cubicBezTo>
                <a:cubicBezTo>
                  <a:pt x="306" y="77053"/>
                  <a:pt x="587" y="77333"/>
                  <a:pt x="944" y="77333"/>
                </a:cubicBezTo>
                <a:cubicBezTo>
                  <a:pt x="1225" y="77333"/>
                  <a:pt x="1455" y="77180"/>
                  <a:pt x="1557" y="76925"/>
                </a:cubicBezTo>
                <a:lnTo>
                  <a:pt x="27105" y="82821"/>
                </a:lnTo>
                <a:cubicBezTo>
                  <a:pt x="27105" y="82872"/>
                  <a:pt x="27079" y="82897"/>
                  <a:pt x="27079" y="82923"/>
                </a:cubicBezTo>
                <a:cubicBezTo>
                  <a:pt x="27079" y="83459"/>
                  <a:pt x="27513" y="83867"/>
                  <a:pt x="28024" y="83867"/>
                </a:cubicBezTo>
                <a:cubicBezTo>
                  <a:pt x="28458" y="83867"/>
                  <a:pt x="28815" y="83586"/>
                  <a:pt x="28943" y="83204"/>
                </a:cubicBezTo>
                <a:lnTo>
                  <a:pt x="45711" y="86598"/>
                </a:lnTo>
                <a:cubicBezTo>
                  <a:pt x="45711" y="86598"/>
                  <a:pt x="45711" y="86624"/>
                  <a:pt x="45711" y="86624"/>
                </a:cubicBezTo>
                <a:cubicBezTo>
                  <a:pt x="45711" y="86955"/>
                  <a:pt x="45992" y="87236"/>
                  <a:pt x="46323" y="87236"/>
                </a:cubicBezTo>
                <a:cubicBezTo>
                  <a:pt x="46425" y="87236"/>
                  <a:pt x="46502" y="87211"/>
                  <a:pt x="46579" y="87185"/>
                </a:cubicBezTo>
                <a:lnTo>
                  <a:pt x="52449" y="96424"/>
                </a:lnTo>
                <a:cubicBezTo>
                  <a:pt x="52219" y="96577"/>
                  <a:pt x="52091" y="96858"/>
                  <a:pt x="52091" y="97139"/>
                </a:cubicBezTo>
                <a:cubicBezTo>
                  <a:pt x="52091" y="97675"/>
                  <a:pt x="52500" y="98083"/>
                  <a:pt x="53036" y="98083"/>
                </a:cubicBezTo>
                <a:cubicBezTo>
                  <a:pt x="53163" y="98083"/>
                  <a:pt x="53317" y="98058"/>
                  <a:pt x="53444" y="97981"/>
                </a:cubicBezTo>
                <a:lnTo>
                  <a:pt x="60846" y="109619"/>
                </a:lnTo>
                <a:lnTo>
                  <a:pt x="60820" y="109696"/>
                </a:lnTo>
                <a:lnTo>
                  <a:pt x="60871" y="109696"/>
                </a:lnTo>
                <a:lnTo>
                  <a:pt x="60999" y="109900"/>
                </a:lnTo>
                <a:lnTo>
                  <a:pt x="61024" y="109696"/>
                </a:lnTo>
                <a:lnTo>
                  <a:pt x="80932" y="109696"/>
                </a:lnTo>
                <a:lnTo>
                  <a:pt x="80932" y="109773"/>
                </a:lnTo>
                <a:lnTo>
                  <a:pt x="81008" y="109747"/>
                </a:lnTo>
                <a:lnTo>
                  <a:pt x="81136" y="109977"/>
                </a:lnTo>
                <a:lnTo>
                  <a:pt x="81136" y="109696"/>
                </a:lnTo>
                <a:lnTo>
                  <a:pt x="128506" y="109696"/>
                </a:lnTo>
                <a:cubicBezTo>
                  <a:pt x="128531" y="110028"/>
                  <a:pt x="128812" y="110283"/>
                  <a:pt x="129169" y="110283"/>
                </a:cubicBezTo>
                <a:cubicBezTo>
                  <a:pt x="129501" y="110283"/>
                  <a:pt x="129782" y="110028"/>
                  <a:pt x="129807" y="109696"/>
                </a:cubicBezTo>
                <a:lnTo>
                  <a:pt x="142875" y="109696"/>
                </a:lnTo>
                <a:lnTo>
                  <a:pt x="142875" y="104260"/>
                </a:lnTo>
                <a:cubicBezTo>
                  <a:pt x="143232" y="104209"/>
                  <a:pt x="143513" y="103902"/>
                  <a:pt x="143513" y="103545"/>
                </a:cubicBezTo>
                <a:cubicBezTo>
                  <a:pt x="143513" y="103188"/>
                  <a:pt x="143232" y="102881"/>
                  <a:pt x="142875" y="102830"/>
                </a:cubicBezTo>
                <a:lnTo>
                  <a:pt x="142875" y="82642"/>
                </a:lnTo>
                <a:lnTo>
                  <a:pt x="142875" y="82438"/>
                </a:lnTo>
                <a:lnTo>
                  <a:pt x="142875" y="77997"/>
                </a:lnTo>
                <a:lnTo>
                  <a:pt x="142875" y="77716"/>
                </a:lnTo>
                <a:lnTo>
                  <a:pt x="142875" y="55180"/>
                </a:lnTo>
                <a:cubicBezTo>
                  <a:pt x="143360" y="55129"/>
                  <a:pt x="143717" y="54721"/>
                  <a:pt x="143717" y="54236"/>
                </a:cubicBezTo>
                <a:cubicBezTo>
                  <a:pt x="143717" y="53725"/>
                  <a:pt x="143309" y="53291"/>
                  <a:pt x="142773" y="53291"/>
                </a:cubicBezTo>
                <a:cubicBezTo>
                  <a:pt x="142262" y="53291"/>
                  <a:pt x="141829" y="53725"/>
                  <a:pt x="141829" y="54236"/>
                </a:cubicBezTo>
                <a:cubicBezTo>
                  <a:pt x="141829" y="54516"/>
                  <a:pt x="141956" y="54746"/>
                  <a:pt x="142135" y="54925"/>
                </a:cubicBezTo>
                <a:lnTo>
                  <a:pt x="127791" y="73046"/>
                </a:lnTo>
                <a:lnTo>
                  <a:pt x="120160" y="61637"/>
                </a:lnTo>
                <a:cubicBezTo>
                  <a:pt x="120288" y="61510"/>
                  <a:pt x="120390" y="61305"/>
                  <a:pt x="120390" y="61101"/>
                </a:cubicBezTo>
                <a:cubicBezTo>
                  <a:pt x="120390" y="60693"/>
                  <a:pt x="120058" y="60361"/>
                  <a:pt x="119675" y="60361"/>
                </a:cubicBezTo>
                <a:cubicBezTo>
                  <a:pt x="119394" y="60361"/>
                  <a:pt x="119190" y="60489"/>
                  <a:pt x="119037" y="60693"/>
                </a:cubicBezTo>
                <a:lnTo>
                  <a:pt x="99283" y="51428"/>
                </a:lnTo>
                <a:cubicBezTo>
                  <a:pt x="99308" y="51326"/>
                  <a:pt x="99334" y="51224"/>
                  <a:pt x="99334" y="51122"/>
                </a:cubicBezTo>
                <a:cubicBezTo>
                  <a:pt x="99334" y="50586"/>
                  <a:pt x="98900" y="50178"/>
                  <a:pt x="98389" y="50178"/>
                </a:cubicBezTo>
                <a:cubicBezTo>
                  <a:pt x="97879" y="50178"/>
                  <a:pt x="97445" y="50612"/>
                  <a:pt x="97445" y="51122"/>
                </a:cubicBezTo>
                <a:cubicBezTo>
                  <a:pt x="97445" y="51250"/>
                  <a:pt x="97470" y="51377"/>
                  <a:pt x="97522" y="51505"/>
                </a:cubicBezTo>
                <a:lnTo>
                  <a:pt x="80957" y="60999"/>
                </a:lnTo>
                <a:lnTo>
                  <a:pt x="75955" y="58804"/>
                </a:lnTo>
                <a:cubicBezTo>
                  <a:pt x="75955" y="58779"/>
                  <a:pt x="75981" y="58728"/>
                  <a:pt x="75981" y="58677"/>
                </a:cubicBezTo>
                <a:cubicBezTo>
                  <a:pt x="75981" y="58370"/>
                  <a:pt x="75725" y="58115"/>
                  <a:pt x="75419" y="58115"/>
                </a:cubicBezTo>
                <a:cubicBezTo>
                  <a:pt x="75266" y="58115"/>
                  <a:pt x="75138" y="58166"/>
                  <a:pt x="75036" y="58268"/>
                </a:cubicBezTo>
                <a:lnTo>
                  <a:pt x="54235" y="42061"/>
                </a:lnTo>
                <a:cubicBezTo>
                  <a:pt x="54312" y="41934"/>
                  <a:pt x="54363" y="41755"/>
                  <a:pt x="54363" y="41577"/>
                </a:cubicBezTo>
                <a:cubicBezTo>
                  <a:pt x="54363" y="41041"/>
                  <a:pt x="53955" y="40632"/>
                  <a:pt x="53419" y="40632"/>
                </a:cubicBezTo>
                <a:cubicBezTo>
                  <a:pt x="53342" y="40632"/>
                  <a:pt x="53265" y="40632"/>
                  <a:pt x="53189" y="40658"/>
                </a:cubicBezTo>
                <a:lnTo>
                  <a:pt x="46732" y="24247"/>
                </a:lnTo>
                <a:cubicBezTo>
                  <a:pt x="47012" y="24119"/>
                  <a:pt x="47191" y="23838"/>
                  <a:pt x="47191" y="23507"/>
                </a:cubicBezTo>
                <a:cubicBezTo>
                  <a:pt x="47191" y="23047"/>
                  <a:pt x="46808" y="22664"/>
                  <a:pt x="46349" y="22664"/>
                </a:cubicBezTo>
                <a:cubicBezTo>
                  <a:pt x="45889" y="22664"/>
                  <a:pt x="45507" y="23022"/>
                  <a:pt x="45481" y="23456"/>
                </a:cubicBezTo>
                <a:lnTo>
                  <a:pt x="20265" y="25064"/>
                </a:lnTo>
                <a:lnTo>
                  <a:pt x="18325" y="17534"/>
                </a:lnTo>
                <a:cubicBezTo>
                  <a:pt x="18529" y="17432"/>
                  <a:pt x="18708" y="17203"/>
                  <a:pt x="18708" y="16947"/>
                </a:cubicBezTo>
                <a:cubicBezTo>
                  <a:pt x="18708" y="16590"/>
                  <a:pt x="18402" y="16309"/>
                  <a:pt x="18070" y="16309"/>
                </a:cubicBezTo>
                <a:cubicBezTo>
                  <a:pt x="17917" y="16309"/>
                  <a:pt x="17789" y="16360"/>
                  <a:pt x="17687" y="16437"/>
                </a:cubicBezTo>
                <a:lnTo>
                  <a:pt x="1429" y="894"/>
                </a:lnTo>
                <a:cubicBezTo>
                  <a:pt x="1480" y="817"/>
                  <a:pt x="1506" y="690"/>
                  <a:pt x="1506" y="588"/>
                </a:cubicBezTo>
                <a:cubicBezTo>
                  <a:pt x="1506" y="256"/>
                  <a:pt x="1251" y="1"/>
                  <a:pt x="9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39"/>
          </a:p>
        </p:txBody>
      </p:sp>
      <p:sp>
        <p:nvSpPr>
          <p:cNvPr id="98" name="Google Shape;98;p13"/>
          <p:cNvSpPr txBox="1">
            <a:spLocks noGrp="1"/>
          </p:cNvSpPr>
          <p:nvPr>
            <p:ph type="title" idx="15"/>
          </p:nvPr>
        </p:nvSpPr>
        <p:spPr>
          <a:xfrm>
            <a:off x="1150875" y="712727"/>
            <a:ext cx="12314363" cy="9172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22"/>
          <p:cNvGrpSpPr/>
          <p:nvPr/>
        </p:nvGrpSpPr>
        <p:grpSpPr>
          <a:xfrm>
            <a:off x="72" y="81"/>
            <a:ext cx="1150683" cy="8237360"/>
            <a:chOff x="41" y="56"/>
            <a:chExt cx="1581110" cy="5143389"/>
          </a:xfrm>
        </p:grpSpPr>
        <p:sp>
          <p:nvSpPr>
            <p:cNvPr id="165" name="Google Shape;165;p22"/>
            <p:cNvSpPr/>
            <p:nvPr/>
          </p:nvSpPr>
          <p:spPr>
            <a:xfrm rot="5400000">
              <a:off x="-1781053" y="1781241"/>
              <a:ext cx="5143297" cy="1581110"/>
            </a:xfrm>
            <a:custGeom>
              <a:avLst/>
              <a:gdLst/>
              <a:ahLst/>
              <a:cxnLst/>
              <a:rect l="l" t="t" r="r" b="b"/>
              <a:pathLst>
                <a:path w="172913" h="39839" extrusionOk="0">
                  <a:moveTo>
                    <a:pt x="172913" y="1"/>
                  </a:moveTo>
                  <a:lnTo>
                    <a:pt x="0" y="16958"/>
                  </a:lnTo>
                  <a:lnTo>
                    <a:pt x="0" y="39839"/>
                  </a:lnTo>
                  <a:lnTo>
                    <a:pt x="172913" y="39839"/>
                  </a:lnTo>
                  <a:lnTo>
                    <a:pt x="17291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39"/>
            </a:p>
          </p:txBody>
        </p:sp>
        <p:sp>
          <p:nvSpPr>
            <p:cNvPr id="166" name="Google Shape;166;p22"/>
            <p:cNvSpPr/>
            <p:nvPr/>
          </p:nvSpPr>
          <p:spPr>
            <a:xfrm rot="5400000" flipH="1">
              <a:off x="-1781053" y="1781149"/>
              <a:ext cx="5143297" cy="1581110"/>
            </a:xfrm>
            <a:custGeom>
              <a:avLst/>
              <a:gdLst/>
              <a:ahLst/>
              <a:cxnLst/>
              <a:rect l="l" t="t" r="r" b="b"/>
              <a:pathLst>
                <a:path w="172913" h="39839" extrusionOk="0">
                  <a:moveTo>
                    <a:pt x="172913" y="1"/>
                  </a:moveTo>
                  <a:lnTo>
                    <a:pt x="0" y="16958"/>
                  </a:lnTo>
                  <a:lnTo>
                    <a:pt x="0" y="39839"/>
                  </a:lnTo>
                  <a:lnTo>
                    <a:pt x="172913" y="39839"/>
                  </a:lnTo>
                  <a:lnTo>
                    <a:pt x="17291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39"/>
            </a:p>
          </p:txBody>
        </p:sp>
      </p:grpSp>
      <p:sp>
        <p:nvSpPr>
          <p:cNvPr id="167" name="Google Shape;167;p22"/>
          <p:cNvSpPr/>
          <p:nvPr/>
        </p:nvSpPr>
        <p:spPr>
          <a:xfrm rot="-1245301" flipH="1">
            <a:off x="7256170" y="2431568"/>
            <a:ext cx="11265061" cy="8661119"/>
          </a:xfrm>
          <a:custGeom>
            <a:avLst/>
            <a:gdLst/>
            <a:ahLst/>
            <a:cxnLst/>
            <a:rect l="l" t="t" r="r" b="b"/>
            <a:pathLst>
              <a:path w="143718" h="110283" extrusionOk="0">
                <a:moveTo>
                  <a:pt x="1276" y="1047"/>
                </a:moveTo>
                <a:lnTo>
                  <a:pt x="17534" y="16565"/>
                </a:lnTo>
                <a:cubicBezTo>
                  <a:pt x="17483" y="16667"/>
                  <a:pt x="17457" y="16743"/>
                  <a:pt x="17432" y="16845"/>
                </a:cubicBezTo>
                <a:lnTo>
                  <a:pt x="1889" y="17279"/>
                </a:lnTo>
                <a:cubicBezTo>
                  <a:pt x="1812" y="16845"/>
                  <a:pt x="1480" y="16514"/>
                  <a:pt x="1046" y="16462"/>
                </a:cubicBezTo>
                <a:lnTo>
                  <a:pt x="1046" y="1149"/>
                </a:lnTo>
                <a:cubicBezTo>
                  <a:pt x="1123" y="1124"/>
                  <a:pt x="1225" y="1098"/>
                  <a:pt x="1276" y="1047"/>
                </a:cubicBezTo>
                <a:close/>
                <a:moveTo>
                  <a:pt x="17432" y="17050"/>
                </a:moveTo>
                <a:cubicBezTo>
                  <a:pt x="17457" y="17177"/>
                  <a:pt x="17508" y="17279"/>
                  <a:pt x="17585" y="17381"/>
                </a:cubicBezTo>
                <a:lnTo>
                  <a:pt x="11638" y="24936"/>
                </a:lnTo>
                <a:cubicBezTo>
                  <a:pt x="11485" y="24859"/>
                  <a:pt x="11306" y="24808"/>
                  <a:pt x="11128" y="24808"/>
                </a:cubicBezTo>
                <a:cubicBezTo>
                  <a:pt x="10873" y="24808"/>
                  <a:pt x="10643" y="24910"/>
                  <a:pt x="10464" y="25064"/>
                </a:cubicBezTo>
                <a:lnTo>
                  <a:pt x="1736" y="17917"/>
                </a:lnTo>
                <a:cubicBezTo>
                  <a:pt x="1812" y="17790"/>
                  <a:pt x="1863" y="17637"/>
                  <a:pt x="1889" y="17483"/>
                </a:cubicBezTo>
                <a:lnTo>
                  <a:pt x="17432" y="17050"/>
                </a:lnTo>
                <a:close/>
                <a:moveTo>
                  <a:pt x="17764" y="17483"/>
                </a:moveTo>
                <a:cubicBezTo>
                  <a:pt x="17840" y="17534"/>
                  <a:pt x="17942" y="17585"/>
                  <a:pt x="18070" y="17585"/>
                </a:cubicBezTo>
                <a:cubicBezTo>
                  <a:pt x="18070" y="17585"/>
                  <a:pt x="18095" y="17560"/>
                  <a:pt x="18121" y="17560"/>
                </a:cubicBezTo>
                <a:lnTo>
                  <a:pt x="20061" y="25089"/>
                </a:lnTo>
                <a:lnTo>
                  <a:pt x="12047" y="25574"/>
                </a:lnTo>
                <a:cubicBezTo>
                  <a:pt x="12021" y="25395"/>
                  <a:pt x="11919" y="25191"/>
                  <a:pt x="11791" y="25064"/>
                </a:cubicBezTo>
                <a:lnTo>
                  <a:pt x="17764" y="17483"/>
                </a:lnTo>
                <a:close/>
                <a:moveTo>
                  <a:pt x="20112" y="25268"/>
                </a:moveTo>
                <a:lnTo>
                  <a:pt x="22460" y="34405"/>
                </a:lnTo>
                <a:cubicBezTo>
                  <a:pt x="22332" y="34456"/>
                  <a:pt x="22230" y="34507"/>
                  <a:pt x="22128" y="34609"/>
                </a:cubicBezTo>
                <a:lnTo>
                  <a:pt x="14726" y="28560"/>
                </a:lnTo>
                <a:lnTo>
                  <a:pt x="11919" y="26263"/>
                </a:lnTo>
                <a:cubicBezTo>
                  <a:pt x="12021" y="26135"/>
                  <a:pt x="12072" y="25957"/>
                  <a:pt x="12072" y="25778"/>
                </a:cubicBezTo>
                <a:lnTo>
                  <a:pt x="20112" y="25268"/>
                </a:lnTo>
                <a:close/>
                <a:moveTo>
                  <a:pt x="45507" y="23660"/>
                </a:moveTo>
                <a:cubicBezTo>
                  <a:pt x="45507" y="23711"/>
                  <a:pt x="45532" y="23762"/>
                  <a:pt x="45532" y="23787"/>
                </a:cubicBezTo>
                <a:lnTo>
                  <a:pt x="23583" y="34762"/>
                </a:lnTo>
                <a:cubicBezTo>
                  <a:pt x="23404" y="34507"/>
                  <a:pt x="23123" y="34328"/>
                  <a:pt x="22792" y="34328"/>
                </a:cubicBezTo>
                <a:cubicBezTo>
                  <a:pt x="22741" y="34328"/>
                  <a:pt x="22690" y="34328"/>
                  <a:pt x="22664" y="34354"/>
                </a:cubicBezTo>
                <a:lnTo>
                  <a:pt x="20316" y="25242"/>
                </a:lnTo>
                <a:lnTo>
                  <a:pt x="45507" y="23660"/>
                </a:lnTo>
                <a:close/>
                <a:moveTo>
                  <a:pt x="45634" y="23966"/>
                </a:moveTo>
                <a:cubicBezTo>
                  <a:pt x="45634" y="23992"/>
                  <a:pt x="45634" y="23992"/>
                  <a:pt x="45634" y="23992"/>
                </a:cubicBezTo>
                <a:lnTo>
                  <a:pt x="30908" y="36855"/>
                </a:lnTo>
                <a:lnTo>
                  <a:pt x="23736" y="35375"/>
                </a:lnTo>
                <a:cubicBezTo>
                  <a:pt x="23736" y="35349"/>
                  <a:pt x="23736" y="35298"/>
                  <a:pt x="23736" y="35273"/>
                </a:cubicBezTo>
                <a:cubicBezTo>
                  <a:pt x="23736" y="35170"/>
                  <a:pt x="23710" y="35043"/>
                  <a:pt x="23685" y="34941"/>
                </a:cubicBezTo>
                <a:lnTo>
                  <a:pt x="45634" y="23966"/>
                </a:lnTo>
                <a:close/>
                <a:moveTo>
                  <a:pt x="1608" y="18070"/>
                </a:moveTo>
                <a:lnTo>
                  <a:pt x="10337" y="25217"/>
                </a:lnTo>
                <a:cubicBezTo>
                  <a:pt x="10235" y="25370"/>
                  <a:pt x="10183" y="25548"/>
                  <a:pt x="10183" y="25753"/>
                </a:cubicBezTo>
                <a:cubicBezTo>
                  <a:pt x="10183" y="26008"/>
                  <a:pt x="10311" y="26238"/>
                  <a:pt x="10464" y="26416"/>
                </a:cubicBezTo>
                <a:lnTo>
                  <a:pt x="1455" y="37876"/>
                </a:lnTo>
                <a:cubicBezTo>
                  <a:pt x="1327" y="37799"/>
                  <a:pt x="1200" y="37774"/>
                  <a:pt x="1046" y="37748"/>
                </a:cubicBezTo>
                <a:lnTo>
                  <a:pt x="1046" y="18351"/>
                </a:lnTo>
                <a:cubicBezTo>
                  <a:pt x="1276" y="18326"/>
                  <a:pt x="1455" y="18224"/>
                  <a:pt x="1608" y="18070"/>
                </a:cubicBezTo>
                <a:close/>
                <a:moveTo>
                  <a:pt x="11791" y="26416"/>
                </a:moveTo>
                <a:lnTo>
                  <a:pt x="21924" y="34686"/>
                </a:lnTo>
                <a:lnTo>
                  <a:pt x="22000" y="34762"/>
                </a:lnTo>
                <a:cubicBezTo>
                  <a:pt x="21898" y="34915"/>
                  <a:pt x="21847" y="35094"/>
                  <a:pt x="21847" y="35273"/>
                </a:cubicBezTo>
                <a:cubicBezTo>
                  <a:pt x="21847" y="35298"/>
                  <a:pt x="21847" y="35324"/>
                  <a:pt x="21847" y="35324"/>
                </a:cubicBezTo>
                <a:lnTo>
                  <a:pt x="10822" y="37034"/>
                </a:lnTo>
                <a:lnTo>
                  <a:pt x="1863" y="38437"/>
                </a:lnTo>
                <a:cubicBezTo>
                  <a:pt x="1812" y="38284"/>
                  <a:pt x="1736" y="38131"/>
                  <a:pt x="1608" y="38003"/>
                </a:cubicBezTo>
                <a:lnTo>
                  <a:pt x="10643" y="26544"/>
                </a:lnTo>
                <a:cubicBezTo>
                  <a:pt x="10770" y="26620"/>
                  <a:pt x="10949" y="26697"/>
                  <a:pt x="11128" y="26697"/>
                </a:cubicBezTo>
                <a:cubicBezTo>
                  <a:pt x="11383" y="26697"/>
                  <a:pt x="11638" y="26569"/>
                  <a:pt x="11791" y="26416"/>
                </a:cubicBezTo>
                <a:close/>
                <a:moveTo>
                  <a:pt x="45762" y="24145"/>
                </a:moveTo>
                <a:cubicBezTo>
                  <a:pt x="45915" y="24272"/>
                  <a:pt x="46119" y="24349"/>
                  <a:pt x="46323" y="24349"/>
                </a:cubicBezTo>
                <a:cubicBezTo>
                  <a:pt x="46400" y="24349"/>
                  <a:pt x="46476" y="24349"/>
                  <a:pt x="46553" y="24323"/>
                </a:cubicBezTo>
                <a:lnTo>
                  <a:pt x="52985" y="40734"/>
                </a:lnTo>
                <a:cubicBezTo>
                  <a:pt x="52781" y="40836"/>
                  <a:pt x="52602" y="41041"/>
                  <a:pt x="52525" y="41270"/>
                </a:cubicBezTo>
                <a:lnTo>
                  <a:pt x="31163" y="36906"/>
                </a:lnTo>
                <a:lnTo>
                  <a:pt x="45762" y="24145"/>
                </a:lnTo>
                <a:close/>
                <a:moveTo>
                  <a:pt x="23685" y="35579"/>
                </a:moveTo>
                <a:lnTo>
                  <a:pt x="23813" y="35604"/>
                </a:lnTo>
                <a:lnTo>
                  <a:pt x="30729" y="37008"/>
                </a:lnTo>
                <a:lnTo>
                  <a:pt x="18836" y="47396"/>
                </a:lnTo>
                <a:cubicBezTo>
                  <a:pt x="18810" y="47370"/>
                  <a:pt x="18759" y="47345"/>
                  <a:pt x="18734" y="47319"/>
                </a:cubicBezTo>
                <a:lnTo>
                  <a:pt x="21158" y="40275"/>
                </a:lnTo>
                <a:lnTo>
                  <a:pt x="22562" y="36191"/>
                </a:lnTo>
                <a:cubicBezTo>
                  <a:pt x="22638" y="36217"/>
                  <a:pt x="22715" y="36217"/>
                  <a:pt x="22792" y="36217"/>
                </a:cubicBezTo>
                <a:cubicBezTo>
                  <a:pt x="23200" y="36217"/>
                  <a:pt x="23557" y="35962"/>
                  <a:pt x="23685" y="35579"/>
                </a:cubicBezTo>
                <a:close/>
                <a:moveTo>
                  <a:pt x="21873" y="35528"/>
                </a:moveTo>
                <a:cubicBezTo>
                  <a:pt x="21949" y="35783"/>
                  <a:pt x="22128" y="36013"/>
                  <a:pt x="22383" y="36140"/>
                </a:cubicBezTo>
                <a:lnTo>
                  <a:pt x="20980" y="40224"/>
                </a:lnTo>
                <a:lnTo>
                  <a:pt x="18555" y="47243"/>
                </a:lnTo>
                <a:lnTo>
                  <a:pt x="18453" y="47243"/>
                </a:lnTo>
                <a:cubicBezTo>
                  <a:pt x="18249" y="47243"/>
                  <a:pt x="18070" y="47345"/>
                  <a:pt x="17942" y="47498"/>
                </a:cubicBezTo>
                <a:lnTo>
                  <a:pt x="12404" y="44563"/>
                </a:lnTo>
                <a:lnTo>
                  <a:pt x="1812" y="39024"/>
                </a:lnTo>
                <a:cubicBezTo>
                  <a:pt x="1863" y="38922"/>
                  <a:pt x="1889" y="38820"/>
                  <a:pt x="1889" y="38693"/>
                </a:cubicBezTo>
                <a:cubicBezTo>
                  <a:pt x="1889" y="38667"/>
                  <a:pt x="1889" y="38641"/>
                  <a:pt x="1889" y="38641"/>
                </a:cubicBezTo>
                <a:lnTo>
                  <a:pt x="21873" y="35528"/>
                </a:lnTo>
                <a:close/>
                <a:moveTo>
                  <a:pt x="30959" y="37059"/>
                </a:moveTo>
                <a:lnTo>
                  <a:pt x="52474" y="41474"/>
                </a:lnTo>
                <a:cubicBezTo>
                  <a:pt x="52474" y="41500"/>
                  <a:pt x="52474" y="41551"/>
                  <a:pt x="52474" y="41577"/>
                </a:cubicBezTo>
                <a:cubicBezTo>
                  <a:pt x="52474" y="41602"/>
                  <a:pt x="52474" y="41602"/>
                  <a:pt x="52500" y="41628"/>
                </a:cubicBezTo>
                <a:lnTo>
                  <a:pt x="44282" y="43108"/>
                </a:lnTo>
                <a:lnTo>
                  <a:pt x="19014" y="47651"/>
                </a:lnTo>
                <a:cubicBezTo>
                  <a:pt x="18989" y="47600"/>
                  <a:pt x="18989" y="47574"/>
                  <a:pt x="18963" y="47523"/>
                </a:cubicBezTo>
                <a:lnTo>
                  <a:pt x="30959" y="37059"/>
                </a:lnTo>
                <a:close/>
                <a:moveTo>
                  <a:pt x="52653" y="42113"/>
                </a:moveTo>
                <a:cubicBezTo>
                  <a:pt x="52704" y="42189"/>
                  <a:pt x="52781" y="42240"/>
                  <a:pt x="52832" y="42317"/>
                </a:cubicBezTo>
                <a:lnTo>
                  <a:pt x="45992" y="53036"/>
                </a:lnTo>
                <a:cubicBezTo>
                  <a:pt x="45864" y="52985"/>
                  <a:pt x="45736" y="52934"/>
                  <a:pt x="45583" y="52934"/>
                </a:cubicBezTo>
                <a:cubicBezTo>
                  <a:pt x="45124" y="52934"/>
                  <a:pt x="44766" y="53240"/>
                  <a:pt x="44664" y="53623"/>
                </a:cubicBezTo>
                <a:lnTo>
                  <a:pt x="34864" y="52066"/>
                </a:lnTo>
                <a:lnTo>
                  <a:pt x="35604" y="51632"/>
                </a:lnTo>
                <a:lnTo>
                  <a:pt x="45966" y="45839"/>
                </a:lnTo>
                <a:lnTo>
                  <a:pt x="52653" y="42113"/>
                </a:lnTo>
                <a:close/>
                <a:moveTo>
                  <a:pt x="53010" y="42419"/>
                </a:moveTo>
                <a:cubicBezTo>
                  <a:pt x="53138" y="42470"/>
                  <a:pt x="53265" y="42521"/>
                  <a:pt x="53419" y="42521"/>
                </a:cubicBezTo>
                <a:cubicBezTo>
                  <a:pt x="53546" y="42521"/>
                  <a:pt x="53648" y="42495"/>
                  <a:pt x="53750" y="42444"/>
                </a:cubicBezTo>
                <a:lnTo>
                  <a:pt x="60616" y="56201"/>
                </a:lnTo>
                <a:lnTo>
                  <a:pt x="60616" y="56201"/>
                </a:lnTo>
                <a:lnTo>
                  <a:pt x="51709" y="54772"/>
                </a:lnTo>
                <a:lnTo>
                  <a:pt x="46502" y="53929"/>
                </a:lnTo>
                <a:cubicBezTo>
                  <a:pt x="46502" y="53904"/>
                  <a:pt x="46528" y="53904"/>
                  <a:pt x="46528" y="53878"/>
                </a:cubicBezTo>
                <a:cubicBezTo>
                  <a:pt x="46528" y="53572"/>
                  <a:pt x="46374" y="53317"/>
                  <a:pt x="46170" y="53138"/>
                </a:cubicBezTo>
                <a:lnTo>
                  <a:pt x="46579" y="52500"/>
                </a:lnTo>
                <a:lnTo>
                  <a:pt x="53010" y="42419"/>
                </a:lnTo>
                <a:close/>
                <a:moveTo>
                  <a:pt x="52525" y="41832"/>
                </a:moveTo>
                <a:cubicBezTo>
                  <a:pt x="52525" y="41857"/>
                  <a:pt x="52551" y="41908"/>
                  <a:pt x="52551" y="41934"/>
                </a:cubicBezTo>
                <a:lnTo>
                  <a:pt x="42163" y="47753"/>
                </a:lnTo>
                <a:lnTo>
                  <a:pt x="34557" y="51990"/>
                </a:lnTo>
                <a:lnTo>
                  <a:pt x="34430" y="51990"/>
                </a:lnTo>
                <a:lnTo>
                  <a:pt x="34455" y="52041"/>
                </a:lnTo>
                <a:lnTo>
                  <a:pt x="26901" y="56277"/>
                </a:lnTo>
                <a:lnTo>
                  <a:pt x="23557" y="58141"/>
                </a:lnTo>
                <a:cubicBezTo>
                  <a:pt x="23379" y="57911"/>
                  <a:pt x="23098" y="57732"/>
                  <a:pt x="22792" y="57732"/>
                </a:cubicBezTo>
                <a:cubicBezTo>
                  <a:pt x="22690" y="57732"/>
                  <a:pt x="22613" y="57758"/>
                  <a:pt x="22536" y="57783"/>
                </a:cubicBezTo>
                <a:lnTo>
                  <a:pt x="19857" y="51096"/>
                </a:lnTo>
                <a:lnTo>
                  <a:pt x="18759" y="48391"/>
                </a:lnTo>
                <a:cubicBezTo>
                  <a:pt x="18938" y="48263"/>
                  <a:pt x="19065" y="48085"/>
                  <a:pt x="19065" y="47855"/>
                </a:cubicBezTo>
                <a:lnTo>
                  <a:pt x="24987" y="46783"/>
                </a:lnTo>
                <a:lnTo>
                  <a:pt x="52525" y="41832"/>
                </a:lnTo>
                <a:close/>
                <a:moveTo>
                  <a:pt x="54108" y="42215"/>
                </a:moveTo>
                <a:lnTo>
                  <a:pt x="74909" y="58421"/>
                </a:lnTo>
                <a:cubicBezTo>
                  <a:pt x="74909" y="58447"/>
                  <a:pt x="74883" y="58472"/>
                  <a:pt x="74883" y="58498"/>
                </a:cubicBezTo>
                <a:lnTo>
                  <a:pt x="60871" y="56226"/>
                </a:lnTo>
                <a:lnTo>
                  <a:pt x="53929" y="42368"/>
                </a:lnTo>
                <a:cubicBezTo>
                  <a:pt x="54006" y="42317"/>
                  <a:pt x="54057" y="42266"/>
                  <a:pt x="54108" y="42215"/>
                </a:cubicBezTo>
                <a:close/>
                <a:moveTo>
                  <a:pt x="60973" y="56456"/>
                </a:moveTo>
                <a:lnTo>
                  <a:pt x="74858" y="58702"/>
                </a:lnTo>
                <a:lnTo>
                  <a:pt x="63321" y="61203"/>
                </a:lnTo>
                <a:lnTo>
                  <a:pt x="60973" y="56456"/>
                </a:lnTo>
                <a:close/>
                <a:moveTo>
                  <a:pt x="46476" y="54134"/>
                </a:moveTo>
                <a:lnTo>
                  <a:pt x="60718" y="56405"/>
                </a:lnTo>
                <a:lnTo>
                  <a:pt x="63117" y="61229"/>
                </a:lnTo>
                <a:lnTo>
                  <a:pt x="58447" y="62250"/>
                </a:lnTo>
                <a:cubicBezTo>
                  <a:pt x="58370" y="61969"/>
                  <a:pt x="58115" y="61790"/>
                  <a:pt x="57808" y="61790"/>
                </a:cubicBezTo>
                <a:cubicBezTo>
                  <a:pt x="57604" y="61790"/>
                  <a:pt x="57426" y="61867"/>
                  <a:pt x="57298" y="61995"/>
                </a:cubicBezTo>
                <a:lnTo>
                  <a:pt x="46400" y="54338"/>
                </a:lnTo>
                <a:cubicBezTo>
                  <a:pt x="46425" y="54261"/>
                  <a:pt x="46451" y="54185"/>
                  <a:pt x="46476" y="54134"/>
                </a:cubicBezTo>
                <a:close/>
                <a:moveTo>
                  <a:pt x="1736" y="39203"/>
                </a:moveTo>
                <a:lnTo>
                  <a:pt x="4543" y="40683"/>
                </a:lnTo>
                <a:lnTo>
                  <a:pt x="17866" y="47676"/>
                </a:lnTo>
                <a:cubicBezTo>
                  <a:pt x="17840" y="47727"/>
                  <a:pt x="17815" y="47779"/>
                  <a:pt x="17815" y="47855"/>
                </a:cubicBezTo>
                <a:cubicBezTo>
                  <a:pt x="17815" y="47983"/>
                  <a:pt x="17866" y="48085"/>
                  <a:pt x="17917" y="48187"/>
                </a:cubicBezTo>
                <a:lnTo>
                  <a:pt x="1940" y="62530"/>
                </a:lnTo>
                <a:lnTo>
                  <a:pt x="1582" y="62862"/>
                </a:lnTo>
                <a:cubicBezTo>
                  <a:pt x="1429" y="62735"/>
                  <a:pt x="1251" y="62633"/>
                  <a:pt x="1046" y="62607"/>
                </a:cubicBezTo>
                <a:lnTo>
                  <a:pt x="1046" y="39611"/>
                </a:lnTo>
                <a:cubicBezTo>
                  <a:pt x="1327" y="39586"/>
                  <a:pt x="1582" y="39433"/>
                  <a:pt x="1736" y="39203"/>
                </a:cubicBezTo>
                <a:close/>
                <a:moveTo>
                  <a:pt x="18070" y="48340"/>
                </a:moveTo>
                <a:cubicBezTo>
                  <a:pt x="18172" y="48417"/>
                  <a:pt x="18300" y="48468"/>
                  <a:pt x="18453" y="48468"/>
                </a:cubicBezTo>
                <a:lnTo>
                  <a:pt x="18580" y="48468"/>
                </a:lnTo>
                <a:lnTo>
                  <a:pt x="22358" y="57860"/>
                </a:lnTo>
                <a:cubicBezTo>
                  <a:pt x="22051" y="58013"/>
                  <a:pt x="21847" y="58319"/>
                  <a:pt x="21847" y="58677"/>
                </a:cubicBezTo>
                <a:cubicBezTo>
                  <a:pt x="21847" y="58728"/>
                  <a:pt x="21847" y="58753"/>
                  <a:pt x="21847" y="58779"/>
                </a:cubicBezTo>
                <a:lnTo>
                  <a:pt x="1838" y="63245"/>
                </a:lnTo>
                <a:cubicBezTo>
                  <a:pt x="1812" y="63169"/>
                  <a:pt x="1761" y="63066"/>
                  <a:pt x="1710" y="62990"/>
                </a:cubicBezTo>
                <a:lnTo>
                  <a:pt x="7019" y="58243"/>
                </a:lnTo>
                <a:lnTo>
                  <a:pt x="18070" y="48340"/>
                </a:lnTo>
                <a:close/>
                <a:moveTo>
                  <a:pt x="46272" y="54491"/>
                </a:moveTo>
                <a:lnTo>
                  <a:pt x="57196" y="62173"/>
                </a:lnTo>
                <a:cubicBezTo>
                  <a:pt x="57145" y="62275"/>
                  <a:pt x="57119" y="62377"/>
                  <a:pt x="57119" y="62479"/>
                </a:cubicBezTo>
                <a:cubicBezTo>
                  <a:pt x="57119" y="62505"/>
                  <a:pt x="57119" y="62505"/>
                  <a:pt x="57119" y="62530"/>
                </a:cubicBezTo>
                <a:lnTo>
                  <a:pt x="46732" y="64776"/>
                </a:lnTo>
                <a:cubicBezTo>
                  <a:pt x="46604" y="64419"/>
                  <a:pt x="46298" y="64164"/>
                  <a:pt x="45915" y="64113"/>
                </a:cubicBezTo>
                <a:lnTo>
                  <a:pt x="45685" y="54823"/>
                </a:lnTo>
                <a:cubicBezTo>
                  <a:pt x="45915" y="54797"/>
                  <a:pt x="46145" y="54670"/>
                  <a:pt x="46272" y="54491"/>
                </a:cubicBezTo>
                <a:close/>
                <a:moveTo>
                  <a:pt x="99206" y="51607"/>
                </a:moveTo>
                <a:lnTo>
                  <a:pt x="118960" y="60872"/>
                </a:lnTo>
                <a:cubicBezTo>
                  <a:pt x="118935" y="60948"/>
                  <a:pt x="118935" y="61025"/>
                  <a:pt x="118935" y="61101"/>
                </a:cubicBezTo>
                <a:cubicBezTo>
                  <a:pt x="118935" y="61127"/>
                  <a:pt x="118935" y="61127"/>
                  <a:pt x="118935" y="61152"/>
                </a:cubicBezTo>
                <a:lnTo>
                  <a:pt x="103009" y="64802"/>
                </a:lnTo>
                <a:lnTo>
                  <a:pt x="98772" y="51990"/>
                </a:lnTo>
                <a:cubicBezTo>
                  <a:pt x="98951" y="51913"/>
                  <a:pt x="99104" y="51760"/>
                  <a:pt x="99206" y="51607"/>
                </a:cubicBezTo>
                <a:close/>
                <a:moveTo>
                  <a:pt x="34685" y="52219"/>
                </a:moveTo>
                <a:lnTo>
                  <a:pt x="44639" y="53827"/>
                </a:lnTo>
                <a:cubicBezTo>
                  <a:pt x="44639" y="53853"/>
                  <a:pt x="44639" y="53853"/>
                  <a:pt x="44639" y="53878"/>
                </a:cubicBezTo>
                <a:cubicBezTo>
                  <a:pt x="44639" y="54185"/>
                  <a:pt x="44766" y="54440"/>
                  <a:pt x="44996" y="54619"/>
                </a:cubicBezTo>
                <a:lnTo>
                  <a:pt x="40989" y="60897"/>
                </a:lnTo>
                <a:lnTo>
                  <a:pt x="37493" y="66333"/>
                </a:lnTo>
                <a:cubicBezTo>
                  <a:pt x="37416" y="66308"/>
                  <a:pt x="37339" y="66282"/>
                  <a:pt x="37237" y="66257"/>
                </a:cubicBezTo>
                <a:lnTo>
                  <a:pt x="34685" y="52219"/>
                </a:lnTo>
                <a:close/>
                <a:moveTo>
                  <a:pt x="34481" y="52270"/>
                </a:moveTo>
                <a:lnTo>
                  <a:pt x="37033" y="66282"/>
                </a:lnTo>
                <a:cubicBezTo>
                  <a:pt x="36906" y="66308"/>
                  <a:pt x="36778" y="66359"/>
                  <a:pt x="36676" y="66461"/>
                </a:cubicBezTo>
                <a:lnTo>
                  <a:pt x="23659" y="59059"/>
                </a:lnTo>
                <a:cubicBezTo>
                  <a:pt x="23710" y="58957"/>
                  <a:pt x="23736" y="58830"/>
                  <a:pt x="23736" y="58677"/>
                </a:cubicBezTo>
                <a:cubicBezTo>
                  <a:pt x="23736" y="58549"/>
                  <a:pt x="23710" y="58421"/>
                  <a:pt x="23659" y="58319"/>
                </a:cubicBezTo>
                <a:lnTo>
                  <a:pt x="34481" y="52270"/>
                </a:lnTo>
                <a:close/>
                <a:moveTo>
                  <a:pt x="97624" y="51683"/>
                </a:moveTo>
                <a:cubicBezTo>
                  <a:pt x="97726" y="51811"/>
                  <a:pt x="97879" y="51939"/>
                  <a:pt x="98057" y="51990"/>
                </a:cubicBezTo>
                <a:lnTo>
                  <a:pt x="94229" y="66206"/>
                </a:lnTo>
                <a:lnTo>
                  <a:pt x="94127" y="66206"/>
                </a:lnTo>
                <a:cubicBezTo>
                  <a:pt x="93872" y="66206"/>
                  <a:pt x="93668" y="66333"/>
                  <a:pt x="93540" y="66538"/>
                </a:cubicBezTo>
                <a:lnTo>
                  <a:pt x="81162" y="61101"/>
                </a:lnTo>
                <a:lnTo>
                  <a:pt x="97624" y="51683"/>
                </a:lnTo>
                <a:close/>
                <a:moveTo>
                  <a:pt x="98593" y="52041"/>
                </a:moveTo>
                <a:lnTo>
                  <a:pt x="102805" y="64828"/>
                </a:lnTo>
                <a:lnTo>
                  <a:pt x="94791" y="66665"/>
                </a:lnTo>
                <a:cubicBezTo>
                  <a:pt x="94714" y="66486"/>
                  <a:pt x="94586" y="66333"/>
                  <a:pt x="94408" y="66257"/>
                </a:cubicBezTo>
                <a:lnTo>
                  <a:pt x="98236" y="52041"/>
                </a:lnTo>
                <a:cubicBezTo>
                  <a:pt x="98287" y="52066"/>
                  <a:pt x="98338" y="52066"/>
                  <a:pt x="98389" y="52066"/>
                </a:cubicBezTo>
                <a:cubicBezTo>
                  <a:pt x="98466" y="52066"/>
                  <a:pt x="98517" y="52066"/>
                  <a:pt x="98593" y="52041"/>
                </a:cubicBezTo>
                <a:close/>
                <a:moveTo>
                  <a:pt x="45149" y="54721"/>
                </a:moveTo>
                <a:cubicBezTo>
                  <a:pt x="45251" y="54772"/>
                  <a:pt x="45379" y="54797"/>
                  <a:pt x="45507" y="54823"/>
                </a:cubicBezTo>
                <a:lnTo>
                  <a:pt x="45711" y="64138"/>
                </a:lnTo>
                <a:cubicBezTo>
                  <a:pt x="45251" y="64189"/>
                  <a:pt x="44894" y="64572"/>
                  <a:pt x="44894" y="65057"/>
                </a:cubicBezTo>
                <a:cubicBezTo>
                  <a:pt x="44894" y="65108"/>
                  <a:pt x="44894" y="65134"/>
                  <a:pt x="44894" y="65159"/>
                </a:cubicBezTo>
                <a:lnTo>
                  <a:pt x="37850" y="66691"/>
                </a:lnTo>
                <a:cubicBezTo>
                  <a:pt x="37799" y="66589"/>
                  <a:pt x="37748" y="66512"/>
                  <a:pt x="37671" y="66461"/>
                </a:cubicBezTo>
                <a:lnTo>
                  <a:pt x="40223" y="62454"/>
                </a:lnTo>
                <a:lnTo>
                  <a:pt x="45149" y="54721"/>
                </a:lnTo>
                <a:close/>
                <a:moveTo>
                  <a:pt x="74909" y="58906"/>
                </a:moveTo>
                <a:cubicBezTo>
                  <a:pt x="74909" y="58957"/>
                  <a:pt x="74960" y="59008"/>
                  <a:pt x="74985" y="59059"/>
                </a:cubicBezTo>
                <a:lnTo>
                  <a:pt x="67635" y="68248"/>
                </a:lnTo>
                <a:cubicBezTo>
                  <a:pt x="67507" y="68145"/>
                  <a:pt x="67328" y="68094"/>
                  <a:pt x="67150" y="68094"/>
                </a:cubicBezTo>
                <a:cubicBezTo>
                  <a:pt x="67022" y="68094"/>
                  <a:pt x="66920" y="68120"/>
                  <a:pt x="66818" y="68145"/>
                </a:cubicBezTo>
                <a:lnTo>
                  <a:pt x="63423" y="61382"/>
                </a:lnTo>
                <a:lnTo>
                  <a:pt x="74909" y="58906"/>
                </a:lnTo>
                <a:close/>
                <a:moveTo>
                  <a:pt x="63219" y="61408"/>
                </a:moveTo>
                <a:lnTo>
                  <a:pt x="66614" y="68248"/>
                </a:lnTo>
                <a:cubicBezTo>
                  <a:pt x="66563" y="68299"/>
                  <a:pt x="66486" y="68350"/>
                  <a:pt x="66435" y="68426"/>
                </a:cubicBezTo>
                <a:lnTo>
                  <a:pt x="58421" y="62786"/>
                </a:lnTo>
                <a:cubicBezTo>
                  <a:pt x="58472" y="62709"/>
                  <a:pt x="58498" y="62582"/>
                  <a:pt x="58498" y="62479"/>
                </a:cubicBezTo>
                <a:cubicBezTo>
                  <a:pt x="58498" y="62454"/>
                  <a:pt x="58498" y="62454"/>
                  <a:pt x="58498" y="62428"/>
                </a:cubicBezTo>
                <a:lnTo>
                  <a:pt x="63219" y="61408"/>
                </a:lnTo>
                <a:close/>
                <a:moveTo>
                  <a:pt x="75878" y="59008"/>
                </a:moveTo>
                <a:lnTo>
                  <a:pt x="80728" y="61127"/>
                </a:lnTo>
                <a:lnTo>
                  <a:pt x="67915" y="68477"/>
                </a:lnTo>
                <a:cubicBezTo>
                  <a:pt x="67864" y="68452"/>
                  <a:pt x="67839" y="68401"/>
                  <a:pt x="67813" y="68375"/>
                </a:cubicBezTo>
                <a:lnTo>
                  <a:pt x="75138" y="59187"/>
                </a:lnTo>
                <a:cubicBezTo>
                  <a:pt x="75215" y="59213"/>
                  <a:pt x="75317" y="59238"/>
                  <a:pt x="75419" y="59238"/>
                </a:cubicBezTo>
                <a:cubicBezTo>
                  <a:pt x="75598" y="59238"/>
                  <a:pt x="75776" y="59136"/>
                  <a:pt x="75878" y="59008"/>
                </a:cubicBezTo>
                <a:close/>
                <a:moveTo>
                  <a:pt x="80957" y="61229"/>
                </a:moveTo>
                <a:lnTo>
                  <a:pt x="93463" y="66716"/>
                </a:lnTo>
                <a:cubicBezTo>
                  <a:pt x="93438" y="66767"/>
                  <a:pt x="93438" y="66818"/>
                  <a:pt x="93438" y="66869"/>
                </a:cubicBezTo>
                <a:lnTo>
                  <a:pt x="84964" y="67533"/>
                </a:lnTo>
                <a:lnTo>
                  <a:pt x="68069" y="68860"/>
                </a:lnTo>
                <a:cubicBezTo>
                  <a:pt x="68043" y="68783"/>
                  <a:pt x="68017" y="68732"/>
                  <a:pt x="67992" y="68656"/>
                </a:cubicBezTo>
                <a:lnTo>
                  <a:pt x="80957" y="61229"/>
                </a:lnTo>
                <a:close/>
                <a:moveTo>
                  <a:pt x="118986" y="61356"/>
                </a:moveTo>
                <a:lnTo>
                  <a:pt x="110997" y="65746"/>
                </a:lnTo>
                <a:lnTo>
                  <a:pt x="104515" y="69345"/>
                </a:lnTo>
                <a:lnTo>
                  <a:pt x="103060" y="64981"/>
                </a:lnTo>
                <a:lnTo>
                  <a:pt x="118986" y="61356"/>
                </a:lnTo>
                <a:close/>
                <a:moveTo>
                  <a:pt x="23557" y="59238"/>
                </a:moveTo>
                <a:lnTo>
                  <a:pt x="36548" y="66614"/>
                </a:lnTo>
                <a:cubicBezTo>
                  <a:pt x="36497" y="66742"/>
                  <a:pt x="36446" y="66844"/>
                  <a:pt x="36446" y="66997"/>
                </a:cubicBezTo>
                <a:cubicBezTo>
                  <a:pt x="36446" y="67227"/>
                  <a:pt x="36574" y="67456"/>
                  <a:pt x="36752" y="67584"/>
                </a:cubicBezTo>
                <a:lnTo>
                  <a:pt x="34175" y="72050"/>
                </a:lnTo>
                <a:lnTo>
                  <a:pt x="23481" y="59340"/>
                </a:lnTo>
                <a:cubicBezTo>
                  <a:pt x="23506" y="59315"/>
                  <a:pt x="23532" y="59264"/>
                  <a:pt x="23557" y="59238"/>
                </a:cubicBezTo>
                <a:close/>
                <a:moveTo>
                  <a:pt x="119088" y="61535"/>
                </a:moveTo>
                <a:cubicBezTo>
                  <a:pt x="119088" y="61561"/>
                  <a:pt x="119114" y="61586"/>
                  <a:pt x="119139" y="61612"/>
                </a:cubicBezTo>
                <a:lnTo>
                  <a:pt x="111891" y="71412"/>
                </a:lnTo>
                <a:lnTo>
                  <a:pt x="107705" y="77078"/>
                </a:lnTo>
                <a:cubicBezTo>
                  <a:pt x="107552" y="77002"/>
                  <a:pt x="107399" y="76951"/>
                  <a:pt x="107220" y="76951"/>
                </a:cubicBezTo>
                <a:cubicBezTo>
                  <a:pt x="107143" y="76951"/>
                  <a:pt x="107092" y="76951"/>
                  <a:pt x="107016" y="76976"/>
                </a:cubicBezTo>
                <a:lnTo>
                  <a:pt x="104566" y="69524"/>
                </a:lnTo>
                <a:lnTo>
                  <a:pt x="111431" y="65746"/>
                </a:lnTo>
                <a:lnTo>
                  <a:pt x="119088" y="61535"/>
                </a:lnTo>
                <a:close/>
                <a:moveTo>
                  <a:pt x="119981" y="61739"/>
                </a:moveTo>
                <a:lnTo>
                  <a:pt x="127664" y="73199"/>
                </a:lnTo>
                <a:lnTo>
                  <a:pt x="123172" y="78916"/>
                </a:lnTo>
                <a:lnTo>
                  <a:pt x="108164" y="77869"/>
                </a:lnTo>
                <a:cubicBezTo>
                  <a:pt x="108164" y="77614"/>
                  <a:pt x="108037" y="77385"/>
                  <a:pt x="107858" y="77206"/>
                </a:cubicBezTo>
                <a:lnTo>
                  <a:pt x="119318" y="61739"/>
                </a:lnTo>
                <a:cubicBezTo>
                  <a:pt x="119420" y="61790"/>
                  <a:pt x="119547" y="61816"/>
                  <a:pt x="119675" y="61816"/>
                </a:cubicBezTo>
                <a:cubicBezTo>
                  <a:pt x="119777" y="61816"/>
                  <a:pt x="119879" y="61790"/>
                  <a:pt x="119981" y="61739"/>
                </a:cubicBezTo>
                <a:close/>
                <a:moveTo>
                  <a:pt x="142288" y="55027"/>
                </a:moveTo>
                <a:cubicBezTo>
                  <a:pt x="142288" y="55052"/>
                  <a:pt x="142314" y="55052"/>
                  <a:pt x="142339" y="55052"/>
                </a:cubicBezTo>
                <a:lnTo>
                  <a:pt x="132283" y="78916"/>
                </a:lnTo>
                <a:cubicBezTo>
                  <a:pt x="132232" y="78916"/>
                  <a:pt x="132156" y="78890"/>
                  <a:pt x="132105" y="78890"/>
                </a:cubicBezTo>
                <a:cubicBezTo>
                  <a:pt x="131977" y="78890"/>
                  <a:pt x="131875" y="78916"/>
                  <a:pt x="131773" y="78967"/>
                </a:cubicBezTo>
                <a:lnTo>
                  <a:pt x="127919" y="73224"/>
                </a:lnTo>
                <a:lnTo>
                  <a:pt x="142288" y="55027"/>
                </a:lnTo>
                <a:close/>
                <a:moveTo>
                  <a:pt x="102881" y="65032"/>
                </a:moveTo>
                <a:lnTo>
                  <a:pt x="104336" y="69422"/>
                </a:lnTo>
                <a:lnTo>
                  <a:pt x="86955" y="78992"/>
                </a:lnTo>
                <a:cubicBezTo>
                  <a:pt x="86930" y="78967"/>
                  <a:pt x="86904" y="78941"/>
                  <a:pt x="86879" y="78916"/>
                </a:cubicBezTo>
                <a:lnTo>
                  <a:pt x="91268" y="71770"/>
                </a:lnTo>
                <a:lnTo>
                  <a:pt x="93846" y="67558"/>
                </a:lnTo>
                <a:cubicBezTo>
                  <a:pt x="93923" y="67609"/>
                  <a:pt x="94025" y="67609"/>
                  <a:pt x="94127" y="67609"/>
                </a:cubicBezTo>
                <a:cubicBezTo>
                  <a:pt x="94510" y="67609"/>
                  <a:pt x="94842" y="67303"/>
                  <a:pt x="94842" y="66920"/>
                </a:cubicBezTo>
                <a:cubicBezTo>
                  <a:pt x="94842" y="66895"/>
                  <a:pt x="94842" y="66869"/>
                  <a:pt x="94842" y="66844"/>
                </a:cubicBezTo>
                <a:lnTo>
                  <a:pt x="102881" y="65032"/>
                </a:lnTo>
                <a:close/>
                <a:moveTo>
                  <a:pt x="104387" y="69626"/>
                </a:moveTo>
                <a:lnTo>
                  <a:pt x="106837" y="77053"/>
                </a:lnTo>
                <a:cubicBezTo>
                  <a:pt x="106531" y="77180"/>
                  <a:pt x="106301" y="77512"/>
                  <a:pt x="106276" y="77869"/>
                </a:cubicBezTo>
                <a:lnTo>
                  <a:pt x="87083" y="79222"/>
                </a:lnTo>
                <a:cubicBezTo>
                  <a:pt x="87083" y="79197"/>
                  <a:pt x="87057" y="79197"/>
                  <a:pt x="87057" y="79171"/>
                </a:cubicBezTo>
                <a:lnTo>
                  <a:pt x="104387" y="69626"/>
                </a:lnTo>
                <a:close/>
                <a:moveTo>
                  <a:pt x="142518" y="55129"/>
                </a:moveTo>
                <a:cubicBezTo>
                  <a:pt x="142569" y="55155"/>
                  <a:pt x="142620" y="55180"/>
                  <a:pt x="142696" y="55180"/>
                </a:cubicBezTo>
                <a:lnTo>
                  <a:pt x="142696" y="77818"/>
                </a:lnTo>
                <a:lnTo>
                  <a:pt x="132794" y="79426"/>
                </a:lnTo>
                <a:cubicBezTo>
                  <a:pt x="132743" y="79248"/>
                  <a:pt x="132640" y="79095"/>
                  <a:pt x="132462" y="78992"/>
                </a:cubicBezTo>
                <a:lnTo>
                  <a:pt x="142518" y="55129"/>
                </a:lnTo>
                <a:close/>
                <a:moveTo>
                  <a:pt x="127791" y="73378"/>
                </a:moveTo>
                <a:lnTo>
                  <a:pt x="131620" y="79069"/>
                </a:lnTo>
                <a:cubicBezTo>
                  <a:pt x="131492" y="79171"/>
                  <a:pt x="131415" y="79324"/>
                  <a:pt x="131364" y="79477"/>
                </a:cubicBezTo>
                <a:lnTo>
                  <a:pt x="128914" y="79299"/>
                </a:lnTo>
                <a:lnTo>
                  <a:pt x="123401" y="78916"/>
                </a:lnTo>
                <a:lnTo>
                  <a:pt x="127791" y="73378"/>
                </a:lnTo>
                <a:close/>
                <a:moveTo>
                  <a:pt x="58319" y="62964"/>
                </a:moveTo>
                <a:lnTo>
                  <a:pt x="63959" y="66920"/>
                </a:lnTo>
                <a:lnTo>
                  <a:pt x="66307" y="68579"/>
                </a:lnTo>
                <a:cubicBezTo>
                  <a:pt x="66231" y="68707"/>
                  <a:pt x="66205" y="68860"/>
                  <a:pt x="66205" y="69039"/>
                </a:cubicBezTo>
                <a:cubicBezTo>
                  <a:pt x="66205" y="69447"/>
                  <a:pt x="66461" y="69779"/>
                  <a:pt x="66818" y="69906"/>
                </a:cubicBezTo>
                <a:lnTo>
                  <a:pt x="64674" y="78023"/>
                </a:lnTo>
                <a:lnTo>
                  <a:pt x="64113" y="80218"/>
                </a:lnTo>
                <a:lnTo>
                  <a:pt x="64010" y="80218"/>
                </a:lnTo>
                <a:cubicBezTo>
                  <a:pt x="63959" y="80218"/>
                  <a:pt x="63934" y="80218"/>
                  <a:pt x="63883" y="80243"/>
                </a:cubicBezTo>
                <a:lnTo>
                  <a:pt x="58115" y="63092"/>
                </a:lnTo>
                <a:cubicBezTo>
                  <a:pt x="58191" y="63066"/>
                  <a:pt x="58268" y="63015"/>
                  <a:pt x="58319" y="62964"/>
                </a:cubicBezTo>
                <a:close/>
                <a:moveTo>
                  <a:pt x="57145" y="62735"/>
                </a:moveTo>
                <a:cubicBezTo>
                  <a:pt x="57247" y="62990"/>
                  <a:pt x="57502" y="63169"/>
                  <a:pt x="57808" y="63169"/>
                </a:cubicBezTo>
                <a:lnTo>
                  <a:pt x="57936" y="63169"/>
                </a:lnTo>
                <a:lnTo>
                  <a:pt x="63704" y="80294"/>
                </a:lnTo>
                <a:cubicBezTo>
                  <a:pt x="63628" y="80320"/>
                  <a:pt x="63577" y="80371"/>
                  <a:pt x="63551" y="80396"/>
                </a:cubicBezTo>
                <a:lnTo>
                  <a:pt x="46604" y="65619"/>
                </a:lnTo>
                <a:cubicBezTo>
                  <a:pt x="46706" y="65440"/>
                  <a:pt x="46783" y="65261"/>
                  <a:pt x="46783" y="65057"/>
                </a:cubicBezTo>
                <a:cubicBezTo>
                  <a:pt x="46783" y="65032"/>
                  <a:pt x="46783" y="65006"/>
                  <a:pt x="46757" y="64955"/>
                </a:cubicBezTo>
                <a:lnTo>
                  <a:pt x="57145" y="62735"/>
                </a:lnTo>
                <a:close/>
                <a:moveTo>
                  <a:pt x="93438" y="67073"/>
                </a:moveTo>
                <a:cubicBezTo>
                  <a:pt x="93438" y="67073"/>
                  <a:pt x="93463" y="67099"/>
                  <a:pt x="93463" y="67125"/>
                </a:cubicBezTo>
                <a:lnTo>
                  <a:pt x="79426" y="73658"/>
                </a:lnTo>
                <a:lnTo>
                  <a:pt x="64623" y="80549"/>
                </a:lnTo>
                <a:cubicBezTo>
                  <a:pt x="64546" y="80422"/>
                  <a:pt x="64444" y="80320"/>
                  <a:pt x="64291" y="80269"/>
                </a:cubicBezTo>
                <a:lnTo>
                  <a:pt x="66205" y="72969"/>
                </a:lnTo>
                <a:lnTo>
                  <a:pt x="66997" y="69958"/>
                </a:lnTo>
                <a:cubicBezTo>
                  <a:pt x="67048" y="69983"/>
                  <a:pt x="67099" y="69983"/>
                  <a:pt x="67124" y="69983"/>
                </a:cubicBezTo>
                <a:cubicBezTo>
                  <a:pt x="67660" y="69983"/>
                  <a:pt x="68069" y="69575"/>
                  <a:pt x="68069" y="69064"/>
                </a:cubicBezTo>
                <a:lnTo>
                  <a:pt x="87670" y="67507"/>
                </a:lnTo>
                <a:lnTo>
                  <a:pt x="93438" y="67073"/>
                </a:lnTo>
                <a:close/>
                <a:moveTo>
                  <a:pt x="93540" y="67303"/>
                </a:moveTo>
                <a:cubicBezTo>
                  <a:pt x="93566" y="67354"/>
                  <a:pt x="93617" y="67405"/>
                  <a:pt x="93693" y="67456"/>
                </a:cubicBezTo>
                <a:lnTo>
                  <a:pt x="86725" y="78814"/>
                </a:lnTo>
                <a:cubicBezTo>
                  <a:pt x="86649" y="78788"/>
                  <a:pt x="86572" y="78763"/>
                  <a:pt x="86496" y="78763"/>
                </a:cubicBezTo>
                <a:cubicBezTo>
                  <a:pt x="86190" y="78763"/>
                  <a:pt x="85934" y="78992"/>
                  <a:pt x="85909" y="79299"/>
                </a:cubicBezTo>
                <a:lnTo>
                  <a:pt x="64725" y="80805"/>
                </a:lnTo>
                <a:cubicBezTo>
                  <a:pt x="64725" y="80779"/>
                  <a:pt x="64725" y="80754"/>
                  <a:pt x="64700" y="80728"/>
                </a:cubicBezTo>
                <a:lnTo>
                  <a:pt x="79656" y="73760"/>
                </a:lnTo>
                <a:lnTo>
                  <a:pt x="93540" y="67303"/>
                </a:lnTo>
                <a:close/>
                <a:moveTo>
                  <a:pt x="23328" y="59468"/>
                </a:moveTo>
                <a:lnTo>
                  <a:pt x="34073" y="72229"/>
                </a:lnTo>
                <a:lnTo>
                  <a:pt x="28432" y="82081"/>
                </a:lnTo>
                <a:cubicBezTo>
                  <a:pt x="28304" y="82030"/>
                  <a:pt x="28177" y="81979"/>
                  <a:pt x="28049" y="81979"/>
                </a:cubicBezTo>
                <a:cubicBezTo>
                  <a:pt x="27998" y="81979"/>
                  <a:pt x="27973" y="82004"/>
                  <a:pt x="27947" y="82004"/>
                </a:cubicBezTo>
                <a:lnTo>
                  <a:pt x="24323" y="65312"/>
                </a:lnTo>
                <a:lnTo>
                  <a:pt x="23072" y="59570"/>
                </a:lnTo>
                <a:cubicBezTo>
                  <a:pt x="23174" y="59544"/>
                  <a:pt x="23251" y="59519"/>
                  <a:pt x="23328" y="59468"/>
                </a:cubicBezTo>
                <a:close/>
                <a:moveTo>
                  <a:pt x="21898" y="58983"/>
                </a:moveTo>
                <a:cubicBezTo>
                  <a:pt x="22026" y="59366"/>
                  <a:pt x="22383" y="59621"/>
                  <a:pt x="22792" y="59621"/>
                </a:cubicBezTo>
                <a:lnTo>
                  <a:pt x="22894" y="59621"/>
                </a:lnTo>
                <a:lnTo>
                  <a:pt x="27743" y="82055"/>
                </a:lnTo>
                <a:cubicBezTo>
                  <a:pt x="27590" y="82106"/>
                  <a:pt x="27437" y="82183"/>
                  <a:pt x="27335" y="82310"/>
                </a:cubicBezTo>
                <a:lnTo>
                  <a:pt x="1761" y="64011"/>
                </a:lnTo>
                <a:cubicBezTo>
                  <a:pt x="1838" y="63883"/>
                  <a:pt x="1889" y="63730"/>
                  <a:pt x="1889" y="63551"/>
                </a:cubicBezTo>
                <a:cubicBezTo>
                  <a:pt x="1889" y="63526"/>
                  <a:pt x="1889" y="63475"/>
                  <a:pt x="1889" y="63449"/>
                </a:cubicBezTo>
                <a:lnTo>
                  <a:pt x="21898" y="58983"/>
                </a:lnTo>
                <a:close/>
                <a:moveTo>
                  <a:pt x="1659" y="64189"/>
                </a:moveTo>
                <a:lnTo>
                  <a:pt x="20061" y="77359"/>
                </a:lnTo>
                <a:lnTo>
                  <a:pt x="27207" y="82464"/>
                </a:lnTo>
                <a:cubicBezTo>
                  <a:pt x="27181" y="82515"/>
                  <a:pt x="27156" y="82566"/>
                  <a:pt x="27156" y="82617"/>
                </a:cubicBezTo>
                <a:lnTo>
                  <a:pt x="1582" y="76746"/>
                </a:lnTo>
                <a:cubicBezTo>
                  <a:pt x="1582" y="76721"/>
                  <a:pt x="1582" y="76721"/>
                  <a:pt x="1582" y="76695"/>
                </a:cubicBezTo>
                <a:cubicBezTo>
                  <a:pt x="1582" y="76389"/>
                  <a:pt x="1353" y="76108"/>
                  <a:pt x="1046" y="76057"/>
                </a:cubicBezTo>
                <a:lnTo>
                  <a:pt x="1046" y="64496"/>
                </a:lnTo>
                <a:cubicBezTo>
                  <a:pt x="1276" y="64470"/>
                  <a:pt x="1506" y="64343"/>
                  <a:pt x="1659" y="64189"/>
                </a:cubicBezTo>
                <a:close/>
                <a:moveTo>
                  <a:pt x="142339" y="78074"/>
                </a:moveTo>
                <a:lnTo>
                  <a:pt x="132283" y="84684"/>
                </a:lnTo>
                <a:cubicBezTo>
                  <a:pt x="132130" y="84531"/>
                  <a:pt x="131951" y="84403"/>
                  <a:pt x="131747" y="84378"/>
                </a:cubicBezTo>
                <a:lnTo>
                  <a:pt x="132130" y="80371"/>
                </a:lnTo>
                <a:cubicBezTo>
                  <a:pt x="132513" y="80345"/>
                  <a:pt x="132845" y="80039"/>
                  <a:pt x="132845" y="79631"/>
                </a:cubicBezTo>
                <a:cubicBezTo>
                  <a:pt x="132819" y="79631"/>
                  <a:pt x="132819" y="79605"/>
                  <a:pt x="132819" y="79605"/>
                </a:cubicBezTo>
                <a:lnTo>
                  <a:pt x="142339" y="78074"/>
                </a:lnTo>
                <a:close/>
                <a:moveTo>
                  <a:pt x="142671" y="78074"/>
                </a:moveTo>
                <a:lnTo>
                  <a:pt x="142671" y="82489"/>
                </a:lnTo>
                <a:lnTo>
                  <a:pt x="142696" y="82489"/>
                </a:lnTo>
                <a:lnTo>
                  <a:pt x="132436" y="84965"/>
                </a:lnTo>
                <a:cubicBezTo>
                  <a:pt x="132411" y="84939"/>
                  <a:pt x="132411" y="84888"/>
                  <a:pt x="132385" y="84863"/>
                </a:cubicBezTo>
                <a:lnTo>
                  <a:pt x="142671" y="78074"/>
                </a:lnTo>
                <a:close/>
                <a:moveTo>
                  <a:pt x="106301" y="78074"/>
                </a:moveTo>
                <a:cubicBezTo>
                  <a:pt x="106301" y="78099"/>
                  <a:pt x="106327" y="78125"/>
                  <a:pt x="106327" y="78176"/>
                </a:cubicBezTo>
                <a:lnTo>
                  <a:pt x="87874" y="85807"/>
                </a:lnTo>
                <a:lnTo>
                  <a:pt x="86700" y="79937"/>
                </a:lnTo>
                <a:cubicBezTo>
                  <a:pt x="86904" y="79835"/>
                  <a:pt x="87057" y="79656"/>
                  <a:pt x="87083" y="79426"/>
                </a:cubicBezTo>
                <a:lnTo>
                  <a:pt x="94535" y="78890"/>
                </a:lnTo>
                <a:lnTo>
                  <a:pt x="106301" y="78074"/>
                </a:lnTo>
                <a:close/>
                <a:moveTo>
                  <a:pt x="37493" y="67660"/>
                </a:moveTo>
                <a:lnTo>
                  <a:pt x="45941" y="86011"/>
                </a:lnTo>
                <a:lnTo>
                  <a:pt x="34328" y="72203"/>
                </a:lnTo>
                <a:lnTo>
                  <a:pt x="36931" y="67686"/>
                </a:lnTo>
                <a:cubicBezTo>
                  <a:pt x="37008" y="67712"/>
                  <a:pt x="37084" y="67737"/>
                  <a:pt x="37186" y="67737"/>
                </a:cubicBezTo>
                <a:cubicBezTo>
                  <a:pt x="37288" y="67737"/>
                  <a:pt x="37390" y="67712"/>
                  <a:pt x="37493" y="67660"/>
                </a:cubicBezTo>
                <a:close/>
                <a:moveTo>
                  <a:pt x="44945" y="65363"/>
                </a:moveTo>
                <a:cubicBezTo>
                  <a:pt x="45047" y="65695"/>
                  <a:pt x="45379" y="65976"/>
                  <a:pt x="45762" y="66002"/>
                </a:cubicBezTo>
                <a:lnTo>
                  <a:pt x="46221" y="86011"/>
                </a:lnTo>
                <a:cubicBezTo>
                  <a:pt x="46196" y="86011"/>
                  <a:pt x="46196" y="86037"/>
                  <a:pt x="46170" y="86037"/>
                </a:cubicBezTo>
                <a:lnTo>
                  <a:pt x="37646" y="67533"/>
                </a:lnTo>
                <a:cubicBezTo>
                  <a:pt x="37824" y="67405"/>
                  <a:pt x="37901" y="67201"/>
                  <a:pt x="37901" y="66997"/>
                </a:cubicBezTo>
                <a:cubicBezTo>
                  <a:pt x="37901" y="66946"/>
                  <a:pt x="37901" y="66920"/>
                  <a:pt x="37901" y="66869"/>
                </a:cubicBezTo>
                <a:lnTo>
                  <a:pt x="44945" y="65363"/>
                </a:lnTo>
                <a:close/>
                <a:moveTo>
                  <a:pt x="46476" y="65746"/>
                </a:moveTo>
                <a:lnTo>
                  <a:pt x="63398" y="80549"/>
                </a:lnTo>
                <a:cubicBezTo>
                  <a:pt x="63321" y="80651"/>
                  <a:pt x="63296" y="80805"/>
                  <a:pt x="63296" y="80958"/>
                </a:cubicBezTo>
                <a:cubicBezTo>
                  <a:pt x="63296" y="80983"/>
                  <a:pt x="63296" y="81034"/>
                  <a:pt x="63296" y="81085"/>
                </a:cubicBezTo>
                <a:lnTo>
                  <a:pt x="54031" y="84046"/>
                </a:lnTo>
                <a:lnTo>
                  <a:pt x="46885" y="86343"/>
                </a:lnTo>
                <a:cubicBezTo>
                  <a:pt x="46808" y="86164"/>
                  <a:pt x="46630" y="86037"/>
                  <a:pt x="46425" y="86011"/>
                </a:cubicBezTo>
                <a:lnTo>
                  <a:pt x="46272" y="80166"/>
                </a:lnTo>
                <a:lnTo>
                  <a:pt x="45941" y="66002"/>
                </a:lnTo>
                <a:cubicBezTo>
                  <a:pt x="46145" y="65976"/>
                  <a:pt x="46323" y="65874"/>
                  <a:pt x="46476" y="65746"/>
                </a:cubicBezTo>
                <a:close/>
                <a:moveTo>
                  <a:pt x="34226" y="72408"/>
                </a:moveTo>
                <a:lnTo>
                  <a:pt x="45864" y="86215"/>
                </a:lnTo>
                <a:cubicBezTo>
                  <a:pt x="45813" y="86266"/>
                  <a:pt x="45787" y="86343"/>
                  <a:pt x="45762" y="86419"/>
                </a:cubicBezTo>
                <a:lnTo>
                  <a:pt x="28968" y="83025"/>
                </a:lnTo>
                <a:cubicBezTo>
                  <a:pt x="28968" y="82999"/>
                  <a:pt x="28994" y="82974"/>
                  <a:pt x="28994" y="82948"/>
                </a:cubicBezTo>
                <a:cubicBezTo>
                  <a:pt x="28994" y="82617"/>
                  <a:pt x="28815" y="82361"/>
                  <a:pt x="28585" y="82183"/>
                </a:cubicBezTo>
                <a:lnTo>
                  <a:pt x="34226" y="72408"/>
                </a:lnTo>
                <a:close/>
                <a:moveTo>
                  <a:pt x="85909" y="79503"/>
                </a:moveTo>
                <a:cubicBezTo>
                  <a:pt x="85934" y="79631"/>
                  <a:pt x="86011" y="79733"/>
                  <a:pt x="86113" y="79809"/>
                </a:cubicBezTo>
                <a:lnTo>
                  <a:pt x="81059" y="88053"/>
                </a:lnTo>
                <a:cubicBezTo>
                  <a:pt x="80932" y="87976"/>
                  <a:pt x="80804" y="87951"/>
                  <a:pt x="80651" y="87951"/>
                </a:cubicBezTo>
                <a:cubicBezTo>
                  <a:pt x="80319" y="87951"/>
                  <a:pt x="80013" y="88129"/>
                  <a:pt x="79860" y="88410"/>
                </a:cubicBezTo>
                <a:lnTo>
                  <a:pt x="72509" y="84888"/>
                </a:lnTo>
                <a:lnTo>
                  <a:pt x="64700" y="81162"/>
                </a:lnTo>
                <a:cubicBezTo>
                  <a:pt x="64725" y="81111"/>
                  <a:pt x="64751" y="81060"/>
                  <a:pt x="64751" y="81009"/>
                </a:cubicBezTo>
                <a:lnTo>
                  <a:pt x="85909" y="79503"/>
                </a:lnTo>
                <a:close/>
                <a:moveTo>
                  <a:pt x="86266" y="79911"/>
                </a:moveTo>
                <a:cubicBezTo>
                  <a:pt x="86343" y="79937"/>
                  <a:pt x="86419" y="79962"/>
                  <a:pt x="86496" y="79962"/>
                </a:cubicBezTo>
                <a:lnTo>
                  <a:pt x="86521" y="79962"/>
                </a:lnTo>
                <a:lnTo>
                  <a:pt x="87695" y="85884"/>
                </a:lnTo>
                <a:lnTo>
                  <a:pt x="84326" y="87262"/>
                </a:lnTo>
                <a:lnTo>
                  <a:pt x="81493" y="88436"/>
                </a:lnTo>
                <a:cubicBezTo>
                  <a:pt x="81417" y="88334"/>
                  <a:pt x="81340" y="88232"/>
                  <a:pt x="81238" y="88155"/>
                </a:cubicBezTo>
                <a:lnTo>
                  <a:pt x="86266" y="79911"/>
                </a:lnTo>
                <a:close/>
                <a:moveTo>
                  <a:pt x="108164" y="78074"/>
                </a:moveTo>
                <a:lnTo>
                  <a:pt x="110793" y="78252"/>
                </a:lnTo>
                <a:lnTo>
                  <a:pt x="123018" y="79095"/>
                </a:lnTo>
                <a:lnTo>
                  <a:pt x="115617" y="88487"/>
                </a:lnTo>
                <a:cubicBezTo>
                  <a:pt x="115464" y="88385"/>
                  <a:pt x="115285" y="88334"/>
                  <a:pt x="115107" y="88334"/>
                </a:cubicBezTo>
                <a:cubicBezTo>
                  <a:pt x="114953" y="88334"/>
                  <a:pt x="114800" y="88385"/>
                  <a:pt x="114647" y="88461"/>
                </a:cubicBezTo>
                <a:lnTo>
                  <a:pt x="112912" y="85909"/>
                </a:lnTo>
                <a:lnTo>
                  <a:pt x="107858" y="78610"/>
                </a:lnTo>
                <a:cubicBezTo>
                  <a:pt x="108011" y="78482"/>
                  <a:pt x="108113" y="78278"/>
                  <a:pt x="108164" y="78074"/>
                </a:cubicBezTo>
                <a:close/>
                <a:moveTo>
                  <a:pt x="123274" y="79120"/>
                </a:moveTo>
                <a:lnTo>
                  <a:pt x="131364" y="79682"/>
                </a:lnTo>
                <a:cubicBezTo>
                  <a:pt x="131364" y="79758"/>
                  <a:pt x="131390" y="79835"/>
                  <a:pt x="131415" y="79886"/>
                </a:cubicBezTo>
                <a:lnTo>
                  <a:pt x="124244" y="83969"/>
                </a:lnTo>
                <a:lnTo>
                  <a:pt x="115872" y="88742"/>
                </a:lnTo>
                <a:cubicBezTo>
                  <a:pt x="115847" y="88691"/>
                  <a:pt x="115796" y="88640"/>
                  <a:pt x="115770" y="88614"/>
                </a:cubicBezTo>
                <a:lnTo>
                  <a:pt x="123274" y="79120"/>
                </a:lnTo>
                <a:close/>
                <a:moveTo>
                  <a:pt x="131517" y="80064"/>
                </a:moveTo>
                <a:cubicBezTo>
                  <a:pt x="131620" y="80192"/>
                  <a:pt x="131747" y="80294"/>
                  <a:pt x="131926" y="80345"/>
                </a:cubicBezTo>
                <a:lnTo>
                  <a:pt x="131543" y="84352"/>
                </a:lnTo>
                <a:cubicBezTo>
                  <a:pt x="131007" y="84352"/>
                  <a:pt x="130599" y="84761"/>
                  <a:pt x="130599" y="85296"/>
                </a:cubicBezTo>
                <a:cubicBezTo>
                  <a:pt x="130599" y="85322"/>
                  <a:pt x="130599" y="85373"/>
                  <a:pt x="130624" y="85424"/>
                </a:cubicBezTo>
                <a:lnTo>
                  <a:pt x="116000" y="88972"/>
                </a:lnTo>
                <a:cubicBezTo>
                  <a:pt x="115974" y="88946"/>
                  <a:pt x="115974" y="88921"/>
                  <a:pt x="115974" y="88895"/>
                </a:cubicBezTo>
                <a:lnTo>
                  <a:pt x="130190" y="80830"/>
                </a:lnTo>
                <a:lnTo>
                  <a:pt x="131517" y="80064"/>
                </a:lnTo>
                <a:close/>
                <a:moveTo>
                  <a:pt x="64623" y="81341"/>
                </a:moveTo>
                <a:lnTo>
                  <a:pt x="68120" y="83025"/>
                </a:lnTo>
                <a:lnTo>
                  <a:pt x="79758" y="88589"/>
                </a:lnTo>
                <a:cubicBezTo>
                  <a:pt x="79732" y="88691"/>
                  <a:pt x="79707" y="88793"/>
                  <a:pt x="79707" y="88895"/>
                </a:cubicBezTo>
                <a:cubicBezTo>
                  <a:pt x="79707" y="88946"/>
                  <a:pt x="79732" y="88997"/>
                  <a:pt x="79732" y="89074"/>
                </a:cubicBezTo>
                <a:lnTo>
                  <a:pt x="70570" y="91805"/>
                </a:lnTo>
                <a:lnTo>
                  <a:pt x="64470" y="81519"/>
                </a:lnTo>
                <a:cubicBezTo>
                  <a:pt x="64521" y="81468"/>
                  <a:pt x="64572" y="81417"/>
                  <a:pt x="64623" y="81341"/>
                </a:cubicBezTo>
                <a:close/>
                <a:moveTo>
                  <a:pt x="64291" y="81621"/>
                </a:moveTo>
                <a:lnTo>
                  <a:pt x="70391" y="91856"/>
                </a:lnTo>
                <a:lnTo>
                  <a:pt x="63194" y="94025"/>
                </a:lnTo>
                <a:cubicBezTo>
                  <a:pt x="63092" y="93847"/>
                  <a:pt x="62939" y="93744"/>
                  <a:pt x="62760" y="93719"/>
                </a:cubicBezTo>
                <a:lnTo>
                  <a:pt x="64036" y="81672"/>
                </a:lnTo>
                <a:cubicBezTo>
                  <a:pt x="64138" y="81672"/>
                  <a:pt x="64215" y="81672"/>
                  <a:pt x="64291" y="81621"/>
                </a:cubicBezTo>
                <a:close/>
                <a:moveTo>
                  <a:pt x="63372" y="81264"/>
                </a:moveTo>
                <a:cubicBezTo>
                  <a:pt x="63398" y="81341"/>
                  <a:pt x="63449" y="81417"/>
                  <a:pt x="63526" y="81494"/>
                </a:cubicBezTo>
                <a:lnTo>
                  <a:pt x="53470" y="96322"/>
                </a:lnTo>
                <a:cubicBezTo>
                  <a:pt x="53342" y="96246"/>
                  <a:pt x="53189" y="96220"/>
                  <a:pt x="53036" y="96220"/>
                </a:cubicBezTo>
                <a:cubicBezTo>
                  <a:pt x="52883" y="96220"/>
                  <a:pt x="52730" y="96246"/>
                  <a:pt x="52602" y="96322"/>
                </a:cubicBezTo>
                <a:lnTo>
                  <a:pt x="46757" y="87083"/>
                </a:lnTo>
                <a:cubicBezTo>
                  <a:pt x="46885" y="86981"/>
                  <a:pt x="46961" y="86802"/>
                  <a:pt x="46961" y="86624"/>
                </a:cubicBezTo>
                <a:cubicBezTo>
                  <a:pt x="46961" y="86598"/>
                  <a:pt x="46961" y="86573"/>
                  <a:pt x="46961" y="86522"/>
                </a:cubicBezTo>
                <a:lnTo>
                  <a:pt x="54108" y="84225"/>
                </a:lnTo>
                <a:lnTo>
                  <a:pt x="63372" y="81264"/>
                </a:lnTo>
                <a:close/>
                <a:moveTo>
                  <a:pt x="63704" y="81596"/>
                </a:moveTo>
                <a:cubicBezTo>
                  <a:pt x="63730" y="81621"/>
                  <a:pt x="63781" y="81647"/>
                  <a:pt x="63832" y="81672"/>
                </a:cubicBezTo>
                <a:lnTo>
                  <a:pt x="62556" y="93719"/>
                </a:lnTo>
                <a:cubicBezTo>
                  <a:pt x="62249" y="93770"/>
                  <a:pt x="62020" y="94025"/>
                  <a:pt x="62020" y="94331"/>
                </a:cubicBezTo>
                <a:cubicBezTo>
                  <a:pt x="62020" y="94331"/>
                  <a:pt x="62020" y="94357"/>
                  <a:pt x="62020" y="94357"/>
                </a:cubicBezTo>
                <a:lnTo>
                  <a:pt x="53904" y="96782"/>
                </a:lnTo>
                <a:cubicBezTo>
                  <a:pt x="53852" y="96654"/>
                  <a:pt x="53750" y="96526"/>
                  <a:pt x="53623" y="96424"/>
                </a:cubicBezTo>
                <a:lnTo>
                  <a:pt x="63704" y="81596"/>
                </a:lnTo>
                <a:close/>
                <a:moveTo>
                  <a:pt x="130650" y="85603"/>
                </a:moveTo>
                <a:cubicBezTo>
                  <a:pt x="130777" y="85909"/>
                  <a:pt x="131033" y="86139"/>
                  <a:pt x="131364" y="86215"/>
                </a:cubicBezTo>
                <a:lnTo>
                  <a:pt x="130292" y="97011"/>
                </a:lnTo>
                <a:lnTo>
                  <a:pt x="115974" y="89635"/>
                </a:lnTo>
                <a:cubicBezTo>
                  <a:pt x="116025" y="89533"/>
                  <a:pt x="116051" y="89406"/>
                  <a:pt x="116051" y="89278"/>
                </a:cubicBezTo>
                <a:cubicBezTo>
                  <a:pt x="116051" y="89252"/>
                  <a:pt x="116051" y="89201"/>
                  <a:pt x="116025" y="89150"/>
                </a:cubicBezTo>
                <a:lnTo>
                  <a:pt x="130650" y="85603"/>
                </a:lnTo>
                <a:close/>
                <a:moveTo>
                  <a:pt x="106403" y="78354"/>
                </a:moveTo>
                <a:cubicBezTo>
                  <a:pt x="106454" y="78456"/>
                  <a:pt x="106531" y="78559"/>
                  <a:pt x="106633" y="78635"/>
                </a:cubicBezTo>
                <a:lnTo>
                  <a:pt x="105357" y="80626"/>
                </a:lnTo>
                <a:lnTo>
                  <a:pt x="91422" y="102269"/>
                </a:lnTo>
                <a:cubicBezTo>
                  <a:pt x="91345" y="102243"/>
                  <a:pt x="91243" y="102218"/>
                  <a:pt x="91141" y="102218"/>
                </a:cubicBezTo>
                <a:lnTo>
                  <a:pt x="91115" y="102218"/>
                </a:lnTo>
                <a:lnTo>
                  <a:pt x="87925" y="86011"/>
                </a:lnTo>
                <a:lnTo>
                  <a:pt x="106403" y="78354"/>
                </a:lnTo>
                <a:close/>
                <a:moveTo>
                  <a:pt x="87721" y="86088"/>
                </a:moveTo>
                <a:lnTo>
                  <a:pt x="89431" y="94689"/>
                </a:lnTo>
                <a:lnTo>
                  <a:pt x="90937" y="102269"/>
                </a:lnTo>
                <a:cubicBezTo>
                  <a:pt x="90886" y="102269"/>
                  <a:pt x="90860" y="102294"/>
                  <a:pt x="90835" y="102294"/>
                </a:cubicBezTo>
                <a:lnTo>
                  <a:pt x="84122" y="93336"/>
                </a:lnTo>
                <a:lnTo>
                  <a:pt x="81289" y="89584"/>
                </a:lnTo>
                <a:cubicBezTo>
                  <a:pt x="81493" y="89406"/>
                  <a:pt x="81595" y="89176"/>
                  <a:pt x="81595" y="88895"/>
                </a:cubicBezTo>
                <a:cubicBezTo>
                  <a:pt x="81595" y="88793"/>
                  <a:pt x="81595" y="88717"/>
                  <a:pt x="81570" y="88640"/>
                </a:cubicBezTo>
                <a:lnTo>
                  <a:pt x="86700" y="86522"/>
                </a:lnTo>
                <a:lnTo>
                  <a:pt x="87721" y="86088"/>
                </a:lnTo>
                <a:close/>
                <a:moveTo>
                  <a:pt x="107679" y="78737"/>
                </a:moveTo>
                <a:lnTo>
                  <a:pt x="109185" y="80881"/>
                </a:lnTo>
                <a:lnTo>
                  <a:pt x="114494" y="88563"/>
                </a:lnTo>
                <a:cubicBezTo>
                  <a:pt x="114290" y="88742"/>
                  <a:pt x="114162" y="88997"/>
                  <a:pt x="114162" y="89278"/>
                </a:cubicBezTo>
                <a:cubicBezTo>
                  <a:pt x="114162" y="89431"/>
                  <a:pt x="114188" y="89559"/>
                  <a:pt x="114239" y="89661"/>
                </a:cubicBezTo>
                <a:lnTo>
                  <a:pt x="91677" y="102473"/>
                </a:lnTo>
                <a:cubicBezTo>
                  <a:pt x="91651" y="102448"/>
                  <a:pt x="91626" y="102422"/>
                  <a:pt x="91600" y="102397"/>
                </a:cubicBezTo>
                <a:lnTo>
                  <a:pt x="106812" y="78737"/>
                </a:lnTo>
                <a:cubicBezTo>
                  <a:pt x="106939" y="78814"/>
                  <a:pt x="107067" y="78839"/>
                  <a:pt x="107220" y="78839"/>
                </a:cubicBezTo>
                <a:cubicBezTo>
                  <a:pt x="107399" y="78839"/>
                  <a:pt x="107552" y="78814"/>
                  <a:pt x="107679" y="78737"/>
                </a:cubicBezTo>
                <a:close/>
                <a:moveTo>
                  <a:pt x="142671" y="82693"/>
                </a:moveTo>
                <a:lnTo>
                  <a:pt x="142671" y="102830"/>
                </a:lnTo>
                <a:lnTo>
                  <a:pt x="142696" y="102830"/>
                </a:lnTo>
                <a:cubicBezTo>
                  <a:pt x="142492" y="102856"/>
                  <a:pt x="142314" y="102984"/>
                  <a:pt x="142186" y="103137"/>
                </a:cubicBezTo>
                <a:lnTo>
                  <a:pt x="130497" y="97113"/>
                </a:lnTo>
                <a:lnTo>
                  <a:pt x="131543" y="86241"/>
                </a:lnTo>
                <a:cubicBezTo>
                  <a:pt x="132079" y="86241"/>
                  <a:pt x="132487" y="85807"/>
                  <a:pt x="132487" y="85296"/>
                </a:cubicBezTo>
                <a:cubicBezTo>
                  <a:pt x="132487" y="85245"/>
                  <a:pt x="132487" y="85220"/>
                  <a:pt x="132462" y="85169"/>
                </a:cubicBezTo>
                <a:lnTo>
                  <a:pt x="142671" y="82693"/>
                </a:lnTo>
                <a:close/>
                <a:moveTo>
                  <a:pt x="114341" y="89839"/>
                </a:moveTo>
                <a:cubicBezTo>
                  <a:pt x="114417" y="89942"/>
                  <a:pt x="114545" y="90044"/>
                  <a:pt x="114673" y="90120"/>
                </a:cubicBezTo>
                <a:lnTo>
                  <a:pt x="108802" y="105893"/>
                </a:lnTo>
                <a:lnTo>
                  <a:pt x="100074" y="104362"/>
                </a:lnTo>
                <a:lnTo>
                  <a:pt x="91830" y="102907"/>
                </a:lnTo>
                <a:cubicBezTo>
                  <a:pt x="91830" y="102907"/>
                  <a:pt x="91830" y="102907"/>
                  <a:pt x="91830" y="102881"/>
                </a:cubicBezTo>
                <a:cubicBezTo>
                  <a:pt x="91830" y="102805"/>
                  <a:pt x="91804" y="102728"/>
                  <a:pt x="91779" y="102652"/>
                </a:cubicBezTo>
                <a:lnTo>
                  <a:pt x="114341" y="89839"/>
                </a:lnTo>
                <a:close/>
                <a:moveTo>
                  <a:pt x="115898" y="89814"/>
                </a:moveTo>
                <a:lnTo>
                  <a:pt x="130267" y="97215"/>
                </a:lnTo>
                <a:lnTo>
                  <a:pt x="129144" y="108930"/>
                </a:lnTo>
                <a:cubicBezTo>
                  <a:pt x="129042" y="108930"/>
                  <a:pt x="128940" y="108956"/>
                  <a:pt x="128863" y="109007"/>
                </a:cubicBezTo>
                <a:lnTo>
                  <a:pt x="115719" y="89993"/>
                </a:lnTo>
                <a:cubicBezTo>
                  <a:pt x="115770" y="89942"/>
                  <a:pt x="115847" y="89865"/>
                  <a:pt x="115898" y="89814"/>
                </a:cubicBezTo>
                <a:close/>
                <a:moveTo>
                  <a:pt x="70493" y="92034"/>
                </a:moveTo>
                <a:lnTo>
                  <a:pt x="80651" y="109160"/>
                </a:lnTo>
                <a:lnTo>
                  <a:pt x="63117" y="94740"/>
                </a:lnTo>
                <a:cubicBezTo>
                  <a:pt x="63219" y="94638"/>
                  <a:pt x="63270" y="94485"/>
                  <a:pt x="63270" y="94331"/>
                </a:cubicBezTo>
                <a:cubicBezTo>
                  <a:pt x="63270" y="94280"/>
                  <a:pt x="63270" y="94229"/>
                  <a:pt x="63270" y="94204"/>
                </a:cubicBezTo>
                <a:lnTo>
                  <a:pt x="70493" y="92034"/>
                </a:lnTo>
                <a:close/>
                <a:moveTo>
                  <a:pt x="79783" y="89252"/>
                </a:moveTo>
                <a:cubicBezTo>
                  <a:pt x="79911" y="89584"/>
                  <a:pt x="80217" y="89814"/>
                  <a:pt x="80575" y="89839"/>
                </a:cubicBezTo>
                <a:lnTo>
                  <a:pt x="80804" y="102728"/>
                </a:lnTo>
                <a:lnTo>
                  <a:pt x="80932" y="109237"/>
                </a:lnTo>
                <a:lnTo>
                  <a:pt x="70672" y="91983"/>
                </a:lnTo>
                <a:lnTo>
                  <a:pt x="79783" y="89252"/>
                </a:lnTo>
                <a:close/>
                <a:moveTo>
                  <a:pt x="130471" y="97318"/>
                </a:moveTo>
                <a:lnTo>
                  <a:pt x="142109" y="103315"/>
                </a:lnTo>
                <a:cubicBezTo>
                  <a:pt x="142084" y="103392"/>
                  <a:pt x="142058" y="103468"/>
                  <a:pt x="142058" y="103545"/>
                </a:cubicBezTo>
                <a:cubicBezTo>
                  <a:pt x="142058" y="103622"/>
                  <a:pt x="142058" y="103698"/>
                  <a:pt x="142084" y="103749"/>
                </a:cubicBezTo>
                <a:lnTo>
                  <a:pt x="129731" y="109237"/>
                </a:lnTo>
                <a:cubicBezTo>
                  <a:pt x="129654" y="109109"/>
                  <a:pt x="129501" y="109007"/>
                  <a:pt x="129323" y="108956"/>
                </a:cubicBezTo>
                <a:lnTo>
                  <a:pt x="130471" y="97318"/>
                </a:lnTo>
                <a:close/>
                <a:moveTo>
                  <a:pt x="62071" y="94561"/>
                </a:moveTo>
                <a:cubicBezTo>
                  <a:pt x="62122" y="94714"/>
                  <a:pt x="62249" y="94842"/>
                  <a:pt x="62428" y="94918"/>
                </a:cubicBezTo>
                <a:lnTo>
                  <a:pt x="60871" y="109313"/>
                </a:lnTo>
                <a:lnTo>
                  <a:pt x="53623" y="97879"/>
                </a:lnTo>
                <a:cubicBezTo>
                  <a:pt x="53827" y="97726"/>
                  <a:pt x="53980" y="97445"/>
                  <a:pt x="53980" y="97164"/>
                </a:cubicBezTo>
                <a:cubicBezTo>
                  <a:pt x="53980" y="97088"/>
                  <a:pt x="53980" y="97037"/>
                  <a:pt x="53955" y="96986"/>
                </a:cubicBezTo>
                <a:lnTo>
                  <a:pt x="62071" y="94561"/>
                </a:lnTo>
                <a:close/>
                <a:moveTo>
                  <a:pt x="115566" y="90095"/>
                </a:moveTo>
                <a:lnTo>
                  <a:pt x="119675" y="96041"/>
                </a:lnTo>
                <a:lnTo>
                  <a:pt x="128710" y="109109"/>
                </a:lnTo>
                <a:cubicBezTo>
                  <a:pt x="128633" y="109186"/>
                  <a:pt x="128557" y="109288"/>
                  <a:pt x="128531" y="109390"/>
                </a:cubicBezTo>
                <a:lnTo>
                  <a:pt x="108981" y="105944"/>
                </a:lnTo>
                <a:lnTo>
                  <a:pt x="114877" y="90197"/>
                </a:lnTo>
                <a:cubicBezTo>
                  <a:pt x="114953" y="90222"/>
                  <a:pt x="115030" y="90222"/>
                  <a:pt x="115107" y="90222"/>
                </a:cubicBezTo>
                <a:cubicBezTo>
                  <a:pt x="115260" y="90222"/>
                  <a:pt x="115413" y="90171"/>
                  <a:pt x="115566" y="90095"/>
                </a:cubicBezTo>
                <a:close/>
                <a:moveTo>
                  <a:pt x="81136" y="89712"/>
                </a:moveTo>
                <a:lnTo>
                  <a:pt x="84173" y="93719"/>
                </a:lnTo>
                <a:lnTo>
                  <a:pt x="90681" y="102422"/>
                </a:lnTo>
                <a:cubicBezTo>
                  <a:pt x="90554" y="102550"/>
                  <a:pt x="90477" y="102703"/>
                  <a:pt x="90477" y="102881"/>
                </a:cubicBezTo>
                <a:cubicBezTo>
                  <a:pt x="90477" y="102984"/>
                  <a:pt x="90503" y="103086"/>
                  <a:pt x="90554" y="103162"/>
                </a:cubicBezTo>
                <a:lnTo>
                  <a:pt x="81136" y="109415"/>
                </a:lnTo>
                <a:lnTo>
                  <a:pt x="81008" y="102805"/>
                </a:lnTo>
                <a:lnTo>
                  <a:pt x="80779" y="89814"/>
                </a:lnTo>
                <a:cubicBezTo>
                  <a:pt x="80906" y="89814"/>
                  <a:pt x="81034" y="89763"/>
                  <a:pt x="81136" y="89712"/>
                </a:cubicBezTo>
                <a:close/>
                <a:moveTo>
                  <a:pt x="62964" y="94867"/>
                </a:moveTo>
                <a:lnTo>
                  <a:pt x="80753" y="109492"/>
                </a:lnTo>
                <a:lnTo>
                  <a:pt x="61050" y="109492"/>
                </a:lnTo>
                <a:lnTo>
                  <a:pt x="61764" y="102805"/>
                </a:lnTo>
                <a:lnTo>
                  <a:pt x="62607" y="94944"/>
                </a:lnTo>
                <a:lnTo>
                  <a:pt x="62658" y="94944"/>
                </a:lnTo>
                <a:cubicBezTo>
                  <a:pt x="62760" y="94944"/>
                  <a:pt x="62862" y="94918"/>
                  <a:pt x="62964" y="94867"/>
                </a:cubicBezTo>
                <a:close/>
                <a:moveTo>
                  <a:pt x="91779" y="103111"/>
                </a:moveTo>
                <a:lnTo>
                  <a:pt x="108726" y="106097"/>
                </a:lnTo>
                <a:lnTo>
                  <a:pt x="107450" y="109492"/>
                </a:lnTo>
                <a:lnTo>
                  <a:pt x="81366" y="109492"/>
                </a:lnTo>
                <a:lnTo>
                  <a:pt x="90656" y="103341"/>
                </a:lnTo>
                <a:cubicBezTo>
                  <a:pt x="90784" y="103468"/>
                  <a:pt x="90962" y="103571"/>
                  <a:pt x="91141" y="103571"/>
                </a:cubicBezTo>
                <a:cubicBezTo>
                  <a:pt x="91447" y="103571"/>
                  <a:pt x="91702" y="103366"/>
                  <a:pt x="91779" y="103111"/>
                </a:cubicBezTo>
                <a:close/>
                <a:moveTo>
                  <a:pt x="108905" y="106123"/>
                </a:moveTo>
                <a:lnTo>
                  <a:pt x="128021" y="109492"/>
                </a:lnTo>
                <a:lnTo>
                  <a:pt x="107654" y="109492"/>
                </a:lnTo>
                <a:lnTo>
                  <a:pt x="108905" y="106123"/>
                </a:lnTo>
                <a:close/>
                <a:moveTo>
                  <a:pt x="142160" y="103928"/>
                </a:moveTo>
                <a:cubicBezTo>
                  <a:pt x="142288" y="104107"/>
                  <a:pt x="142467" y="104234"/>
                  <a:pt x="142696" y="104260"/>
                </a:cubicBezTo>
                <a:lnTo>
                  <a:pt x="142696" y="109492"/>
                </a:lnTo>
                <a:lnTo>
                  <a:pt x="129833" y="109492"/>
                </a:lnTo>
                <a:cubicBezTo>
                  <a:pt x="129833" y="109466"/>
                  <a:pt x="129833" y="109441"/>
                  <a:pt x="129807" y="109415"/>
                </a:cubicBezTo>
                <a:lnTo>
                  <a:pt x="142160" y="103928"/>
                </a:lnTo>
                <a:close/>
                <a:moveTo>
                  <a:pt x="944" y="1"/>
                </a:moveTo>
                <a:cubicBezTo>
                  <a:pt x="638" y="1"/>
                  <a:pt x="383" y="256"/>
                  <a:pt x="383" y="588"/>
                </a:cubicBezTo>
                <a:cubicBezTo>
                  <a:pt x="383" y="868"/>
                  <a:pt x="587" y="1098"/>
                  <a:pt x="842" y="1149"/>
                </a:cubicBezTo>
                <a:lnTo>
                  <a:pt x="842" y="16462"/>
                </a:lnTo>
                <a:cubicBezTo>
                  <a:pt x="357" y="16514"/>
                  <a:pt x="0" y="16922"/>
                  <a:pt x="0" y="17407"/>
                </a:cubicBezTo>
                <a:cubicBezTo>
                  <a:pt x="0" y="17892"/>
                  <a:pt x="357" y="18300"/>
                  <a:pt x="842" y="18351"/>
                </a:cubicBezTo>
                <a:lnTo>
                  <a:pt x="842" y="37748"/>
                </a:lnTo>
                <a:cubicBezTo>
                  <a:pt x="357" y="37799"/>
                  <a:pt x="0" y="38208"/>
                  <a:pt x="0" y="38693"/>
                </a:cubicBezTo>
                <a:cubicBezTo>
                  <a:pt x="0" y="39177"/>
                  <a:pt x="357" y="39560"/>
                  <a:pt x="842" y="39611"/>
                </a:cubicBezTo>
                <a:lnTo>
                  <a:pt x="842" y="62607"/>
                </a:lnTo>
                <a:cubicBezTo>
                  <a:pt x="357" y="62658"/>
                  <a:pt x="0" y="63066"/>
                  <a:pt x="0" y="63551"/>
                </a:cubicBezTo>
                <a:cubicBezTo>
                  <a:pt x="0" y="64036"/>
                  <a:pt x="357" y="64445"/>
                  <a:pt x="842" y="64496"/>
                </a:cubicBezTo>
                <a:lnTo>
                  <a:pt x="842" y="76057"/>
                </a:lnTo>
                <a:cubicBezTo>
                  <a:pt x="536" y="76108"/>
                  <a:pt x="306" y="76364"/>
                  <a:pt x="306" y="76695"/>
                </a:cubicBezTo>
                <a:cubicBezTo>
                  <a:pt x="306" y="77053"/>
                  <a:pt x="587" y="77333"/>
                  <a:pt x="944" y="77333"/>
                </a:cubicBezTo>
                <a:cubicBezTo>
                  <a:pt x="1225" y="77333"/>
                  <a:pt x="1455" y="77180"/>
                  <a:pt x="1557" y="76925"/>
                </a:cubicBezTo>
                <a:lnTo>
                  <a:pt x="27105" y="82821"/>
                </a:lnTo>
                <a:cubicBezTo>
                  <a:pt x="27105" y="82872"/>
                  <a:pt x="27079" y="82897"/>
                  <a:pt x="27079" y="82923"/>
                </a:cubicBezTo>
                <a:cubicBezTo>
                  <a:pt x="27079" y="83459"/>
                  <a:pt x="27513" y="83867"/>
                  <a:pt x="28024" y="83867"/>
                </a:cubicBezTo>
                <a:cubicBezTo>
                  <a:pt x="28458" y="83867"/>
                  <a:pt x="28815" y="83586"/>
                  <a:pt x="28943" y="83204"/>
                </a:cubicBezTo>
                <a:lnTo>
                  <a:pt x="45711" y="86598"/>
                </a:lnTo>
                <a:cubicBezTo>
                  <a:pt x="45711" y="86598"/>
                  <a:pt x="45711" y="86624"/>
                  <a:pt x="45711" y="86624"/>
                </a:cubicBezTo>
                <a:cubicBezTo>
                  <a:pt x="45711" y="86955"/>
                  <a:pt x="45992" y="87236"/>
                  <a:pt x="46323" y="87236"/>
                </a:cubicBezTo>
                <a:cubicBezTo>
                  <a:pt x="46425" y="87236"/>
                  <a:pt x="46502" y="87211"/>
                  <a:pt x="46579" y="87185"/>
                </a:cubicBezTo>
                <a:lnTo>
                  <a:pt x="52449" y="96424"/>
                </a:lnTo>
                <a:cubicBezTo>
                  <a:pt x="52219" y="96577"/>
                  <a:pt x="52091" y="96858"/>
                  <a:pt x="52091" y="97139"/>
                </a:cubicBezTo>
                <a:cubicBezTo>
                  <a:pt x="52091" y="97675"/>
                  <a:pt x="52500" y="98083"/>
                  <a:pt x="53036" y="98083"/>
                </a:cubicBezTo>
                <a:cubicBezTo>
                  <a:pt x="53163" y="98083"/>
                  <a:pt x="53317" y="98058"/>
                  <a:pt x="53444" y="97981"/>
                </a:cubicBezTo>
                <a:lnTo>
                  <a:pt x="60846" y="109619"/>
                </a:lnTo>
                <a:lnTo>
                  <a:pt x="60820" y="109696"/>
                </a:lnTo>
                <a:lnTo>
                  <a:pt x="60871" y="109696"/>
                </a:lnTo>
                <a:lnTo>
                  <a:pt x="60999" y="109900"/>
                </a:lnTo>
                <a:lnTo>
                  <a:pt x="61024" y="109696"/>
                </a:lnTo>
                <a:lnTo>
                  <a:pt x="80932" y="109696"/>
                </a:lnTo>
                <a:lnTo>
                  <a:pt x="80932" y="109773"/>
                </a:lnTo>
                <a:lnTo>
                  <a:pt x="81008" y="109747"/>
                </a:lnTo>
                <a:lnTo>
                  <a:pt x="81136" y="109977"/>
                </a:lnTo>
                <a:lnTo>
                  <a:pt x="81136" y="109696"/>
                </a:lnTo>
                <a:lnTo>
                  <a:pt x="128506" y="109696"/>
                </a:lnTo>
                <a:cubicBezTo>
                  <a:pt x="128531" y="110028"/>
                  <a:pt x="128812" y="110283"/>
                  <a:pt x="129169" y="110283"/>
                </a:cubicBezTo>
                <a:cubicBezTo>
                  <a:pt x="129501" y="110283"/>
                  <a:pt x="129782" y="110028"/>
                  <a:pt x="129807" y="109696"/>
                </a:cubicBezTo>
                <a:lnTo>
                  <a:pt x="142875" y="109696"/>
                </a:lnTo>
                <a:lnTo>
                  <a:pt x="142875" y="104260"/>
                </a:lnTo>
                <a:cubicBezTo>
                  <a:pt x="143232" y="104209"/>
                  <a:pt x="143513" y="103902"/>
                  <a:pt x="143513" y="103545"/>
                </a:cubicBezTo>
                <a:cubicBezTo>
                  <a:pt x="143513" y="103188"/>
                  <a:pt x="143232" y="102881"/>
                  <a:pt x="142875" y="102830"/>
                </a:cubicBezTo>
                <a:lnTo>
                  <a:pt x="142875" y="82642"/>
                </a:lnTo>
                <a:lnTo>
                  <a:pt x="142875" y="82438"/>
                </a:lnTo>
                <a:lnTo>
                  <a:pt x="142875" y="77997"/>
                </a:lnTo>
                <a:lnTo>
                  <a:pt x="142875" y="77716"/>
                </a:lnTo>
                <a:lnTo>
                  <a:pt x="142875" y="55180"/>
                </a:lnTo>
                <a:cubicBezTo>
                  <a:pt x="143360" y="55129"/>
                  <a:pt x="143717" y="54721"/>
                  <a:pt x="143717" y="54236"/>
                </a:cubicBezTo>
                <a:cubicBezTo>
                  <a:pt x="143717" y="53725"/>
                  <a:pt x="143309" y="53291"/>
                  <a:pt x="142773" y="53291"/>
                </a:cubicBezTo>
                <a:cubicBezTo>
                  <a:pt x="142262" y="53291"/>
                  <a:pt x="141829" y="53725"/>
                  <a:pt x="141829" y="54236"/>
                </a:cubicBezTo>
                <a:cubicBezTo>
                  <a:pt x="141829" y="54516"/>
                  <a:pt x="141956" y="54746"/>
                  <a:pt x="142135" y="54925"/>
                </a:cubicBezTo>
                <a:lnTo>
                  <a:pt x="127791" y="73046"/>
                </a:lnTo>
                <a:lnTo>
                  <a:pt x="120160" y="61637"/>
                </a:lnTo>
                <a:cubicBezTo>
                  <a:pt x="120288" y="61510"/>
                  <a:pt x="120390" y="61305"/>
                  <a:pt x="120390" y="61101"/>
                </a:cubicBezTo>
                <a:cubicBezTo>
                  <a:pt x="120390" y="60693"/>
                  <a:pt x="120058" y="60361"/>
                  <a:pt x="119675" y="60361"/>
                </a:cubicBezTo>
                <a:cubicBezTo>
                  <a:pt x="119394" y="60361"/>
                  <a:pt x="119190" y="60489"/>
                  <a:pt x="119037" y="60693"/>
                </a:cubicBezTo>
                <a:lnTo>
                  <a:pt x="99283" y="51428"/>
                </a:lnTo>
                <a:cubicBezTo>
                  <a:pt x="99308" y="51326"/>
                  <a:pt x="99334" y="51224"/>
                  <a:pt x="99334" y="51122"/>
                </a:cubicBezTo>
                <a:cubicBezTo>
                  <a:pt x="99334" y="50586"/>
                  <a:pt x="98900" y="50178"/>
                  <a:pt x="98389" y="50178"/>
                </a:cubicBezTo>
                <a:cubicBezTo>
                  <a:pt x="97879" y="50178"/>
                  <a:pt x="97445" y="50612"/>
                  <a:pt x="97445" y="51122"/>
                </a:cubicBezTo>
                <a:cubicBezTo>
                  <a:pt x="97445" y="51250"/>
                  <a:pt x="97470" y="51377"/>
                  <a:pt x="97522" y="51505"/>
                </a:cubicBezTo>
                <a:lnTo>
                  <a:pt x="80957" y="60999"/>
                </a:lnTo>
                <a:lnTo>
                  <a:pt x="75955" y="58804"/>
                </a:lnTo>
                <a:cubicBezTo>
                  <a:pt x="75955" y="58779"/>
                  <a:pt x="75981" y="58728"/>
                  <a:pt x="75981" y="58677"/>
                </a:cubicBezTo>
                <a:cubicBezTo>
                  <a:pt x="75981" y="58370"/>
                  <a:pt x="75725" y="58115"/>
                  <a:pt x="75419" y="58115"/>
                </a:cubicBezTo>
                <a:cubicBezTo>
                  <a:pt x="75266" y="58115"/>
                  <a:pt x="75138" y="58166"/>
                  <a:pt x="75036" y="58268"/>
                </a:cubicBezTo>
                <a:lnTo>
                  <a:pt x="54235" y="42061"/>
                </a:lnTo>
                <a:cubicBezTo>
                  <a:pt x="54312" y="41934"/>
                  <a:pt x="54363" y="41755"/>
                  <a:pt x="54363" y="41577"/>
                </a:cubicBezTo>
                <a:cubicBezTo>
                  <a:pt x="54363" y="41041"/>
                  <a:pt x="53955" y="40632"/>
                  <a:pt x="53419" y="40632"/>
                </a:cubicBezTo>
                <a:cubicBezTo>
                  <a:pt x="53342" y="40632"/>
                  <a:pt x="53265" y="40632"/>
                  <a:pt x="53189" y="40658"/>
                </a:cubicBezTo>
                <a:lnTo>
                  <a:pt x="46732" y="24247"/>
                </a:lnTo>
                <a:cubicBezTo>
                  <a:pt x="47012" y="24119"/>
                  <a:pt x="47191" y="23838"/>
                  <a:pt x="47191" y="23507"/>
                </a:cubicBezTo>
                <a:cubicBezTo>
                  <a:pt x="47191" y="23047"/>
                  <a:pt x="46808" y="22664"/>
                  <a:pt x="46349" y="22664"/>
                </a:cubicBezTo>
                <a:cubicBezTo>
                  <a:pt x="45889" y="22664"/>
                  <a:pt x="45507" y="23022"/>
                  <a:pt x="45481" y="23456"/>
                </a:cubicBezTo>
                <a:lnTo>
                  <a:pt x="20265" y="25064"/>
                </a:lnTo>
                <a:lnTo>
                  <a:pt x="18325" y="17534"/>
                </a:lnTo>
                <a:cubicBezTo>
                  <a:pt x="18529" y="17432"/>
                  <a:pt x="18708" y="17203"/>
                  <a:pt x="18708" y="16947"/>
                </a:cubicBezTo>
                <a:cubicBezTo>
                  <a:pt x="18708" y="16590"/>
                  <a:pt x="18402" y="16309"/>
                  <a:pt x="18070" y="16309"/>
                </a:cubicBezTo>
                <a:cubicBezTo>
                  <a:pt x="17917" y="16309"/>
                  <a:pt x="17789" y="16360"/>
                  <a:pt x="17687" y="16437"/>
                </a:cubicBezTo>
                <a:lnTo>
                  <a:pt x="1429" y="894"/>
                </a:lnTo>
                <a:cubicBezTo>
                  <a:pt x="1480" y="817"/>
                  <a:pt x="1506" y="690"/>
                  <a:pt x="1506" y="588"/>
                </a:cubicBezTo>
                <a:cubicBezTo>
                  <a:pt x="1506" y="256"/>
                  <a:pt x="1251" y="1"/>
                  <a:pt x="9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39"/>
          </a:p>
        </p:txBody>
      </p:sp>
      <p:sp>
        <p:nvSpPr>
          <p:cNvPr id="168" name="Google Shape;168;p22"/>
          <p:cNvSpPr txBox="1">
            <a:spLocks noGrp="1"/>
          </p:cNvSpPr>
          <p:nvPr>
            <p:ph type="title"/>
          </p:nvPr>
        </p:nvSpPr>
        <p:spPr>
          <a:xfrm>
            <a:off x="1150875" y="712727"/>
            <a:ext cx="12314363" cy="9172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9pPr>
          </a:lstStyle>
          <a:p>
            <a:endParaRPr/>
          </a:p>
        </p:txBody>
      </p:sp>
      <p:sp>
        <p:nvSpPr>
          <p:cNvPr id="169" name="Google Shape;169;p22"/>
          <p:cNvSpPr txBox="1">
            <a:spLocks noGrp="1"/>
          </p:cNvSpPr>
          <p:nvPr>
            <p:ph type="subTitle" idx="1"/>
          </p:nvPr>
        </p:nvSpPr>
        <p:spPr>
          <a:xfrm>
            <a:off x="1769411" y="3765590"/>
            <a:ext cx="3461257" cy="28284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22"/>
          <p:cNvSpPr txBox="1">
            <a:spLocks noGrp="1"/>
          </p:cNvSpPr>
          <p:nvPr>
            <p:ph type="subTitle" idx="2"/>
          </p:nvPr>
        </p:nvSpPr>
        <p:spPr>
          <a:xfrm>
            <a:off x="5578146" y="3765587"/>
            <a:ext cx="3459818" cy="28284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22"/>
          <p:cNvSpPr txBox="1">
            <a:spLocks noGrp="1"/>
          </p:cNvSpPr>
          <p:nvPr>
            <p:ph type="subTitle" idx="3"/>
          </p:nvPr>
        </p:nvSpPr>
        <p:spPr>
          <a:xfrm>
            <a:off x="9385444" y="3765587"/>
            <a:ext cx="3459818" cy="282848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subTitle" idx="4"/>
          </p:nvPr>
        </p:nvSpPr>
        <p:spPr>
          <a:xfrm>
            <a:off x="1769411" y="2527357"/>
            <a:ext cx="3459818" cy="123815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subTitle" idx="5"/>
          </p:nvPr>
        </p:nvSpPr>
        <p:spPr>
          <a:xfrm>
            <a:off x="5577428" y="2527357"/>
            <a:ext cx="3459818" cy="123815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subTitle" idx="6"/>
          </p:nvPr>
        </p:nvSpPr>
        <p:spPr>
          <a:xfrm>
            <a:off x="9385445" y="2527356"/>
            <a:ext cx="3461257" cy="123815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None/>
              <a:defRPr sz="2400" b="1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3"/>
          <p:cNvSpPr txBox="1">
            <a:spLocks noGrp="1"/>
          </p:cNvSpPr>
          <p:nvPr>
            <p:ph type="title"/>
          </p:nvPr>
        </p:nvSpPr>
        <p:spPr>
          <a:xfrm>
            <a:off x="1150875" y="712727"/>
            <a:ext cx="12314363" cy="91720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 b="1"/>
            </a:lvl9pPr>
          </a:lstStyle>
          <a:p>
            <a:endParaRPr/>
          </a:p>
        </p:txBody>
      </p:sp>
      <p:sp>
        <p:nvSpPr>
          <p:cNvPr id="177" name="Google Shape;177;p23"/>
          <p:cNvSpPr txBox="1">
            <a:spLocks noGrp="1"/>
          </p:cNvSpPr>
          <p:nvPr>
            <p:ph type="subTitle" idx="1"/>
          </p:nvPr>
        </p:nvSpPr>
        <p:spPr>
          <a:xfrm>
            <a:off x="1860142" y="1840005"/>
            <a:ext cx="4742564" cy="842252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78" name="Google Shape;178;p23"/>
          <p:cNvSpPr txBox="1">
            <a:spLocks noGrp="1"/>
          </p:cNvSpPr>
          <p:nvPr>
            <p:ph type="subTitle" idx="2"/>
          </p:nvPr>
        </p:nvSpPr>
        <p:spPr>
          <a:xfrm>
            <a:off x="1860143" y="2682257"/>
            <a:ext cx="4742564" cy="1646066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23"/>
          <p:cNvSpPr txBox="1">
            <a:spLocks noGrp="1"/>
          </p:cNvSpPr>
          <p:nvPr>
            <p:ph type="subTitle" idx="3"/>
          </p:nvPr>
        </p:nvSpPr>
        <p:spPr>
          <a:xfrm>
            <a:off x="8013370" y="2682257"/>
            <a:ext cx="4742564" cy="1646066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3"/>
          <p:cNvSpPr txBox="1">
            <a:spLocks noGrp="1"/>
          </p:cNvSpPr>
          <p:nvPr>
            <p:ph type="subTitle" idx="4"/>
          </p:nvPr>
        </p:nvSpPr>
        <p:spPr>
          <a:xfrm>
            <a:off x="1860143" y="5432243"/>
            <a:ext cx="4742564" cy="1646066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23"/>
          <p:cNvSpPr txBox="1">
            <a:spLocks noGrp="1"/>
          </p:cNvSpPr>
          <p:nvPr>
            <p:ph type="subTitle" idx="5"/>
          </p:nvPr>
        </p:nvSpPr>
        <p:spPr>
          <a:xfrm>
            <a:off x="8013370" y="5432243"/>
            <a:ext cx="4742564" cy="1646066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3"/>
          <p:cNvSpPr txBox="1">
            <a:spLocks noGrp="1"/>
          </p:cNvSpPr>
          <p:nvPr>
            <p:ph type="subTitle" idx="6"/>
          </p:nvPr>
        </p:nvSpPr>
        <p:spPr>
          <a:xfrm>
            <a:off x="1860142" y="4589991"/>
            <a:ext cx="4742564" cy="842252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83" name="Google Shape;183;p23"/>
          <p:cNvSpPr txBox="1">
            <a:spLocks noGrp="1"/>
          </p:cNvSpPr>
          <p:nvPr>
            <p:ph type="subTitle" idx="7"/>
          </p:nvPr>
        </p:nvSpPr>
        <p:spPr>
          <a:xfrm>
            <a:off x="8013367" y="1840005"/>
            <a:ext cx="4742564" cy="842252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84" name="Google Shape;184;p23"/>
          <p:cNvSpPr txBox="1">
            <a:spLocks noGrp="1"/>
          </p:cNvSpPr>
          <p:nvPr>
            <p:ph type="subTitle" idx="8"/>
          </p:nvPr>
        </p:nvSpPr>
        <p:spPr>
          <a:xfrm>
            <a:off x="8013367" y="4589991"/>
            <a:ext cx="4742564" cy="842252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18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185" name="Google Shape;185;p23"/>
          <p:cNvGrpSpPr/>
          <p:nvPr/>
        </p:nvGrpSpPr>
        <p:grpSpPr>
          <a:xfrm>
            <a:off x="80" y="-3"/>
            <a:ext cx="14615915" cy="842239"/>
            <a:chOff x="62" y="-4"/>
            <a:chExt cx="9143876" cy="1028740"/>
          </a:xfrm>
        </p:grpSpPr>
        <p:sp>
          <p:nvSpPr>
            <p:cNvPr id="186" name="Google Shape;186;p23"/>
            <p:cNvSpPr/>
            <p:nvPr/>
          </p:nvSpPr>
          <p:spPr>
            <a:xfrm rot="10800000" flipH="1">
              <a:off x="62" y="-4"/>
              <a:ext cx="9143876" cy="1028740"/>
            </a:xfrm>
            <a:custGeom>
              <a:avLst/>
              <a:gdLst/>
              <a:ahLst/>
              <a:cxnLst/>
              <a:rect l="l" t="t" r="r" b="b"/>
              <a:pathLst>
                <a:path w="172942" h="19457" extrusionOk="0">
                  <a:moveTo>
                    <a:pt x="172941" y="0"/>
                  </a:moveTo>
                  <a:lnTo>
                    <a:pt x="1" y="16929"/>
                  </a:lnTo>
                  <a:lnTo>
                    <a:pt x="1" y="19456"/>
                  </a:lnTo>
                  <a:lnTo>
                    <a:pt x="172941" y="19456"/>
                  </a:lnTo>
                  <a:lnTo>
                    <a:pt x="1729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39"/>
            </a:p>
          </p:txBody>
        </p:sp>
        <p:sp>
          <p:nvSpPr>
            <p:cNvPr id="187" name="Google Shape;187;p23"/>
            <p:cNvSpPr/>
            <p:nvPr/>
          </p:nvSpPr>
          <p:spPr>
            <a:xfrm rot="10800000">
              <a:off x="62" y="-4"/>
              <a:ext cx="9143876" cy="1028740"/>
            </a:xfrm>
            <a:custGeom>
              <a:avLst/>
              <a:gdLst/>
              <a:ahLst/>
              <a:cxnLst/>
              <a:rect l="l" t="t" r="r" b="b"/>
              <a:pathLst>
                <a:path w="172942" h="19457" extrusionOk="0">
                  <a:moveTo>
                    <a:pt x="172941" y="0"/>
                  </a:moveTo>
                  <a:lnTo>
                    <a:pt x="1" y="16929"/>
                  </a:lnTo>
                  <a:lnTo>
                    <a:pt x="1" y="19456"/>
                  </a:lnTo>
                  <a:lnTo>
                    <a:pt x="172941" y="19456"/>
                  </a:lnTo>
                  <a:lnTo>
                    <a:pt x="1729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39"/>
            </a:p>
          </p:txBody>
        </p:sp>
      </p:grpSp>
      <p:sp>
        <p:nvSpPr>
          <p:cNvPr id="188" name="Google Shape;188;p23"/>
          <p:cNvSpPr/>
          <p:nvPr/>
        </p:nvSpPr>
        <p:spPr>
          <a:xfrm rot="1956605" flipH="1">
            <a:off x="-2588843" y="3988643"/>
            <a:ext cx="11265211" cy="8661233"/>
          </a:xfrm>
          <a:custGeom>
            <a:avLst/>
            <a:gdLst/>
            <a:ahLst/>
            <a:cxnLst/>
            <a:rect l="l" t="t" r="r" b="b"/>
            <a:pathLst>
              <a:path w="143718" h="110283" extrusionOk="0">
                <a:moveTo>
                  <a:pt x="1276" y="1047"/>
                </a:moveTo>
                <a:lnTo>
                  <a:pt x="17534" y="16565"/>
                </a:lnTo>
                <a:cubicBezTo>
                  <a:pt x="17483" y="16667"/>
                  <a:pt x="17457" y="16743"/>
                  <a:pt x="17432" y="16845"/>
                </a:cubicBezTo>
                <a:lnTo>
                  <a:pt x="1889" y="17279"/>
                </a:lnTo>
                <a:cubicBezTo>
                  <a:pt x="1812" y="16845"/>
                  <a:pt x="1480" y="16514"/>
                  <a:pt x="1046" y="16462"/>
                </a:cubicBezTo>
                <a:lnTo>
                  <a:pt x="1046" y="1149"/>
                </a:lnTo>
                <a:cubicBezTo>
                  <a:pt x="1123" y="1124"/>
                  <a:pt x="1225" y="1098"/>
                  <a:pt x="1276" y="1047"/>
                </a:cubicBezTo>
                <a:close/>
                <a:moveTo>
                  <a:pt x="17432" y="17050"/>
                </a:moveTo>
                <a:cubicBezTo>
                  <a:pt x="17457" y="17177"/>
                  <a:pt x="17508" y="17279"/>
                  <a:pt x="17585" y="17381"/>
                </a:cubicBezTo>
                <a:lnTo>
                  <a:pt x="11638" y="24936"/>
                </a:lnTo>
                <a:cubicBezTo>
                  <a:pt x="11485" y="24859"/>
                  <a:pt x="11306" y="24808"/>
                  <a:pt x="11128" y="24808"/>
                </a:cubicBezTo>
                <a:cubicBezTo>
                  <a:pt x="10873" y="24808"/>
                  <a:pt x="10643" y="24910"/>
                  <a:pt x="10464" y="25064"/>
                </a:cubicBezTo>
                <a:lnTo>
                  <a:pt x="1736" y="17917"/>
                </a:lnTo>
                <a:cubicBezTo>
                  <a:pt x="1812" y="17790"/>
                  <a:pt x="1863" y="17637"/>
                  <a:pt x="1889" y="17483"/>
                </a:cubicBezTo>
                <a:lnTo>
                  <a:pt x="17432" y="17050"/>
                </a:lnTo>
                <a:close/>
                <a:moveTo>
                  <a:pt x="17764" y="17483"/>
                </a:moveTo>
                <a:cubicBezTo>
                  <a:pt x="17840" y="17534"/>
                  <a:pt x="17942" y="17585"/>
                  <a:pt x="18070" y="17585"/>
                </a:cubicBezTo>
                <a:cubicBezTo>
                  <a:pt x="18070" y="17585"/>
                  <a:pt x="18095" y="17560"/>
                  <a:pt x="18121" y="17560"/>
                </a:cubicBezTo>
                <a:lnTo>
                  <a:pt x="20061" y="25089"/>
                </a:lnTo>
                <a:lnTo>
                  <a:pt x="12047" y="25574"/>
                </a:lnTo>
                <a:cubicBezTo>
                  <a:pt x="12021" y="25395"/>
                  <a:pt x="11919" y="25191"/>
                  <a:pt x="11791" y="25064"/>
                </a:cubicBezTo>
                <a:lnTo>
                  <a:pt x="17764" y="17483"/>
                </a:lnTo>
                <a:close/>
                <a:moveTo>
                  <a:pt x="20112" y="25268"/>
                </a:moveTo>
                <a:lnTo>
                  <a:pt x="22460" y="34405"/>
                </a:lnTo>
                <a:cubicBezTo>
                  <a:pt x="22332" y="34456"/>
                  <a:pt x="22230" y="34507"/>
                  <a:pt x="22128" y="34609"/>
                </a:cubicBezTo>
                <a:lnTo>
                  <a:pt x="14726" y="28560"/>
                </a:lnTo>
                <a:lnTo>
                  <a:pt x="11919" y="26263"/>
                </a:lnTo>
                <a:cubicBezTo>
                  <a:pt x="12021" y="26135"/>
                  <a:pt x="12072" y="25957"/>
                  <a:pt x="12072" y="25778"/>
                </a:cubicBezTo>
                <a:lnTo>
                  <a:pt x="20112" y="25268"/>
                </a:lnTo>
                <a:close/>
                <a:moveTo>
                  <a:pt x="45507" y="23660"/>
                </a:moveTo>
                <a:cubicBezTo>
                  <a:pt x="45507" y="23711"/>
                  <a:pt x="45532" y="23762"/>
                  <a:pt x="45532" y="23787"/>
                </a:cubicBezTo>
                <a:lnTo>
                  <a:pt x="23583" y="34762"/>
                </a:lnTo>
                <a:cubicBezTo>
                  <a:pt x="23404" y="34507"/>
                  <a:pt x="23123" y="34328"/>
                  <a:pt x="22792" y="34328"/>
                </a:cubicBezTo>
                <a:cubicBezTo>
                  <a:pt x="22741" y="34328"/>
                  <a:pt x="22690" y="34328"/>
                  <a:pt x="22664" y="34354"/>
                </a:cubicBezTo>
                <a:lnTo>
                  <a:pt x="20316" y="25242"/>
                </a:lnTo>
                <a:lnTo>
                  <a:pt x="45507" y="23660"/>
                </a:lnTo>
                <a:close/>
                <a:moveTo>
                  <a:pt x="45634" y="23966"/>
                </a:moveTo>
                <a:cubicBezTo>
                  <a:pt x="45634" y="23992"/>
                  <a:pt x="45634" y="23992"/>
                  <a:pt x="45634" y="23992"/>
                </a:cubicBezTo>
                <a:lnTo>
                  <a:pt x="30908" y="36855"/>
                </a:lnTo>
                <a:lnTo>
                  <a:pt x="23736" y="35375"/>
                </a:lnTo>
                <a:cubicBezTo>
                  <a:pt x="23736" y="35349"/>
                  <a:pt x="23736" y="35298"/>
                  <a:pt x="23736" y="35273"/>
                </a:cubicBezTo>
                <a:cubicBezTo>
                  <a:pt x="23736" y="35170"/>
                  <a:pt x="23710" y="35043"/>
                  <a:pt x="23685" y="34941"/>
                </a:cubicBezTo>
                <a:lnTo>
                  <a:pt x="45634" y="23966"/>
                </a:lnTo>
                <a:close/>
                <a:moveTo>
                  <a:pt x="1608" y="18070"/>
                </a:moveTo>
                <a:lnTo>
                  <a:pt x="10337" y="25217"/>
                </a:lnTo>
                <a:cubicBezTo>
                  <a:pt x="10235" y="25370"/>
                  <a:pt x="10183" y="25548"/>
                  <a:pt x="10183" y="25753"/>
                </a:cubicBezTo>
                <a:cubicBezTo>
                  <a:pt x="10183" y="26008"/>
                  <a:pt x="10311" y="26238"/>
                  <a:pt x="10464" y="26416"/>
                </a:cubicBezTo>
                <a:lnTo>
                  <a:pt x="1455" y="37876"/>
                </a:lnTo>
                <a:cubicBezTo>
                  <a:pt x="1327" y="37799"/>
                  <a:pt x="1200" y="37774"/>
                  <a:pt x="1046" y="37748"/>
                </a:cubicBezTo>
                <a:lnTo>
                  <a:pt x="1046" y="18351"/>
                </a:lnTo>
                <a:cubicBezTo>
                  <a:pt x="1276" y="18326"/>
                  <a:pt x="1455" y="18224"/>
                  <a:pt x="1608" y="18070"/>
                </a:cubicBezTo>
                <a:close/>
                <a:moveTo>
                  <a:pt x="11791" y="26416"/>
                </a:moveTo>
                <a:lnTo>
                  <a:pt x="21924" y="34686"/>
                </a:lnTo>
                <a:lnTo>
                  <a:pt x="22000" y="34762"/>
                </a:lnTo>
                <a:cubicBezTo>
                  <a:pt x="21898" y="34915"/>
                  <a:pt x="21847" y="35094"/>
                  <a:pt x="21847" y="35273"/>
                </a:cubicBezTo>
                <a:cubicBezTo>
                  <a:pt x="21847" y="35298"/>
                  <a:pt x="21847" y="35324"/>
                  <a:pt x="21847" y="35324"/>
                </a:cubicBezTo>
                <a:lnTo>
                  <a:pt x="10822" y="37034"/>
                </a:lnTo>
                <a:lnTo>
                  <a:pt x="1863" y="38437"/>
                </a:lnTo>
                <a:cubicBezTo>
                  <a:pt x="1812" y="38284"/>
                  <a:pt x="1736" y="38131"/>
                  <a:pt x="1608" y="38003"/>
                </a:cubicBezTo>
                <a:lnTo>
                  <a:pt x="10643" y="26544"/>
                </a:lnTo>
                <a:cubicBezTo>
                  <a:pt x="10770" y="26620"/>
                  <a:pt x="10949" y="26697"/>
                  <a:pt x="11128" y="26697"/>
                </a:cubicBezTo>
                <a:cubicBezTo>
                  <a:pt x="11383" y="26697"/>
                  <a:pt x="11638" y="26569"/>
                  <a:pt x="11791" y="26416"/>
                </a:cubicBezTo>
                <a:close/>
                <a:moveTo>
                  <a:pt x="45762" y="24145"/>
                </a:moveTo>
                <a:cubicBezTo>
                  <a:pt x="45915" y="24272"/>
                  <a:pt x="46119" y="24349"/>
                  <a:pt x="46323" y="24349"/>
                </a:cubicBezTo>
                <a:cubicBezTo>
                  <a:pt x="46400" y="24349"/>
                  <a:pt x="46476" y="24349"/>
                  <a:pt x="46553" y="24323"/>
                </a:cubicBezTo>
                <a:lnTo>
                  <a:pt x="52985" y="40734"/>
                </a:lnTo>
                <a:cubicBezTo>
                  <a:pt x="52781" y="40836"/>
                  <a:pt x="52602" y="41041"/>
                  <a:pt x="52525" y="41270"/>
                </a:cubicBezTo>
                <a:lnTo>
                  <a:pt x="31163" y="36906"/>
                </a:lnTo>
                <a:lnTo>
                  <a:pt x="45762" y="24145"/>
                </a:lnTo>
                <a:close/>
                <a:moveTo>
                  <a:pt x="23685" y="35579"/>
                </a:moveTo>
                <a:lnTo>
                  <a:pt x="23813" y="35604"/>
                </a:lnTo>
                <a:lnTo>
                  <a:pt x="30729" y="37008"/>
                </a:lnTo>
                <a:lnTo>
                  <a:pt x="18836" y="47396"/>
                </a:lnTo>
                <a:cubicBezTo>
                  <a:pt x="18810" y="47370"/>
                  <a:pt x="18759" y="47345"/>
                  <a:pt x="18734" y="47319"/>
                </a:cubicBezTo>
                <a:lnTo>
                  <a:pt x="21158" y="40275"/>
                </a:lnTo>
                <a:lnTo>
                  <a:pt x="22562" y="36191"/>
                </a:lnTo>
                <a:cubicBezTo>
                  <a:pt x="22638" y="36217"/>
                  <a:pt x="22715" y="36217"/>
                  <a:pt x="22792" y="36217"/>
                </a:cubicBezTo>
                <a:cubicBezTo>
                  <a:pt x="23200" y="36217"/>
                  <a:pt x="23557" y="35962"/>
                  <a:pt x="23685" y="35579"/>
                </a:cubicBezTo>
                <a:close/>
                <a:moveTo>
                  <a:pt x="21873" y="35528"/>
                </a:moveTo>
                <a:cubicBezTo>
                  <a:pt x="21949" y="35783"/>
                  <a:pt x="22128" y="36013"/>
                  <a:pt x="22383" y="36140"/>
                </a:cubicBezTo>
                <a:lnTo>
                  <a:pt x="20980" y="40224"/>
                </a:lnTo>
                <a:lnTo>
                  <a:pt x="18555" y="47243"/>
                </a:lnTo>
                <a:lnTo>
                  <a:pt x="18453" y="47243"/>
                </a:lnTo>
                <a:cubicBezTo>
                  <a:pt x="18249" y="47243"/>
                  <a:pt x="18070" y="47345"/>
                  <a:pt x="17942" y="47498"/>
                </a:cubicBezTo>
                <a:lnTo>
                  <a:pt x="12404" y="44563"/>
                </a:lnTo>
                <a:lnTo>
                  <a:pt x="1812" y="39024"/>
                </a:lnTo>
                <a:cubicBezTo>
                  <a:pt x="1863" y="38922"/>
                  <a:pt x="1889" y="38820"/>
                  <a:pt x="1889" y="38693"/>
                </a:cubicBezTo>
                <a:cubicBezTo>
                  <a:pt x="1889" y="38667"/>
                  <a:pt x="1889" y="38641"/>
                  <a:pt x="1889" y="38641"/>
                </a:cubicBezTo>
                <a:lnTo>
                  <a:pt x="21873" y="35528"/>
                </a:lnTo>
                <a:close/>
                <a:moveTo>
                  <a:pt x="30959" y="37059"/>
                </a:moveTo>
                <a:lnTo>
                  <a:pt x="52474" y="41474"/>
                </a:lnTo>
                <a:cubicBezTo>
                  <a:pt x="52474" y="41500"/>
                  <a:pt x="52474" y="41551"/>
                  <a:pt x="52474" y="41577"/>
                </a:cubicBezTo>
                <a:cubicBezTo>
                  <a:pt x="52474" y="41602"/>
                  <a:pt x="52474" y="41602"/>
                  <a:pt x="52500" y="41628"/>
                </a:cubicBezTo>
                <a:lnTo>
                  <a:pt x="44282" y="43108"/>
                </a:lnTo>
                <a:lnTo>
                  <a:pt x="19014" y="47651"/>
                </a:lnTo>
                <a:cubicBezTo>
                  <a:pt x="18989" y="47600"/>
                  <a:pt x="18989" y="47574"/>
                  <a:pt x="18963" y="47523"/>
                </a:cubicBezTo>
                <a:lnTo>
                  <a:pt x="30959" y="37059"/>
                </a:lnTo>
                <a:close/>
                <a:moveTo>
                  <a:pt x="52653" y="42113"/>
                </a:moveTo>
                <a:cubicBezTo>
                  <a:pt x="52704" y="42189"/>
                  <a:pt x="52781" y="42240"/>
                  <a:pt x="52832" y="42317"/>
                </a:cubicBezTo>
                <a:lnTo>
                  <a:pt x="45992" y="53036"/>
                </a:lnTo>
                <a:cubicBezTo>
                  <a:pt x="45864" y="52985"/>
                  <a:pt x="45736" y="52934"/>
                  <a:pt x="45583" y="52934"/>
                </a:cubicBezTo>
                <a:cubicBezTo>
                  <a:pt x="45124" y="52934"/>
                  <a:pt x="44766" y="53240"/>
                  <a:pt x="44664" y="53623"/>
                </a:cubicBezTo>
                <a:lnTo>
                  <a:pt x="34864" y="52066"/>
                </a:lnTo>
                <a:lnTo>
                  <a:pt x="35604" y="51632"/>
                </a:lnTo>
                <a:lnTo>
                  <a:pt x="45966" y="45839"/>
                </a:lnTo>
                <a:lnTo>
                  <a:pt x="52653" y="42113"/>
                </a:lnTo>
                <a:close/>
                <a:moveTo>
                  <a:pt x="53010" y="42419"/>
                </a:moveTo>
                <a:cubicBezTo>
                  <a:pt x="53138" y="42470"/>
                  <a:pt x="53265" y="42521"/>
                  <a:pt x="53419" y="42521"/>
                </a:cubicBezTo>
                <a:cubicBezTo>
                  <a:pt x="53546" y="42521"/>
                  <a:pt x="53648" y="42495"/>
                  <a:pt x="53750" y="42444"/>
                </a:cubicBezTo>
                <a:lnTo>
                  <a:pt x="60616" y="56201"/>
                </a:lnTo>
                <a:lnTo>
                  <a:pt x="60616" y="56201"/>
                </a:lnTo>
                <a:lnTo>
                  <a:pt x="51709" y="54772"/>
                </a:lnTo>
                <a:lnTo>
                  <a:pt x="46502" y="53929"/>
                </a:lnTo>
                <a:cubicBezTo>
                  <a:pt x="46502" y="53904"/>
                  <a:pt x="46528" y="53904"/>
                  <a:pt x="46528" y="53878"/>
                </a:cubicBezTo>
                <a:cubicBezTo>
                  <a:pt x="46528" y="53572"/>
                  <a:pt x="46374" y="53317"/>
                  <a:pt x="46170" y="53138"/>
                </a:cubicBezTo>
                <a:lnTo>
                  <a:pt x="46579" y="52500"/>
                </a:lnTo>
                <a:lnTo>
                  <a:pt x="53010" y="42419"/>
                </a:lnTo>
                <a:close/>
                <a:moveTo>
                  <a:pt x="52525" y="41832"/>
                </a:moveTo>
                <a:cubicBezTo>
                  <a:pt x="52525" y="41857"/>
                  <a:pt x="52551" y="41908"/>
                  <a:pt x="52551" y="41934"/>
                </a:cubicBezTo>
                <a:lnTo>
                  <a:pt x="42163" y="47753"/>
                </a:lnTo>
                <a:lnTo>
                  <a:pt x="34557" y="51990"/>
                </a:lnTo>
                <a:lnTo>
                  <a:pt x="34430" y="51990"/>
                </a:lnTo>
                <a:lnTo>
                  <a:pt x="34455" y="52041"/>
                </a:lnTo>
                <a:lnTo>
                  <a:pt x="26901" y="56277"/>
                </a:lnTo>
                <a:lnTo>
                  <a:pt x="23557" y="58141"/>
                </a:lnTo>
                <a:cubicBezTo>
                  <a:pt x="23379" y="57911"/>
                  <a:pt x="23098" y="57732"/>
                  <a:pt x="22792" y="57732"/>
                </a:cubicBezTo>
                <a:cubicBezTo>
                  <a:pt x="22690" y="57732"/>
                  <a:pt x="22613" y="57758"/>
                  <a:pt x="22536" y="57783"/>
                </a:cubicBezTo>
                <a:lnTo>
                  <a:pt x="19857" y="51096"/>
                </a:lnTo>
                <a:lnTo>
                  <a:pt x="18759" y="48391"/>
                </a:lnTo>
                <a:cubicBezTo>
                  <a:pt x="18938" y="48263"/>
                  <a:pt x="19065" y="48085"/>
                  <a:pt x="19065" y="47855"/>
                </a:cubicBezTo>
                <a:lnTo>
                  <a:pt x="24987" y="46783"/>
                </a:lnTo>
                <a:lnTo>
                  <a:pt x="52525" y="41832"/>
                </a:lnTo>
                <a:close/>
                <a:moveTo>
                  <a:pt x="54108" y="42215"/>
                </a:moveTo>
                <a:lnTo>
                  <a:pt x="74909" y="58421"/>
                </a:lnTo>
                <a:cubicBezTo>
                  <a:pt x="74909" y="58447"/>
                  <a:pt x="74883" y="58472"/>
                  <a:pt x="74883" y="58498"/>
                </a:cubicBezTo>
                <a:lnTo>
                  <a:pt x="60871" y="56226"/>
                </a:lnTo>
                <a:lnTo>
                  <a:pt x="53929" y="42368"/>
                </a:lnTo>
                <a:cubicBezTo>
                  <a:pt x="54006" y="42317"/>
                  <a:pt x="54057" y="42266"/>
                  <a:pt x="54108" y="42215"/>
                </a:cubicBezTo>
                <a:close/>
                <a:moveTo>
                  <a:pt x="60973" y="56456"/>
                </a:moveTo>
                <a:lnTo>
                  <a:pt x="74858" y="58702"/>
                </a:lnTo>
                <a:lnTo>
                  <a:pt x="63321" y="61203"/>
                </a:lnTo>
                <a:lnTo>
                  <a:pt x="60973" y="56456"/>
                </a:lnTo>
                <a:close/>
                <a:moveTo>
                  <a:pt x="46476" y="54134"/>
                </a:moveTo>
                <a:lnTo>
                  <a:pt x="60718" y="56405"/>
                </a:lnTo>
                <a:lnTo>
                  <a:pt x="63117" y="61229"/>
                </a:lnTo>
                <a:lnTo>
                  <a:pt x="58447" y="62250"/>
                </a:lnTo>
                <a:cubicBezTo>
                  <a:pt x="58370" y="61969"/>
                  <a:pt x="58115" y="61790"/>
                  <a:pt x="57808" y="61790"/>
                </a:cubicBezTo>
                <a:cubicBezTo>
                  <a:pt x="57604" y="61790"/>
                  <a:pt x="57426" y="61867"/>
                  <a:pt x="57298" y="61995"/>
                </a:cubicBezTo>
                <a:lnTo>
                  <a:pt x="46400" y="54338"/>
                </a:lnTo>
                <a:cubicBezTo>
                  <a:pt x="46425" y="54261"/>
                  <a:pt x="46451" y="54185"/>
                  <a:pt x="46476" y="54134"/>
                </a:cubicBezTo>
                <a:close/>
                <a:moveTo>
                  <a:pt x="1736" y="39203"/>
                </a:moveTo>
                <a:lnTo>
                  <a:pt x="4543" y="40683"/>
                </a:lnTo>
                <a:lnTo>
                  <a:pt x="17866" y="47676"/>
                </a:lnTo>
                <a:cubicBezTo>
                  <a:pt x="17840" y="47727"/>
                  <a:pt x="17815" y="47779"/>
                  <a:pt x="17815" y="47855"/>
                </a:cubicBezTo>
                <a:cubicBezTo>
                  <a:pt x="17815" y="47983"/>
                  <a:pt x="17866" y="48085"/>
                  <a:pt x="17917" y="48187"/>
                </a:cubicBezTo>
                <a:lnTo>
                  <a:pt x="1940" y="62530"/>
                </a:lnTo>
                <a:lnTo>
                  <a:pt x="1582" y="62862"/>
                </a:lnTo>
                <a:cubicBezTo>
                  <a:pt x="1429" y="62735"/>
                  <a:pt x="1251" y="62633"/>
                  <a:pt x="1046" y="62607"/>
                </a:cubicBezTo>
                <a:lnTo>
                  <a:pt x="1046" y="39611"/>
                </a:lnTo>
                <a:cubicBezTo>
                  <a:pt x="1327" y="39586"/>
                  <a:pt x="1582" y="39433"/>
                  <a:pt x="1736" y="39203"/>
                </a:cubicBezTo>
                <a:close/>
                <a:moveTo>
                  <a:pt x="18070" y="48340"/>
                </a:moveTo>
                <a:cubicBezTo>
                  <a:pt x="18172" y="48417"/>
                  <a:pt x="18300" y="48468"/>
                  <a:pt x="18453" y="48468"/>
                </a:cubicBezTo>
                <a:lnTo>
                  <a:pt x="18580" y="48468"/>
                </a:lnTo>
                <a:lnTo>
                  <a:pt x="22358" y="57860"/>
                </a:lnTo>
                <a:cubicBezTo>
                  <a:pt x="22051" y="58013"/>
                  <a:pt x="21847" y="58319"/>
                  <a:pt x="21847" y="58677"/>
                </a:cubicBezTo>
                <a:cubicBezTo>
                  <a:pt x="21847" y="58728"/>
                  <a:pt x="21847" y="58753"/>
                  <a:pt x="21847" y="58779"/>
                </a:cubicBezTo>
                <a:lnTo>
                  <a:pt x="1838" y="63245"/>
                </a:lnTo>
                <a:cubicBezTo>
                  <a:pt x="1812" y="63169"/>
                  <a:pt x="1761" y="63066"/>
                  <a:pt x="1710" y="62990"/>
                </a:cubicBezTo>
                <a:lnTo>
                  <a:pt x="7019" y="58243"/>
                </a:lnTo>
                <a:lnTo>
                  <a:pt x="18070" y="48340"/>
                </a:lnTo>
                <a:close/>
                <a:moveTo>
                  <a:pt x="46272" y="54491"/>
                </a:moveTo>
                <a:lnTo>
                  <a:pt x="57196" y="62173"/>
                </a:lnTo>
                <a:cubicBezTo>
                  <a:pt x="57145" y="62275"/>
                  <a:pt x="57119" y="62377"/>
                  <a:pt x="57119" y="62479"/>
                </a:cubicBezTo>
                <a:cubicBezTo>
                  <a:pt x="57119" y="62505"/>
                  <a:pt x="57119" y="62505"/>
                  <a:pt x="57119" y="62530"/>
                </a:cubicBezTo>
                <a:lnTo>
                  <a:pt x="46732" y="64776"/>
                </a:lnTo>
                <a:cubicBezTo>
                  <a:pt x="46604" y="64419"/>
                  <a:pt x="46298" y="64164"/>
                  <a:pt x="45915" y="64113"/>
                </a:cubicBezTo>
                <a:lnTo>
                  <a:pt x="45685" y="54823"/>
                </a:lnTo>
                <a:cubicBezTo>
                  <a:pt x="45915" y="54797"/>
                  <a:pt x="46145" y="54670"/>
                  <a:pt x="46272" y="54491"/>
                </a:cubicBezTo>
                <a:close/>
                <a:moveTo>
                  <a:pt x="99206" y="51607"/>
                </a:moveTo>
                <a:lnTo>
                  <a:pt x="118960" y="60872"/>
                </a:lnTo>
                <a:cubicBezTo>
                  <a:pt x="118935" y="60948"/>
                  <a:pt x="118935" y="61025"/>
                  <a:pt x="118935" y="61101"/>
                </a:cubicBezTo>
                <a:cubicBezTo>
                  <a:pt x="118935" y="61127"/>
                  <a:pt x="118935" y="61127"/>
                  <a:pt x="118935" y="61152"/>
                </a:cubicBezTo>
                <a:lnTo>
                  <a:pt x="103009" y="64802"/>
                </a:lnTo>
                <a:lnTo>
                  <a:pt x="98772" y="51990"/>
                </a:lnTo>
                <a:cubicBezTo>
                  <a:pt x="98951" y="51913"/>
                  <a:pt x="99104" y="51760"/>
                  <a:pt x="99206" y="51607"/>
                </a:cubicBezTo>
                <a:close/>
                <a:moveTo>
                  <a:pt x="34685" y="52219"/>
                </a:moveTo>
                <a:lnTo>
                  <a:pt x="44639" y="53827"/>
                </a:lnTo>
                <a:cubicBezTo>
                  <a:pt x="44639" y="53853"/>
                  <a:pt x="44639" y="53853"/>
                  <a:pt x="44639" y="53878"/>
                </a:cubicBezTo>
                <a:cubicBezTo>
                  <a:pt x="44639" y="54185"/>
                  <a:pt x="44766" y="54440"/>
                  <a:pt x="44996" y="54619"/>
                </a:cubicBezTo>
                <a:lnTo>
                  <a:pt x="40989" y="60897"/>
                </a:lnTo>
                <a:lnTo>
                  <a:pt x="37493" y="66333"/>
                </a:lnTo>
                <a:cubicBezTo>
                  <a:pt x="37416" y="66308"/>
                  <a:pt x="37339" y="66282"/>
                  <a:pt x="37237" y="66257"/>
                </a:cubicBezTo>
                <a:lnTo>
                  <a:pt x="34685" y="52219"/>
                </a:lnTo>
                <a:close/>
                <a:moveTo>
                  <a:pt x="34481" y="52270"/>
                </a:moveTo>
                <a:lnTo>
                  <a:pt x="37033" y="66282"/>
                </a:lnTo>
                <a:cubicBezTo>
                  <a:pt x="36906" y="66308"/>
                  <a:pt x="36778" y="66359"/>
                  <a:pt x="36676" y="66461"/>
                </a:cubicBezTo>
                <a:lnTo>
                  <a:pt x="23659" y="59059"/>
                </a:lnTo>
                <a:cubicBezTo>
                  <a:pt x="23710" y="58957"/>
                  <a:pt x="23736" y="58830"/>
                  <a:pt x="23736" y="58677"/>
                </a:cubicBezTo>
                <a:cubicBezTo>
                  <a:pt x="23736" y="58549"/>
                  <a:pt x="23710" y="58421"/>
                  <a:pt x="23659" y="58319"/>
                </a:cubicBezTo>
                <a:lnTo>
                  <a:pt x="34481" y="52270"/>
                </a:lnTo>
                <a:close/>
                <a:moveTo>
                  <a:pt x="97624" y="51683"/>
                </a:moveTo>
                <a:cubicBezTo>
                  <a:pt x="97726" y="51811"/>
                  <a:pt x="97879" y="51939"/>
                  <a:pt x="98057" y="51990"/>
                </a:cubicBezTo>
                <a:lnTo>
                  <a:pt x="94229" y="66206"/>
                </a:lnTo>
                <a:lnTo>
                  <a:pt x="94127" y="66206"/>
                </a:lnTo>
                <a:cubicBezTo>
                  <a:pt x="93872" y="66206"/>
                  <a:pt x="93668" y="66333"/>
                  <a:pt x="93540" y="66538"/>
                </a:cubicBezTo>
                <a:lnTo>
                  <a:pt x="81162" y="61101"/>
                </a:lnTo>
                <a:lnTo>
                  <a:pt x="97624" y="51683"/>
                </a:lnTo>
                <a:close/>
                <a:moveTo>
                  <a:pt x="98593" y="52041"/>
                </a:moveTo>
                <a:lnTo>
                  <a:pt x="102805" y="64828"/>
                </a:lnTo>
                <a:lnTo>
                  <a:pt x="94791" y="66665"/>
                </a:lnTo>
                <a:cubicBezTo>
                  <a:pt x="94714" y="66486"/>
                  <a:pt x="94586" y="66333"/>
                  <a:pt x="94408" y="66257"/>
                </a:cubicBezTo>
                <a:lnTo>
                  <a:pt x="98236" y="52041"/>
                </a:lnTo>
                <a:cubicBezTo>
                  <a:pt x="98287" y="52066"/>
                  <a:pt x="98338" y="52066"/>
                  <a:pt x="98389" y="52066"/>
                </a:cubicBezTo>
                <a:cubicBezTo>
                  <a:pt x="98466" y="52066"/>
                  <a:pt x="98517" y="52066"/>
                  <a:pt x="98593" y="52041"/>
                </a:cubicBezTo>
                <a:close/>
                <a:moveTo>
                  <a:pt x="45149" y="54721"/>
                </a:moveTo>
                <a:cubicBezTo>
                  <a:pt x="45251" y="54772"/>
                  <a:pt x="45379" y="54797"/>
                  <a:pt x="45507" y="54823"/>
                </a:cubicBezTo>
                <a:lnTo>
                  <a:pt x="45711" y="64138"/>
                </a:lnTo>
                <a:cubicBezTo>
                  <a:pt x="45251" y="64189"/>
                  <a:pt x="44894" y="64572"/>
                  <a:pt x="44894" y="65057"/>
                </a:cubicBezTo>
                <a:cubicBezTo>
                  <a:pt x="44894" y="65108"/>
                  <a:pt x="44894" y="65134"/>
                  <a:pt x="44894" y="65159"/>
                </a:cubicBezTo>
                <a:lnTo>
                  <a:pt x="37850" y="66691"/>
                </a:lnTo>
                <a:cubicBezTo>
                  <a:pt x="37799" y="66589"/>
                  <a:pt x="37748" y="66512"/>
                  <a:pt x="37671" y="66461"/>
                </a:cubicBezTo>
                <a:lnTo>
                  <a:pt x="40223" y="62454"/>
                </a:lnTo>
                <a:lnTo>
                  <a:pt x="45149" y="54721"/>
                </a:lnTo>
                <a:close/>
                <a:moveTo>
                  <a:pt x="74909" y="58906"/>
                </a:moveTo>
                <a:cubicBezTo>
                  <a:pt x="74909" y="58957"/>
                  <a:pt x="74960" y="59008"/>
                  <a:pt x="74985" y="59059"/>
                </a:cubicBezTo>
                <a:lnTo>
                  <a:pt x="67635" y="68248"/>
                </a:lnTo>
                <a:cubicBezTo>
                  <a:pt x="67507" y="68145"/>
                  <a:pt x="67328" y="68094"/>
                  <a:pt x="67150" y="68094"/>
                </a:cubicBezTo>
                <a:cubicBezTo>
                  <a:pt x="67022" y="68094"/>
                  <a:pt x="66920" y="68120"/>
                  <a:pt x="66818" y="68145"/>
                </a:cubicBezTo>
                <a:lnTo>
                  <a:pt x="63423" y="61382"/>
                </a:lnTo>
                <a:lnTo>
                  <a:pt x="74909" y="58906"/>
                </a:lnTo>
                <a:close/>
                <a:moveTo>
                  <a:pt x="63219" y="61408"/>
                </a:moveTo>
                <a:lnTo>
                  <a:pt x="66614" y="68248"/>
                </a:lnTo>
                <a:cubicBezTo>
                  <a:pt x="66563" y="68299"/>
                  <a:pt x="66486" y="68350"/>
                  <a:pt x="66435" y="68426"/>
                </a:cubicBezTo>
                <a:lnTo>
                  <a:pt x="58421" y="62786"/>
                </a:lnTo>
                <a:cubicBezTo>
                  <a:pt x="58472" y="62709"/>
                  <a:pt x="58498" y="62582"/>
                  <a:pt x="58498" y="62479"/>
                </a:cubicBezTo>
                <a:cubicBezTo>
                  <a:pt x="58498" y="62454"/>
                  <a:pt x="58498" y="62454"/>
                  <a:pt x="58498" y="62428"/>
                </a:cubicBezTo>
                <a:lnTo>
                  <a:pt x="63219" y="61408"/>
                </a:lnTo>
                <a:close/>
                <a:moveTo>
                  <a:pt x="75878" y="59008"/>
                </a:moveTo>
                <a:lnTo>
                  <a:pt x="80728" y="61127"/>
                </a:lnTo>
                <a:lnTo>
                  <a:pt x="67915" y="68477"/>
                </a:lnTo>
                <a:cubicBezTo>
                  <a:pt x="67864" y="68452"/>
                  <a:pt x="67839" y="68401"/>
                  <a:pt x="67813" y="68375"/>
                </a:cubicBezTo>
                <a:lnTo>
                  <a:pt x="75138" y="59187"/>
                </a:lnTo>
                <a:cubicBezTo>
                  <a:pt x="75215" y="59213"/>
                  <a:pt x="75317" y="59238"/>
                  <a:pt x="75419" y="59238"/>
                </a:cubicBezTo>
                <a:cubicBezTo>
                  <a:pt x="75598" y="59238"/>
                  <a:pt x="75776" y="59136"/>
                  <a:pt x="75878" y="59008"/>
                </a:cubicBezTo>
                <a:close/>
                <a:moveTo>
                  <a:pt x="80957" y="61229"/>
                </a:moveTo>
                <a:lnTo>
                  <a:pt x="93463" y="66716"/>
                </a:lnTo>
                <a:cubicBezTo>
                  <a:pt x="93438" y="66767"/>
                  <a:pt x="93438" y="66818"/>
                  <a:pt x="93438" y="66869"/>
                </a:cubicBezTo>
                <a:lnTo>
                  <a:pt x="84964" y="67533"/>
                </a:lnTo>
                <a:lnTo>
                  <a:pt x="68069" y="68860"/>
                </a:lnTo>
                <a:cubicBezTo>
                  <a:pt x="68043" y="68783"/>
                  <a:pt x="68017" y="68732"/>
                  <a:pt x="67992" y="68656"/>
                </a:cubicBezTo>
                <a:lnTo>
                  <a:pt x="80957" y="61229"/>
                </a:lnTo>
                <a:close/>
                <a:moveTo>
                  <a:pt x="118986" y="61356"/>
                </a:moveTo>
                <a:lnTo>
                  <a:pt x="110997" y="65746"/>
                </a:lnTo>
                <a:lnTo>
                  <a:pt x="104515" y="69345"/>
                </a:lnTo>
                <a:lnTo>
                  <a:pt x="103060" y="64981"/>
                </a:lnTo>
                <a:lnTo>
                  <a:pt x="118986" y="61356"/>
                </a:lnTo>
                <a:close/>
                <a:moveTo>
                  <a:pt x="23557" y="59238"/>
                </a:moveTo>
                <a:lnTo>
                  <a:pt x="36548" y="66614"/>
                </a:lnTo>
                <a:cubicBezTo>
                  <a:pt x="36497" y="66742"/>
                  <a:pt x="36446" y="66844"/>
                  <a:pt x="36446" y="66997"/>
                </a:cubicBezTo>
                <a:cubicBezTo>
                  <a:pt x="36446" y="67227"/>
                  <a:pt x="36574" y="67456"/>
                  <a:pt x="36752" y="67584"/>
                </a:cubicBezTo>
                <a:lnTo>
                  <a:pt x="34175" y="72050"/>
                </a:lnTo>
                <a:lnTo>
                  <a:pt x="23481" y="59340"/>
                </a:lnTo>
                <a:cubicBezTo>
                  <a:pt x="23506" y="59315"/>
                  <a:pt x="23532" y="59264"/>
                  <a:pt x="23557" y="59238"/>
                </a:cubicBezTo>
                <a:close/>
                <a:moveTo>
                  <a:pt x="119088" y="61535"/>
                </a:moveTo>
                <a:cubicBezTo>
                  <a:pt x="119088" y="61561"/>
                  <a:pt x="119114" y="61586"/>
                  <a:pt x="119139" y="61612"/>
                </a:cubicBezTo>
                <a:lnTo>
                  <a:pt x="111891" y="71412"/>
                </a:lnTo>
                <a:lnTo>
                  <a:pt x="107705" y="77078"/>
                </a:lnTo>
                <a:cubicBezTo>
                  <a:pt x="107552" y="77002"/>
                  <a:pt x="107399" y="76951"/>
                  <a:pt x="107220" y="76951"/>
                </a:cubicBezTo>
                <a:cubicBezTo>
                  <a:pt x="107143" y="76951"/>
                  <a:pt x="107092" y="76951"/>
                  <a:pt x="107016" y="76976"/>
                </a:cubicBezTo>
                <a:lnTo>
                  <a:pt x="104566" y="69524"/>
                </a:lnTo>
                <a:lnTo>
                  <a:pt x="111431" y="65746"/>
                </a:lnTo>
                <a:lnTo>
                  <a:pt x="119088" y="61535"/>
                </a:lnTo>
                <a:close/>
                <a:moveTo>
                  <a:pt x="119981" y="61739"/>
                </a:moveTo>
                <a:lnTo>
                  <a:pt x="127664" y="73199"/>
                </a:lnTo>
                <a:lnTo>
                  <a:pt x="123172" y="78916"/>
                </a:lnTo>
                <a:lnTo>
                  <a:pt x="108164" y="77869"/>
                </a:lnTo>
                <a:cubicBezTo>
                  <a:pt x="108164" y="77614"/>
                  <a:pt x="108037" y="77385"/>
                  <a:pt x="107858" y="77206"/>
                </a:cubicBezTo>
                <a:lnTo>
                  <a:pt x="119318" y="61739"/>
                </a:lnTo>
                <a:cubicBezTo>
                  <a:pt x="119420" y="61790"/>
                  <a:pt x="119547" y="61816"/>
                  <a:pt x="119675" y="61816"/>
                </a:cubicBezTo>
                <a:cubicBezTo>
                  <a:pt x="119777" y="61816"/>
                  <a:pt x="119879" y="61790"/>
                  <a:pt x="119981" y="61739"/>
                </a:cubicBezTo>
                <a:close/>
                <a:moveTo>
                  <a:pt x="142288" y="55027"/>
                </a:moveTo>
                <a:cubicBezTo>
                  <a:pt x="142288" y="55052"/>
                  <a:pt x="142314" y="55052"/>
                  <a:pt x="142339" y="55052"/>
                </a:cubicBezTo>
                <a:lnTo>
                  <a:pt x="132283" y="78916"/>
                </a:lnTo>
                <a:cubicBezTo>
                  <a:pt x="132232" y="78916"/>
                  <a:pt x="132156" y="78890"/>
                  <a:pt x="132105" y="78890"/>
                </a:cubicBezTo>
                <a:cubicBezTo>
                  <a:pt x="131977" y="78890"/>
                  <a:pt x="131875" y="78916"/>
                  <a:pt x="131773" y="78967"/>
                </a:cubicBezTo>
                <a:lnTo>
                  <a:pt x="127919" y="73224"/>
                </a:lnTo>
                <a:lnTo>
                  <a:pt x="142288" y="55027"/>
                </a:lnTo>
                <a:close/>
                <a:moveTo>
                  <a:pt x="102881" y="65032"/>
                </a:moveTo>
                <a:lnTo>
                  <a:pt x="104336" y="69422"/>
                </a:lnTo>
                <a:lnTo>
                  <a:pt x="86955" y="78992"/>
                </a:lnTo>
                <a:cubicBezTo>
                  <a:pt x="86930" y="78967"/>
                  <a:pt x="86904" y="78941"/>
                  <a:pt x="86879" y="78916"/>
                </a:cubicBezTo>
                <a:lnTo>
                  <a:pt x="91268" y="71770"/>
                </a:lnTo>
                <a:lnTo>
                  <a:pt x="93846" y="67558"/>
                </a:lnTo>
                <a:cubicBezTo>
                  <a:pt x="93923" y="67609"/>
                  <a:pt x="94025" y="67609"/>
                  <a:pt x="94127" y="67609"/>
                </a:cubicBezTo>
                <a:cubicBezTo>
                  <a:pt x="94510" y="67609"/>
                  <a:pt x="94842" y="67303"/>
                  <a:pt x="94842" y="66920"/>
                </a:cubicBezTo>
                <a:cubicBezTo>
                  <a:pt x="94842" y="66895"/>
                  <a:pt x="94842" y="66869"/>
                  <a:pt x="94842" y="66844"/>
                </a:cubicBezTo>
                <a:lnTo>
                  <a:pt x="102881" y="65032"/>
                </a:lnTo>
                <a:close/>
                <a:moveTo>
                  <a:pt x="104387" y="69626"/>
                </a:moveTo>
                <a:lnTo>
                  <a:pt x="106837" y="77053"/>
                </a:lnTo>
                <a:cubicBezTo>
                  <a:pt x="106531" y="77180"/>
                  <a:pt x="106301" y="77512"/>
                  <a:pt x="106276" y="77869"/>
                </a:cubicBezTo>
                <a:lnTo>
                  <a:pt x="87083" y="79222"/>
                </a:lnTo>
                <a:cubicBezTo>
                  <a:pt x="87083" y="79197"/>
                  <a:pt x="87057" y="79197"/>
                  <a:pt x="87057" y="79171"/>
                </a:cubicBezTo>
                <a:lnTo>
                  <a:pt x="104387" y="69626"/>
                </a:lnTo>
                <a:close/>
                <a:moveTo>
                  <a:pt x="142518" y="55129"/>
                </a:moveTo>
                <a:cubicBezTo>
                  <a:pt x="142569" y="55155"/>
                  <a:pt x="142620" y="55180"/>
                  <a:pt x="142696" y="55180"/>
                </a:cubicBezTo>
                <a:lnTo>
                  <a:pt x="142696" y="77818"/>
                </a:lnTo>
                <a:lnTo>
                  <a:pt x="132794" y="79426"/>
                </a:lnTo>
                <a:cubicBezTo>
                  <a:pt x="132743" y="79248"/>
                  <a:pt x="132640" y="79095"/>
                  <a:pt x="132462" y="78992"/>
                </a:cubicBezTo>
                <a:lnTo>
                  <a:pt x="142518" y="55129"/>
                </a:lnTo>
                <a:close/>
                <a:moveTo>
                  <a:pt x="127791" y="73378"/>
                </a:moveTo>
                <a:lnTo>
                  <a:pt x="131620" y="79069"/>
                </a:lnTo>
                <a:cubicBezTo>
                  <a:pt x="131492" y="79171"/>
                  <a:pt x="131415" y="79324"/>
                  <a:pt x="131364" y="79477"/>
                </a:cubicBezTo>
                <a:lnTo>
                  <a:pt x="128914" y="79299"/>
                </a:lnTo>
                <a:lnTo>
                  <a:pt x="123401" y="78916"/>
                </a:lnTo>
                <a:lnTo>
                  <a:pt x="127791" y="73378"/>
                </a:lnTo>
                <a:close/>
                <a:moveTo>
                  <a:pt x="58319" y="62964"/>
                </a:moveTo>
                <a:lnTo>
                  <a:pt x="63959" y="66920"/>
                </a:lnTo>
                <a:lnTo>
                  <a:pt x="66307" y="68579"/>
                </a:lnTo>
                <a:cubicBezTo>
                  <a:pt x="66231" y="68707"/>
                  <a:pt x="66205" y="68860"/>
                  <a:pt x="66205" y="69039"/>
                </a:cubicBezTo>
                <a:cubicBezTo>
                  <a:pt x="66205" y="69447"/>
                  <a:pt x="66461" y="69779"/>
                  <a:pt x="66818" y="69906"/>
                </a:cubicBezTo>
                <a:lnTo>
                  <a:pt x="64674" y="78023"/>
                </a:lnTo>
                <a:lnTo>
                  <a:pt x="64113" y="80218"/>
                </a:lnTo>
                <a:lnTo>
                  <a:pt x="64010" y="80218"/>
                </a:lnTo>
                <a:cubicBezTo>
                  <a:pt x="63959" y="80218"/>
                  <a:pt x="63934" y="80218"/>
                  <a:pt x="63883" y="80243"/>
                </a:cubicBezTo>
                <a:lnTo>
                  <a:pt x="58115" y="63092"/>
                </a:lnTo>
                <a:cubicBezTo>
                  <a:pt x="58191" y="63066"/>
                  <a:pt x="58268" y="63015"/>
                  <a:pt x="58319" y="62964"/>
                </a:cubicBezTo>
                <a:close/>
                <a:moveTo>
                  <a:pt x="57145" y="62735"/>
                </a:moveTo>
                <a:cubicBezTo>
                  <a:pt x="57247" y="62990"/>
                  <a:pt x="57502" y="63169"/>
                  <a:pt x="57808" y="63169"/>
                </a:cubicBezTo>
                <a:lnTo>
                  <a:pt x="57936" y="63169"/>
                </a:lnTo>
                <a:lnTo>
                  <a:pt x="63704" y="80294"/>
                </a:lnTo>
                <a:cubicBezTo>
                  <a:pt x="63628" y="80320"/>
                  <a:pt x="63577" y="80371"/>
                  <a:pt x="63551" y="80396"/>
                </a:cubicBezTo>
                <a:lnTo>
                  <a:pt x="46604" y="65619"/>
                </a:lnTo>
                <a:cubicBezTo>
                  <a:pt x="46706" y="65440"/>
                  <a:pt x="46783" y="65261"/>
                  <a:pt x="46783" y="65057"/>
                </a:cubicBezTo>
                <a:cubicBezTo>
                  <a:pt x="46783" y="65032"/>
                  <a:pt x="46783" y="65006"/>
                  <a:pt x="46757" y="64955"/>
                </a:cubicBezTo>
                <a:lnTo>
                  <a:pt x="57145" y="62735"/>
                </a:lnTo>
                <a:close/>
                <a:moveTo>
                  <a:pt x="93438" y="67073"/>
                </a:moveTo>
                <a:cubicBezTo>
                  <a:pt x="93438" y="67073"/>
                  <a:pt x="93463" y="67099"/>
                  <a:pt x="93463" y="67125"/>
                </a:cubicBezTo>
                <a:lnTo>
                  <a:pt x="79426" y="73658"/>
                </a:lnTo>
                <a:lnTo>
                  <a:pt x="64623" y="80549"/>
                </a:lnTo>
                <a:cubicBezTo>
                  <a:pt x="64546" y="80422"/>
                  <a:pt x="64444" y="80320"/>
                  <a:pt x="64291" y="80269"/>
                </a:cubicBezTo>
                <a:lnTo>
                  <a:pt x="66205" y="72969"/>
                </a:lnTo>
                <a:lnTo>
                  <a:pt x="66997" y="69958"/>
                </a:lnTo>
                <a:cubicBezTo>
                  <a:pt x="67048" y="69983"/>
                  <a:pt x="67099" y="69983"/>
                  <a:pt x="67124" y="69983"/>
                </a:cubicBezTo>
                <a:cubicBezTo>
                  <a:pt x="67660" y="69983"/>
                  <a:pt x="68069" y="69575"/>
                  <a:pt x="68069" y="69064"/>
                </a:cubicBezTo>
                <a:lnTo>
                  <a:pt x="87670" y="67507"/>
                </a:lnTo>
                <a:lnTo>
                  <a:pt x="93438" y="67073"/>
                </a:lnTo>
                <a:close/>
                <a:moveTo>
                  <a:pt x="93540" y="67303"/>
                </a:moveTo>
                <a:cubicBezTo>
                  <a:pt x="93566" y="67354"/>
                  <a:pt x="93617" y="67405"/>
                  <a:pt x="93693" y="67456"/>
                </a:cubicBezTo>
                <a:lnTo>
                  <a:pt x="86725" y="78814"/>
                </a:lnTo>
                <a:cubicBezTo>
                  <a:pt x="86649" y="78788"/>
                  <a:pt x="86572" y="78763"/>
                  <a:pt x="86496" y="78763"/>
                </a:cubicBezTo>
                <a:cubicBezTo>
                  <a:pt x="86190" y="78763"/>
                  <a:pt x="85934" y="78992"/>
                  <a:pt x="85909" y="79299"/>
                </a:cubicBezTo>
                <a:lnTo>
                  <a:pt x="64725" y="80805"/>
                </a:lnTo>
                <a:cubicBezTo>
                  <a:pt x="64725" y="80779"/>
                  <a:pt x="64725" y="80754"/>
                  <a:pt x="64700" y="80728"/>
                </a:cubicBezTo>
                <a:lnTo>
                  <a:pt x="79656" y="73760"/>
                </a:lnTo>
                <a:lnTo>
                  <a:pt x="93540" y="67303"/>
                </a:lnTo>
                <a:close/>
                <a:moveTo>
                  <a:pt x="23328" y="59468"/>
                </a:moveTo>
                <a:lnTo>
                  <a:pt x="34073" y="72229"/>
                </a:lnTo>
                <a:lnTo>
                  <a:pt x="28432" y="82081"/>
                </a:lnTo>
                <a:cubicBezTo>
                  <a:pt x="28304" y="82030"/>
                  <a:pt x="28177" y="81979"/>
                  <a:pt x="28049" y="81979"/>
                </a:cubicBezTo>
                <a:cubicBezTo>
                  <a:pt x="27998" y="81979"/>
                  <a:pt x="27973" y="82004"/>
                  <a:pt x="27947" y="82004"/>
                </a:cubicBezTo>
                <a:lnTo>
                  <a:pt x="24323" y="65312"/>
                </a:lnTo>
                <a:lnTo>
                  <a:pt x="23072" y="59570"/>
                </a:lnTo>
                <a:cubicBezTo>
                  <a:pt x="23174" y="59544"/>
                  <a:pt x="23251" y="59519"/>
                  <a:pt x="23328" y="59468"/>
                </a:cubicBezTo>
                <a:close/>
                <a:moveTo>
                  <a:pt x="21898" y="58983"/>
                </a:moveTo>
                <a:cubicBezTo>
                  <a:pt x="22026" y="59366"/>
                  <a:pt x="22383" y="59621"/>
                  <a:pt x="22792" y="59621"/>
                </a:cubicBezTo>
                <a:lnTo>
                  <a:pt x="22894" y="59621"/>
                </a:lnTo>
                <a:lnTo>
                  <a:pt x="27743" y="82055"/>
                </a:lnTo>
                <a:cubicBezTo>
                  <a:pt x="27590" y="82106"/>
                  <a:pt x="27437" y="82183"/>
                  <a:pt x="27335" y="82310"/>
                </a:cubicBezTo>
                <a:lnTo>
                  <a:pt x="1761" y="64011"/>
                </a:lnTo>
                <a:cubicBezTo>
                  <a:pt x="1838" y="63883"/>
                  <a:pt x="1889" y="63730"/>
                  <a:pt x="1889" y="63551"/>
                </a:cubicBezTo>
                <a:cubicBezTo>
                  <a:pt x="1889" y="63526"/>
                  <a:pt x="1889" y="63475"/>
                  <a:pt x="1889" y="63449"/>
                </a:cubicBezTo>
                <a:lnTo>
                  <a:pt x="21898" y="58983"/>
                </a:lnTo>
                <a:close/>
                <a:moveTo>
                  <a:pt x="1659" y="64189"/>
                </a:moveTo>
                <a:lnTo>
                  <a:pt x="20061" y="77359"/>
                </a:lnTo>
                <a:lnTo>
                  <a:pt x="27207" y="82464"/>
                </a:lnTo>
                <a:cubicBezTo>
                  <a:pt x="27181" y="82515"/>
                  <a:pt x="27156" y="82566"/>
                  <a:pt x="27156" y="82617"/>
                </a:cubicBezTo>
                <a:lnTo>
                  <a:pt x="1582" y="76746"/>
                </a:lnTo>
                <a:cubicBezTo>
                  <a:pt x="1582" y="76721"/>
                  <a:pt x="1582" y="76721"/>
                  <a:pt x="1582" y="76695"/>
                </a:cubicBezTo>
                <a:cubicBezTo>
                  <a:pt x="1582" y="76389"/>
                  <a:pt x="1353" y="76108"/>
                  <a:pt x="1046" y="76057"/>
                </a:cubicBezTo>
                <a:lnTo>
                  <a:pt x="1046" y="64496"/>
                </a:lnTo>
                <a:cubicBezTo>
                  <a:pt x="1276" y="64470"/>
                  <a:pt x="1506" y="64343"/>
                  <a:pt x="1659" y="64189"/>
                </a:cubicBezTo>
                <a:close/>
                <a:moveTo>
                  <a:pt x="142339" y="78074"/>
                </a:moveTo>
                <a:lnTo>
                  <a:pt x="132283" y="84684"/>
                </a:lnTo>
                <a:cubicBezTo>
                  <a:pt x="132130" y="84531"/>
                  <a:pt x="131951" y="84403"/>
                  <a:pt x="131747" y="84378"/>
                </a:cubicBezTo>
                <a:lnTo>
                  <a:pt x="132130" y="80371"/>
                </a:lnTo>
                <a:cubicBezTo>
                  <a:pt x="132513" y="80345"/>
                  <a:pt x="132845" y="80039"/>
                  <a:pt x="132845" y="79631"/>
                </a:cubicBezTo>
                <a:cubicBezTo>
                  <a:pt x="132819" y="79631"/>
                  <a:pt x="132819" y="79605"/>
                  <a:pt x="132819" y="79605"/>
                </a:cubicBezTo>
                <a:lnTo>
                  <a:pt x="142339" y="78074"/>
                </a:lnTo>
                <a:close/>
                <a:moveTo>
                  <a:pt x="142671" y="78074"/>
                </a:moveTo>
                <a:lnTo>
                  <a:pt x="142671" y="82489"/>
                </a:lnTo>
                <a:lnTo>
                  <a:pt x="142696" y="82489"/>
                </a:lnTo>
                <a:lnTo>
                  <a:pt x="132436" y="84965"/>
                </a:lnTo>
                <a:cubicBezTo>
                  <a:pt x="132411" y="84939"/>
                  <a:pt x="132411" y="84888"/>
                  <a:pt x="132385" y="84863"/>
                </a:cubicBezTo>
                <a:lnTo>
                  <a:pt x="142671" y="78074"/>
                </a:lnTo>
                <a:close/>
                <a:moveTo>
                  <a:pt x="106301" y="78074"/>
                </a:moveTo>
                <a:cubicBezTo>
                  <a:pt x="106301" y="78099"/>
                  <a:pt x="106327" y="78125"/>
                  <a:pt x="106327" y="78176"/>
                </a:cubicBezTo>
                <a:lnTo>
                  <a:pt x="87874" y="85807"/>
                </a:lnTo>
                <a:lnTo>
                  <a:pt x="86700" y="79937"/>
                </a:lnTo>
                <a:cubicBezTo>
                  <a:pt x="86904" y="79835"/>
                  <a:pt x="87057" y="79656"/>
                  <a:pt x="87083" y="79426"/>
                </a:cubicBezTo>
                <a:lnTo>
                  <a:pt x="94535" y="78890"/>
                </a:lnTo>
                <a:lnTo>
                  <a:pt x="106301" y="78074"/>
                </a:lnTo>
                <a:close/>
                <a:moveTo>
                  <a:pt x="37493" y="67660"/>
                </a:moveTo>
                <a:lnTo>
                  <a:pt x="45941" y="86011"/>
                </a:lnTo>
                <a:lnTo>
                  <a:pt x="34328" y="72203"/>
                </a:lnTo>
                <a:lnTo>
                  <a:pt x="36931" y="67686"/>
                </a:lnTo>
                <a:cubicBezTo>
                  <a:pt x="37008" y="67712"/>
                  <a:pt x="37084" y="67737"/>
                  <a:pt x="37186" y="67737"/>
                </a:cubicBezTo>
                <a:cubicBezTo>
                  <a:pt x="37288" y="67737"/>
                  <a:pt x="37390" y="67712"/>
                  <a:pt x="37493" y="67660"/>
                </a:cubicBezTo>
                <a:close/>
                <a:moveTo>
                  <a:pt x="44945" y="65363"/>
                </a:moveTo>
                <a:cubicBezTo>
                  <a:pt x="45047" y="65695"/>
                  <a:pt x="45379" y="65976"/>
                  <a:pt x="45762" y="66002"/>
                </a:cubicBezTo>
                <a:lnTo>
                  <a:pt x="46221" y="86011"/>
                </a:lnTo>
                <a:cubicBezTo>
                  <a:pt x="46196" y="86011"/>
                  <a:pt x="46196" y="86037"/>
                  <a:pt x="46170" y="86037"/>
                </a:cubicBezTo>
                <a:lnTo>
                  <a:pt x="37646" y="67533"/>
                </a:lnTo>
                <a:cubicBezTo>
                  <a:pt x="37824" y="67405"/>
                  <a:pt x="37901" y="67201"/>
                  <a:pt x="37901" y="66997"/>
                </a:cubicBezTo>
                <a:cubicBezTo>
                  <a:pt x="37901" y="66946"/>
                  <a:pt x="37901" y="66920"/>
                  <a:pt x="37901" y="66869"/>
                </a:cubicBezTo>
                <a:lnTo>
                  <a:pt x="44945" y="65363"/>
                </a:lnTo>
                <a:close/>
                <a:moveTo>
                  <a:pt x="46476" y="65746"/>
                </a:moveTo>
                <a:lnTo>
                  <a:pt x="63398" y="80549"/>
                </a:lnTo>
                <a:cubicBezTo>
                  <a:pt x="63321" y="80651"/>
                  <a:pt x="63296" y="80805"/>
                  <a:pt x="63296" y="80958"/>
                </a:cubicBezTo>
                <a:cubicBezTo>
                  <a:pt x="63296" y="80983"/>
                  <a:pt x="63296" y="81034"/>
                  <a:pt x="63296" y="81085"/>
                </a:cubicBezTo>
                <a:lnTo>
                  <a:pt x="54031" y="84046"/>
                </a:lnTo>
                <a:lnTo>
                  <a:pt x="46885" y="86343"/>
                </a:lnTo>
                <a:cubicBezTo>
                  <a:pt x="46808" y="86164"/>
                  <a:pt x="46630" y="86037"/>
                  <a:pt x="46425" y="86011"/>
                </a:cubicBezTo>
                <a:lnTo>
                  <a:pt x="46272" y="80166"/>
                </a:lnTo>
                <a:lnTo>
                  <a:pt x="45941" y="66002"/>
                </a:lnTo>
                <a:cubicBezTo>
                  <a:pt x="46145" y="65976"/>
                  <a:pt x="46323" y="65874"/>
                  <a:pt x="46476" y="65746"/>
                </a:cubicBezTo>
                <a:close/>
                <a:moveTo>
                  <a:pt x="34226" y="72408"/>
                </a:moveTo>
                <a:lnTo>
                  <a:pt x="45864" y="86215"/>
                </a:lnTo>
                <a:cubicBezTo>
                  <a:pt x="45813" y="86266"/>
                  <a:pt x="45787" y="86343"/>
                  <a:pt x="45762" y="86419"/>
                </a:cubicBezTo>
                <a:lnTo>
                  <a:pt x="28968" y="83025"/>
                </a:lnTo>
                <a:cubicBezTo>
                  <a:pt x="28968" y="82999"/>
                  <a:pt x="28994" y="82974"/>
                  <a:pt x="28994" y="82948"/>
                </a:cubicBezTo>
                <a:cubicBezTo>
                  <a:pt x="28994" y="82617"/>
                  <a:pt x="28815" y="82361"/>
                  <a:pt x="28585" y="82183"/>
                </a:cubicBezTo>
                <a:lnTo>
                  <a:pt x="34226" y="72408"/>
                </a:lnTo>
                <a:close/>
                <a:moveTo>
                  <a:pt x="85909" y="79503"/>
                </a:moveTo>
                <a:cubicBezTo>
                  <a:pt x="85934" y="79631"/>
                  <a:pt x="86011" y="79733"/>
                  <a:pt x="86113" y="79809"/>
                </a:cubicBezTo>
                <a:lnTo>
                  <a:pt x="81059" y="88053"/>
                </a:lnTo>
                <a:cubicBezTo>
                  <a:pt x="80932" y="87976"/>
                  <a:pt x="80804" y="87951"/>
                  <a:pt x="80651" y="87951"/>
                </a:cubicBezTo>
                <a:cubicBezTo>
                  <a:pt x="80319" y="87951"/>
                  <a:pt x="80013" y="88129"/>
                  <a:pt x="79860" y="88410"/>
                </a:cubicBezTo>
                <a:lnTo>
                  <a:pt x="72509" y="84888"/>
                </a:lnTo>
                <a:lnTo>
                  <a:pt x="64700" y="81162"/>
                </a:lnTo>
                <a:cubicBezTo>
                  <a:pt x="64725" y="81111"/>
                  <a:pt x="64751" y="81060"/>
                  <a:pt x="64751" y="81009"/>
                </a:cubicBezTo>
                <a:lnTo>
                  <a:pt x="85909" y="79503"/>
                </a:lnTo>
                <a:close/>
                <a:moveTo>
                  <a:pt x="86266" y="79911"/>
                </a:moveTo>
                <a:cubicBezTo>
                  <a:pt x="86343" y="79937"/>
                  <a:pt x="86419" y="79962"/>
                  <a:pt x="86496" y="79962"/>
                </a:cubicBezTo>
                <a:lnTo>
                  <a:pt x="86521" y="79962"/>
                </a:lnTo>
                <a:lnTo>
                  <a:pt x="87695" y="85884"/>
                </a:lnTo>
                <a:lnTo>
                  <a:pt x="84326" y="87262"/>
                </a:lnTo>
                <a:lnTo>
                  <a:pt x="81493" y="88436"/>
                </a:lnTo>
                <a:cubicBezTo>
                  <a:pt x="81417" y="88334"/>
                  <a:pt x="81340" y="88232"/>
                  <a:pt x="81238" y="88155"/>
                </a:cubicBezTo>
                <a:lnTo>
                  <a:pt x="86266" y="79911"/>
                </a:lnTo>
                <a:close/>
                <a:moveTo>
                  <a:pt x="108164" y="78074"/>
                </a:moveTo>
                <a:lnTo>
                  <a:pt x="110793" y="78252"/>
                </a:lnTo>
                <a:lnTo>
                  <a:pt x="123018" y="79095"/>
                </a:lnTo>
                <a:lnTo>
                  <a:pt x="115617" y="88487"/>
                </a:lnTo>
                <a:cubicBezTo>
                  <a:pt x="115464" y="88385"/>
                  <a:pt x="115285" y="88334"/>
                  <a:pt x="115107" y="88334"/>
                </a:cubicBezTo>
                <a:cubicBezTo>
                  <a:pt x="114953" y="88334"/>
                  <a:pt x="114800" y="88385"/>
                  <a:pt x="114647" y="88461"/>
                </a:cubicBezTo>
                <a:lnTo>
                  <a:pt x="112912" y="85909"/>
                </a:lnTo>
                <a:lnTo>
                  <a:pt x="107858" y="78610"/>
                </a:lnTo>
                <a:cubicBezTo>
                  <a:pt x="108011" y="78482"/>
                  <a:pt x="108113" y="78278"/>
                  <a:pt x="108164" y="78074"/>
                </a:cubicBezTo>
                <a:close/>
                <a:moveTo>
                  <a:pt x="123274" y="79120"/>
                </a:moveTo>
                <a:lnTo>
                  <a:pt x="131364" y="79682"/>
                </a:lnTo>
                <a:cubicBezTo>
                  <a:pt x="131364" y="79758"/>
                  <a:pt x="131390" y="79835"/>
                  <a:pt x="131415" y="79886"/>
                </a:cubicBezTo>
                <a:lnTo>
                  <a:pt x="124244" y="83969"/>
                </a:lnTo>
                <a:lnTo>
                  <a:pt x="115872" y="88742"/>
                </a:lnTo>
                <a:cubicBezTo>
                  <a:pt x="115847" y="88691"/>
                  <a:pt x="115796" y="88640"/>
                  <a:pt x="115770" y="88614"/>
                </a:cubicBezTo>
                <a:lnTo>
                  <a:pt x="123274" y="79120"/>
                </a:lnTo>
                <a:close/>
                <a:moveTo>
                  <a:pt x="131517" y="80064"/>
                </a:moveTo>
                <a:cubicBezTo>
                  <a:pt x="131620" y="80192"/>
                  <a:pt x="131747" y="80294"/>
                  <a:pt x="131926" y="80345"/>
                </a:cubicBezTo>
                <a:lnTo>
                  <a:pt x="131543" y="84352"/>
                </a:lnTo>
                <a:cubicBezTo>
                  <a:pt x="131007" y="84352"/>
                  <a:pt x="130599" y="84761"/>
                  <a:pt x="130599" y="85296"/>
                </a:cubicBezTo>
                <a:cubicBezTo>
                  <a:pt x="130599" y="85322"/>
                  <a:pt x="130599" y="85373"/>
                  <a:pt x="130624" y="85424"/>
                </a:cubicBezTo>
                <a:lnTo>
                  <a:pt x="116000" y="88972"/>
                </a:lnTo>
                <a:cubicBezTo>
                  <a:pt x="115974" y="88946"/>
                  <a:pt x="115974" y="88921"/>
                  <a:pt x="115974" y="88895"/>
                </a:cubicBezTo>
                <a:lnTo>
                  <a:pt x="130190" y="80830"/>
                </a:lnTo>
                <a:lnTo>
                  <a:pt x="131517" y="80064"/>
                </a:lnTo>
                <a:close/>
                <a:moveTo>
                  <a:pt x="64623" y="81341"/>
                </a:moveTo>
                <a:lnTo>
                  <a:pt x="68120" y="83025"/>
                </a:lnTo>
                <a:lnTo>
                  <a:pt x="79758" y="88589"/>
                </a:lnTo>
                <a:cubicBezTo>
                  <a:pt x="79732" y="88691"/>
                  <a:pt x="79707" y="88793"/>
                  <a:pt x="79707" y="88895"/>
                </a:cubicBezTo>
                <a:cubicBezTo>
                  <a:pt x="79707" y="88946"/>
                  <a:pt x="79732" y="88997"/>
                  <a:pt x="79732" y="89074"/>
                </a:cubicBezTo>
                <a:lnTo>
                  <a:pt x="70570" y="91805"/>
                </a:lnTo>
                <a:lnTo>
                  <a:pt x="64470" y="81519"/>
                </a:lnTo>
                <a:cubicBezTo>
                  <a:pt x="64521" y="81468"/>
                  <a:pt x="64572" y="81417"/>
                  <a:pt x="64623" y="81341"/>
                </a:cubicBezTo>
                <a:close/>
                <a:moveTo>
                  <a:pt x="64291" y="81621"/>
                </a:moveTo>
                <a:lnTo>
                  <a:pt x="70391" y="91856"/>
                </a:lnTo>
                <a:lnTo>
                  <a:pt x="63194" y="94025"/>
                </a:lnTo>
                <a:cubicBezTo>
                  <a:pt x="63092" y="93847"/>
                  <a:pt x="62939" y="93744"/>
                  <a:pt x="62760" y="93719"/>
                </a:cubicBezTo>
                <a:lnTo>
                  <a:pt x="64036" y="81672"/>
                </a:lnTo>
                <a:cubicBezTo>
                  <a:pt x="64138" y="81672"/>
                  <a:pt x="64215" y="81672"/>
                  <a:pt x="64291" y="81621"/>
                </a:cubicBezTo>
                <a:close/>
                <a:moveTo>
                  <a:pt x="63372" y="81264"/>
                </a:moveTo>
                <a:cubicBezTo>
                  <a:pt x="63398" y="81341"/>
                  <a:pt x="63449" y="81417"/>
                  <a:pt x="63526" y="81494"/>
                </a:cubicBezTo>
                <a:lnTo>
                  <a:pt x="53470" y="96322"/>
                </a:lnTo>
                <a:cubicBezTo>
                  <a:pt x="53342" y="96246"/>
                  <a:pt x="53189" y="96220"/>
                  <a:pt x="53036" y="96220"/>
                </a:cubicBezTo>
                <a:cubicBezTo>
                  <a:pt x="52883" y="96220"/>
                  <a:pt x="52730" y="96246"/>
                  <a:pt x="52602" y="96322"/>
                </a:cubicBezTo>
                <a:lnTo>
                  <a:pt x="46757" y="87083"/>
                </a:lnTo>
                <a:cubicBezTo>
                  <a:pt x="46885" y="86981"/>
                  <a:pt x="46961" y="86802"/>
                  <a:pt x="46961" y="86624"/>
                </a:cubicBezTo>
                <a:cubicBezTo>
                  <a:pt x="46961" y="86598"/>
                  <a:pt x="46961" y="86573"/>
                  <a:pt x="46961" y="86522"/>
                </a:cubicBezTo>
                <a:lnTo>
                  <a:pt x="54108" y="84225"/>
                </a:lnTo>
                <a:lnTo>
                  <a:pt x="63372" y="81264"/>
                </a:lnTo>
                <a:close/>
                <a:moveTo>
                  <a:pt x="63704" y="81596"/>
                </a:moveTo>
                <a:cubicBezTo>
                  <a:pt x="63730" y="81621"/>
                  <a:pt x="63781" y="81647"/>
                  <a:pt x="63832" y="81672"/>
                </a:cubicBezTo>
                <a:lnTo>
                  <a:pt x="62556" y="93719"/>
                </a:lnTo>
                <a:cubicBezTo>
                  <a:pt x="62249" y="93770"/>
                  <a:pt x="62020" y="94025"/>
                  <a:pt x="62020" y="94331"/>
                </a:cubicBezTo>
                <a:cubicBezTo>
                  <a:pt x="62020" y="94331"/>
                  <a:pt x="62020" y="94357"/>
                  <a:pt x="62020" y="94357"/>
                </a:cubicBezTo>
                <a:lnTo>
                  <a:pt x="53904" y="96782"/>
                </a:lnTo>
                <a:cubicBezTo>
                  <a:pt x="53852" y="96654"/>
                  <a:pt x="53750" y="96526"/>
                  <a:pt x="53623" y="96424"/>
                </a:cubicBezTo>
                <a:lnTo>
                  <a:pt x="63704" y="81596"/>
                </a:lnTo>
                <a:close/>
                <a:moveTo>
                  <a:pt x="130650" y="85603"/>
                </a:moveTo>
                <a:cubicBezTo>
                  <a:pt x="130777" y="85909"/>
                  <a:pt x="131033" y="86139"/>
                  <a:pt x="131364" y="86215"/>
                </a:cubicBezTo>
                <a:lnTo>
                  <a:pt x="130292" y="97011"/>
                </a:lnTo>
                <a:lnTo>
                  <a:pt x="115974" y="89635"/>
                </a:lnTo>
                <a:cubicBezTo>
                  <a:pt x="116025" y="89533"/>
                  <a:pt x="116051" y="89406"/>
                  <a:pt x="116051" y="89278"/>
                </a:cubicBezTo>
                <a:cubicBezTo>
                  <a:pt x="116051" y="89252"/>
                  <a:pt x="116051" y="89201"/>
                  <a:pt x="116025" y="89150"/>
                </a:cubicBezTo>
                <a:lnTo>
                  <a:pt x="130650" y="85603"/>
                </a:lnTo>
                <a:close/>
                <a:moveTo>
                  <a:pt x="106403" y="78354"/>
                </a:moveTo>
                <a:cubicBezTo>
                  <a:pt x="106454" y="78456"/>
                  <a:pt x="106531" y="78559"/>
                  <a:pt x="106633" y="78635"/>
                </a:cubicBezTo>
                <a:lnTo>
                  <a:pt x="105357" y="80626"/>
                </a:lnTo>
                <a:lnTo>
                  <a:pt x="91422" y="102269"/>
                </a:lnTo>
                <a:cubicBezTo>
                  <a:pt x="91345" y="102243"/>
                  <a:pt x="91243" y="102218"/>
                  <a:pt x="91141" y="102218"/>
                </a:cubicBezTo>
                <a:lnTo>
                  <a:pt x="91115" y="102218"/>
                </a:lnTo>
                <a:lnTo>
                  <a:pt x="87925" y="86011"/>
                </a:lnTo>
                <a:lnTo>
                  <a:pt x="106403" y="78354"/>
                </a:lnTo>
                <a:close/>
                <a:moveTo>
                  <a:pt x="87721" y="86088"/>
                </a:moveTo>
                <a:lnTo>
                  <a:pt x="89431" y="94689"/>
                </a:lnTo>
                <a:lnTo>
                  <a:pt x="90937" y="102269"/>
                </a:lnTo>
                <a:cubicBezTo>
                  <a:pt x="90886" y="102269"/>
                  <a:pt x="90860" y="102294"/>
                  <a:pt x="90835" y="102294"/>
                </a:cubicBezTo>
                <a:lnTo>
                  <a:pt x="84122" y="93336"/>
                </a:lnTo>
                <a:lnTo>
                  <a:pt x="81289" y="89584"/>
                </a:lnTo>
                <a:cubicBezTo>
                  <a:pt x="81493" y="89406"/>
                  <a:pt x="81595" y="89176"/>
                  <a:pt x="81595" y="88895"/>
                </a:cubicBezTo>
                <a:cubicBezTo>
                  <a:pt x="81595" y="88793"/>
                  <a:pt x="81595" y="88717"/>
                  <a:pt x="81570" y="88640"/>
                </a:cubicBezTo>
                <a:lnTo>
                  <a:pt x="86700" y="86522"/>
                </a:lnTo>
                <a:lnTo>
                  <a:pt x="87721" y="86088"/>
                </a:lnTo>
                <a:close/>
                <a:moveTo>
                  <a:pt x="107679" y="78737"/>
                </a:moveTo>
                <a:lnTo>
                  <a:pt x="109185" y="80881"/>
                </a:lnTo>
                <a:lnTo>
                  <a:pt x="114494" y="88563"/>
                </a:lnTo>
                <a:cubicBezTo>
                  <a:pt x="114290" y="88742"/>
                  <a:pt x="114162" y="88997"/>
                  <a:pt x="114162" y="89278"/>
                </a:cubicBezTo>
                <a:cubicBezTo>
                  <a:pt x="114162" y="89431"/>
                  <a:pt x="114188" y="89559"/>
                  <a:pt x="114239" y="89661"/>
                </a:cubicBezTo>
                <a:lnTo>
                  <a:pt x="91677" y="102473"/>
                </a:lnTo>
                <a:cubicBezTo>
                  <a:pt x="91651" y="102448"/>
                  <a:pt x="91626" y="102422"/>
                  <a:pt x="91600" y="102397"/>
                </a:cubicBezTo>
                <a:lnTo>
                  <a:pt x="106812" y="78737"/>
                </a:lnTo>
                <a:cubicBezTo>
                  <a:pt x="106939" y="78814"/>
                  <a:pt x="107067" y="78839"/>
                  <a:pt x="107220" y="78839"/>
                </a:cubicBezTo>
                <a:cubicBezTo>
                  <a:pt x="107399" y="78839"/>
                  <a:pt x="107552" y="78814"/>
                  <a:pt x="107679" y="78737"/>
                </a:cubicBezTo>
                <a:close/>
                <a:moveTo>
                  <a:pt x="142671" y="82693"/>
                </a:moveTo>
                <a:lnTo>
                  <a:pt x="142671" y="102830"/>
                </a:lnTo>
                <a:lnTo>
                  <a:pt x="142696" y="102830"/>
                </a:lnTo>
                <a:cubicBezTo>
                  <a:pt x="142492" y="102856"/>
                  <a:pt x="142314" y="102984"/>
                  <a:pt x="142186" y="103137"/>
                </a:cubicBezTo>
                <a:lnTo>
                  <a:pt x="130497" y="97113"/>
                </a:lnTo>
                <a:lnTo>
                  <a:pt x="131543" y="86241"/>
                </a:lnTo>
                <a:cubicBezTo>
                  <a:pt x="132079" y="86241"/>
                  <a:pt x="132487" y="85807"/>
                  <a:pt x="132487" y="85296"/>
                </a:cubicBezTo>
                <a:cubicBezTo>
                  <a:pt x="132487" y="85245"/>
                  <a:pt x="132487" y="85220"/>
                  <a:pt x="132462" y="85169"/>
                </a:cubicBezTo>
                <a:lnTo>
                  <a:pt x="142671" y="82693"/>
                </a:lnTo>
                <a:close/>
                <a:moveTo>
                  <a:pt x="114341" y="89839"/>
                </a:moveTo>
                <a:cubicBezTo>
                  <a:pt x="114417" y="89942"/>
                  <a:pt x="114545" y="90044"/>
                  <a:pt x="114673" y="90120"/>
                </a:cubicBezTo>
                <a:lnTo>
                  <a:pt x="108802" y="105893"/>
                </a:lnTo>
                <a:lnTo>
                  <a:pt x="100074" y="104362"/>
                </a:lnTo>
                <a:lnTo>
                  <a:pt x="91830" y="102907"/>
                </a:lnTo>
                <a:cubicBezTo>
                  <a:pt x="91830" y="102907"/>
                  <a:pt x="91830" y="102907"/>
                  <a:pt x="91830" y="102881"/>
                </a:cubicBezTo>
                <a:cubicBezTo>
                  <a:pt x="91830" y="102805"/>
                  <a:pt x="91804" y="102728"/>
                  <a:pt x="91779" y="102652"/>
                </a:cubicBezTo>
                <a:lnTo>
                  <a:pt x="114341" y="89839"/>
                </a:lnTo>
                <a:close/>
                <a:moveTo>
                  <a:pt x="115898" y="89814"/>
                </a:moveTo>
                <a:lnTo>
                  <a:pt x="130267" y="97215"/>
                </a:lnTo>
                <a:lnTo>
                  <a:pt x="129144" y="108930"/>
                </a:lnTo>
                <a:cubicBezTo>
                  <a:pt x="129042" y="108930"/>
                  <a:pt x="128940" y="108956"/>
                  <a:pt x="128863" y="109007"/>
                </a:cubicBezTo>
                <a:lnTo>
                  <a:pt x="115719" y="89993"/>
                </a:lnTo>
                <a:cubicBezTo>
                  <a:pt x="115770" y="89942"/>
                  <a:pt x="115847" y="89865"/>
                  <a:pt x="115898" y="89814"/>
                </a:cubicBezTo>
                <a:close/>
                <a:moveTo>
                  <a:pt x="70493" y="92034"/>
                </a:moveTo>
                <a:lnTo>
                  <a:pt x="80651" y="109160"/>
                </a:lnTo>
                <a:lnTo>
                  <a:pt x="63117" y="94740"/>
                </a:lnTo>
                <a:cubicBezTo>
                  <a:pt x="63219" y="94638"/>
                  <a:pt x="63270" y="94485"/>
                  <a:pt x="63270" y="94331"/>
                </a:cubicBezTo>
                <a:cubicBezTo>
                  <a:pt x="63270" y="94280"/>
                  <a:pt x="63270" y="94229"/>
                  <a:pt x="63270" y="94204"/>
                </a:cubicBezTo>
                <a:lnTo>
                  <a:pt x="70493" y="92034"/>
                </a:lnTo>
                <a:close/>
                <a:moveTo>
                  <a:pt x="79783" y="89252"/>
                </a:moveTo>
                <a:cubicBezTo>
                  <a:pt x="79911" y="89584"/>
                  <a:pt x="80217" y="89814"/>
                  <a:pt x="80575" y="89839"/>
                </a:cubicBezTo>
                <a:lnTo>
                  <a:pt x="80804" y="102728"/>
                </a:lnTo>
                <a:lnTo>
                  <a:pt x="80932" y="109237"/>
                </a:lnTo>
                <a:lnTo>
                  <a:pt x="70672" y="91983"/>
                </a:lnTo>
                <a:lnTo>
                  <a:pt x="79783" y="89252"/>
                </a:lnTo>
                <a:close/>
                <a:moveTo>
                  <a:pt x="130471" y="97318"/>
                </a:moveTo>
                <a:lnTo>
                  <a:pt x="142109" y="103315"/>
                </a:lnTo>
                <a:cubicBezTo>
                  <a:pt x="142084" y="103392"/>
                  <a:pt x="142058" y="103468"/>
                  <a:pt x="142058" y="103545"/>
                </a:cubicBezTo>
                <a:cubicBezTo>
                  <a:pt x="142058" y="103622"/>
                  <a:pt x="142058" y="103698"/>
                  <a:pt x="142084" y="103749"/>
                </a:cubicBezTo>
                <a:lnTo>
                  <a:pt x="129731" y="109237"/>
                </a:lnTo>
                <a:cubicBezTo>
                  <a:pt x="129654" y="109109"/>
                  <a:pt x="129501" y="109007"/>
                  <a:pt x="129323" y="108956"/>
                </a:cubicBezTo>
                <a:lnTo>
                  <a:pt x="130471" y="97318"/>
                </a:lnTo>
                <a:close/>
                <a:moveTo>
                  <a:pt x="62071" y="94561"/>
                </a:moveTo>
                <a:cubicBezTo>
                  <a:pt x="62122" y="94714"/>
                  <a:pt x="62249" y="94842"/>
                  <a:pt x="62428" y="94918"/>
                </a:cubicBezTo>
                <a:lnTo>
                  <a:pt x="60871" y="109313"/>
                </a:lnTo>
                <a:lnTo>
                  <a:pt x="53623" y="97879"/>
                </a:lnTo>
                <a:cubicBezTo>
                  <a:pt x="53827" y="97726"/>
                  <a:pt x="53980" y="97445"/>
                  <a:pt x="53980" y="97164"/>
                </a:cubicBezTo>
                <a:cubicBezTo>
                  <a:pt x="53980" y="97088"/>
                  <a:pt x="53980" y="97037"/>
                  <a:pt x="53955" y="96986"/>
                </a:cubicBezTo>
                <a:lnTo>
                  <a:pt x="62071" y="94561"/>
                </a:lnTo>
                <a:close/>
                <a:moveTo>
                  <a:pt x="115566" y="90095"/>
                </a:moveTo>
                <a:lnTo>
                  <a:pt x="119675" y="96041"/>
                </a:lnTo>
                <a:lnTo>
                  <a:pt x="128710" y="109109"/>
                </a:lnTo>
                <a:cubicBezTo>
                  <a:pt x="128633" y="109186"/>
                  <a:pt x="128557" y="109288"/>
                  <a:pt x="128531" y="109390"/>
                </a:cubicBezTo>
                <a:lnTo>
                  <a:pt x="108981" y="105944"/>
                </a:lnTo>
                <a:lnTo>
                  <a:pt x="114877" y="90197"/>
                </a:lnTo>
                <a:cubicBezTo>
                  <a:pt x="114953" y="90222"/>
                  <a:pt x="115030" y="90222"/>
                  <a:pt x="115107" y="90222"/>
                </a:cubicBezTo>
                <a:cubicBezTo>
                  <a:pt x="115260" y="90222"/>
                  <a:pt x="115413" y="90171"/>
                  <a:pt x="115566" y="90095"/>
                </a:cubicBezTo>
                <a:close/>
                <a:moveTo>
                  <a:pt x="81136" y="89712"/>
                </a:moveTo>
                <a:lnTo>
                  <a:pt x="84173" y="93719"/>
                </a:lnTo>
                <a:lnTo>
                  <a:pt x="90681" y="102422"/>
                </a:lnTo>
                <a:cubicBezTo>
                  <a:pt x="90554" y="102550"/>
                  <a:pt x="90477" y="102703"/>
                  <a:pt x="90477" y="102881"/>
                </a:cubicBezTo>
                <a:cubicBezTo>
                  <a:pt x="90477" y="102984"/>
                  <a:pt x="90503" y="103086"/>
                  <a:pt x="90554" y="103162"/>
                </a:cubicBezTo>
                <a:lnTo>
                  <a:pt x="81136" y="109415"/>
                </a:lnTo>
                <a:lnTo>
                  <a:pt x="81008" y="102805"/>
                </a:lnTo>
                <a:lnTo>
                  <a:pt x="80779" y="89814"/>
                </a:lnTo>
                <a:cubicBezTo>
                  <a:pt x="80906" y="89814"/>
                  <a:pt x="81034" y="89763"/>
                  <a:pt x="81136" y="89712"/>
                </a:cubicBezTo>
                <a:close/>
                <a:moveTo>
                  <a:pt x="62964" y="94867"/>
                </a:moveTo>
                <a:lnTo>
                  <a:pt x="80753" y="109492"/>
                </a:lnTo>
                <a:lnTo>
                  <a:pt x="61050" y="109492"/>
                </a:lnTo>
                <a:lnTo>
                  <a:pt x="61764" y="102805"/>
                </a:lnTo>
                <a:lnTo>
                  <a:pt x="62607" y="94944"/>
                </a:lnTo>
                <a:lnTo>
                  <a:pt x="62658" y="94944"/>
                </a:lnTo>
                <a:cubicBezTo>
                  <a:pt x="62760" y="94944"/>
                  <a:pt x="62862" y="94918"/>
                  <a:pt x="62964" y="94867"/>
                </a:cubicBezTo>
                <a:close/>
                <a:moveTo>
                  <a:pt x="91779" y="103111"/>
                </a:moveTo>
                <a:lnTo>
                  <a:pt x="108726" y="106097"/>
                </a:lnTo>
                <a:lnTo>
                  <a:pt x="107450" y="109492"/>
                </a:lnTo>
                <a:lnTo>
                  <a:pt x="81366" y="109492"/>
                </a:lnTo>
                <a:lnTo>
                  <a:pt x="90656" y="103341"/>
                </a:lnTo>
                <a:cubicBezTo>
                  <a:pt x="90784" y="103468"/>
                  <a:pt x="90962" y="103571"/>
                  <a:pt x="91141" y="103571"/>
                </a:cubicBezTo>
                <a:cubicBezTo>
                  <a:pt x="91447" y="103571"/>
                  <a:pt x="91702" y="103366"/>
                  <a:pt x="91779" y="103111"/>
                </a:cubicBezTo>
                <a:close/>
                <a:moveTo>
                  <a:pt x="108905" y="106123"/>
                </a:moveTo>
                <a:lnTo>
                  <a:pt x="128021" y="109492"/>
                </a:lnTo>
                <a:lnTo>
                  <a:pt x="107654" y="109492"/>
                </a:lnTo>
                <a:lnTo>
                  <a:pt x="108905" y="106123"/>
                </a:lnTo>
                <a:close/>
                <a:moveTo>
                  <a:pt x="142160" y="103928"/>
                </a:moveTo>
                <a:cubicBezTo>
                  <a:pt x="142288" y="104107"/>
                  <a:pt x="142467" y="104234"/>
                  <a:pt x="142696" y="104260"/>
                </a:cubicBezTo>
                <a:lnTo>
                  <a:pt x="142696" y="109492"/>
                </a:lnTo>
                <a:lnTo>
                  <a:pt x="129833" y="109492"/>
                </a:lnTo>
                <a:cubicBezTo>
                  <a:pt x="129833" y="109466"/>
                  <a:pt x="129833" y="109441"/>
                  <a:pt x="129807" y="109415"/>
                </a:cubicBezTo>
                <a:lnTo>
                  <a:pt x="142160" y="103928"/>
                </a:lnTo>
                <a:close/>
                <a:moveTo>
                  <a:pt x="944" y="1"/>
                </a:moveTo>
                <a:cubicBezTo>
                  <a:pt x="638" y="1"/>
                  <a:pt x="383" y="256"/>
                  <a:pt x="383" y="588"/>
                </a:cubicBezTo>
                <a:cubicBezTo>
                  <a:pt x="383" y="868"/>
                  <a:pt x="587" y="1098"/>
                  <a:pt x="842" y="1149"/>
                </a:cubicBezTo>
                <a:lnTo>
                  <a:pt x="842" y="16462"/>
                </a:lnTo>
                <a:cubicBezTo>
                  <a:pt x="357" y="16514"/>
                  <a:pt x="0" y="16922"/>
                  <a:pt x="0" y="17407"/>
                </a:cubicBezTo>
                <a:cubicBezTo>
                  <a:pt x="0" y="17892"/>
                  <a:pt x="357" y="18300"/>
                  <a:pt x="842" y="18351"/>
                </a:cubicBezTo>
                <a:lnTo>
                  <a:pt x="842" y="37748"/>
                </a:lnTo>
                <a:cubicBezTo>
                  <a:pt x="357" y="37799"/>
                  <a:pt x="0" y="38208"/>
                  <a:pt x="0" y="38693"/>
                </a:cubicBezTo>
                <a:cubicBezTo>
                  <a:pt x="0" y="39177"/>
                  <a:pt x="357" y="39560"/>
                  <a:pt x="842" y="39611"/>
                </a:cubicBezTo>
                <a:lnTo>
                  <a:pt x="842" y="62607"/>
                </a:lnTo>
                <a:cubicBezTo>
                  <a:pt x="357" y="62658"/>
                  <a:pt x="0" y="63066"/>
                  <a:pt x="0" y="63551"/>
                </a:cubicBezTo>
                <a:cubicBezTo>
                  <a:pt x="0" y="64036"/>
                  <a:pt x="357" y="64445"/>
                  <a:pt x="842" y="64496"/>
                </a:cubicBezTo>
                <a:lnTo>
                  <a:pt x="842" y="76057"/>
                </a:lnTo>
                <a:cubicBezTo>
                  <a:pt x="536" y="76108"/>
                  <a:pt x="306" y="76364"/>
                  <a:pt x="306" y="76695"/>
                </a:cubicBezTo>
                <a:cubicBezTo>
                  <a:pt x="306" y="77053"/>
                  <a:pt x="587" y="77333"/>
                  <a:pt x="944" y="77333"/>
                </a:cubicBezTo>
                <a:cubicBezTo>
                  <a:pt x="1225" y="77333"/>
                  <a:pt x="1455" y="77180"/>
                  <a:pt x="1557" y="76925"/>
                </a:cubicBezTo>
                <a:lnTo>
                  <a:pt x="27105" y="82821"/>
                </a:lnTo>
                <a:cubicBezTo>
                  <a:pt x="27105" y="82872"/>
                  <a:pt x="27079" y="82897"/>
                  <a:pt x="27079" y="82923"/>
                </a:cubicBezTo>
                <a:cubicBezTo>
                  <a:pt x="27079" y="83459"/>
                  <a:pt x="27513" y="83867"/>
                  <a:pt x="28024" y="83867"/>
                </a:cubicBezTo>
                <a:cubicBezTo>
                  <a:pt x="28458" y="83867"/>
                  <a:pt x="28815" y="83586"/>
                  <a:pt x="28943" y="83204"/>
                </a:cubicBezTo>
                <a:lnTo>
                  <a:pt x="45711" y="86598"/>
                </a:lnTo>
                <a:cubicBezTo>
                  <a:pt x="45711" y="86598"/>
                  <a:pt x="45711" y="86624"/>
                  <a:pt x="45711" y="86624"/>
                </a:cubicBezTo>
                <a:cubicBezTo>
                  <a:pt x="45711" y="86955"/>
                  <a:pt x="45992" y="87236"/>
                  <a:pt x="46323" y="87236"/>
                </a:cubicBezTo>
                <a:cubicBezTo>
                  <a:pt x="46425" y="87236"/>
                  <a:pt x="46502" y="87211"/>
                  <a:pt x="46579" y="87185"/>
                </a:cubicBezTo>
                <a:lnTo>
                  <a:pt x="52449" y="96424"/>
                </a:lnTo>
                <a:cubicBezTo>
                  <a:pt x="52219" y="96577"/>
                  <a:pt x="52091" y="96858"/>
                  <a:pt x="52091" y="97139"/>
                </a:cubicBezTo>
                <a:cubicBezTo>
                  <a:pt x="52091" y="97675"/>
                  <a:pt x="52500" y="98083"/>
                  <a:pt x="53036" y="98083"/>
                </a:cubicBezTo>
                <a:cubicBezTo>
                  <a:pt x="53163" y="98083"/>
                  <a:pt x="53317" y="98058"/>
                  <a:pt x="53444" y="97981"/>
                </a:cubicBezTo>
                <a:lnTo>
                  <a:pt x="60846" y="109619"/>
                </a:lnTo>
                <a:lnTo>
                  <a:pt x="60820" y="109696"/>
                </a:lnTo>
                <a:lnTo>
                  <a:pt x="60871" y="109696"/>
                </a:lnTo>
                <a:lnTo>
                  <a:pt x="60999" y="109900"/>
                </a:lnTo>
                <a:lnTo>
                  <a:pt x="61024" y="109696"/>
                </a:lnTo>
                <a:lnTo>
                  <a:pt x="80932" y="109696"/>
                </a:lnTo>
                <a:lnTo>
                  <a:pt x="80932" y="109773"/>
                </a:lnTo>
                <a:lnTo>
                  <a:pt x="81008" y="109747"/>
                </a:lnTo>
                <a:lnTo>
                  <a:pt x="81136" y="109977"/>
                </a:lnTo>
                <a:lnTo>
                  <a:pt x="81136" y="109696"/>
                </a:lnTo>
                <a:lnTo>
                  <a:pt x="128506" y="109696"/>
                </a:lnTo>
                <a:cubicBezTo>
                  <a:pt x="128531" y="110028"/>
                  <a:pt x="128812" y="110283"/>
                  <a:pt x="129169" y="110283"/>
                </a:cubicBezTo>
                <a:cubicBezTo>
                  <a:pt x="129501" y="110283"/>
                  <a:pt x="129782" y="110028"/>
                  <a:pt x="129807" y="109696"/>
                </a:cubicBezTo>
                <a:lnTo>
                  <a:pt x="142875" y="109696"/>
                </a:lnTo>
                <a:lnTo>
                  <a:pt x="142875" y="104260"/>
                </a:lnTo>
                <a:cubicBezTo>
                  <a:pt x="143232" y="104209"/>
                  <a:pt x="143513" y="103902"/>
                  <a:pt x="143513" y="103545"/>
                </a:cubicBezTo>
                <a:cubicBezTo>
                  <a:pt x="143513" y="103188"/>
                  <a:pt x="143232" y="102881"/>
                  <a:pt x="142875" y="102830"/>
                </a:cubicBezTo>
                <a:lnTo>
                  <a:pt x="142875" y="82642"/>
                </a:lnTo>
                <a:lnTo>
                  <a:pt x="142875" y="82438"/>
                </a:lnTo>
                <a:lnTo>
                  <a:pt x="142875" y="77997"/>
                </a:lnTo>
                <a:lnTo>
                  <a:pt x="142875" y="77716"/>
                </a:lnTo>
                <a:lnTo>
                  <a:pt x="142875" y="55180"/>
                </a:lnTo>
                <a:cubicBezTo>
                  <a:pt x="143360" y="55129"/>
                  <a:pt x="143717" y="54721"/>
                  <a:pt x="143717" y="54236"/>
                </a:cubicBezTo>
                <a:cubicBezTo>
                  <a:pt x="143717" y="53725"/>
                  <a:pt x="143309" y="53291"/>
                  <a:pt x="142773" y="53291"/>
                </a:cubicBezTo>
                <a:cubicBezTo>
                  <a:pt x="142262" y="53291"/>
                  <a:pt x="141829" y="53725"/>
                  <a:pt x="141829" y="54236"/>
                </a:cubicBezTo>
                <a:cubicBezTo>
                  <a:pt x="141829" y="54516"/>
                  <a:pt x="141956" y="54746"/>
                  <a:pt x="142135" y="54925"/>
                </a:cubicBezTo>
                <a:lnTo>
                  <a:pt x="127791" y="73046"/>
                </a:lnTo>
                <a:lnTo>
                  <a:pt x="120160" y="61637"/>
                </a:lnTo>
                <a:cubicBezTo>
                  <a:pt x="120288" y="61510"/>
                  <a:pt x="120390" y="61305"/>
                  <a:pt x="120390" y="61101"/>
                </a:cubicBezTo>
                <a:cubicBezTo>
                  <a:pt x="120390" y="60693"/>
                  <a:pt x="120058" y="60361"/>
                  <a:pt x="119675" y="60361"/>
                </a:cubicBezTo>
                <a:cubicBezTo>
                  <a:pt x="119394" y="60361"/>
                  <a:pt x="119190" y="60489"/>
                  <a:pt x="119037" y="60693"/>
                </a:cubicBezTo>
                <a:lnTo>
                  <a:pt x="99283" y="51428"/>
                </a:lnTo>
                <a:cubicBezTo>
                  <a:pt x="99308" y="51326"/>
                  <a:pt x="99334" y="51224"/>
                  <a:pt x="99334" y="51122"/>
                </a:cubicBezTo>
                <a:cubicBezTo>
                  <a:pt x="99334" y="50586"/>
                  <a:pt x="98900" y="50178"/>
                  <a:pt x="98389" y="50178"/>
                </a:cubicBezTo>
                <a:cubicBezTo>
                  <a:pt x="97879" y="50178"/>
                  <a:pt x="97445" y="50612"/>
                  <a:pt x="97445" y="51122"/>
                </a:cubicBezTo>
                <a:cubicBezTo>
                  <a:pt x="97445" y="51250"/>
                  <a:pt x="97470" y="51377"/>
                  <a:pt x="97522" y="51505"/>
                </a:cubicBezTo>
                <a:lnTo>
                  <a:pt x="80957" y="60999"/>
                </a:lnTo>
                <a:lnTo>
                  <a:pt x="75955" y="58804"/>
                </a:lnTo>
                <a:cubicBezTo>
                  <a:pt x="75955" y="58779"/>
                  <a:pt x="75981" y="58728"/>
                  <a:pt x="75981" y="58677"/>
                </a:cubicBezTo>
                <a:cubicBezTo>
                  <a:pt x="75981" y="58370"/>
                  <a:pt x="75725" y="58115"/>
                  <a:pt x="75419" y="58115"/>
                </a:cubicBezTo>
                <a:cubicBezTo>
                  <a:pt x="75266" y="58115"/>
                  <a:pt x="75138" y="58166"/>
                  <a:pt x="75036" y="58268"/>
                </a:cubicBezTo>
                <a:lnTo>
                  <a:pt x="54235" y="42061"/>
                </a:lnTo>
                <a:cubicBezTo>
                  <a:pt x="54312" y="41934"/>
                  <a:pt x="54363" y="41755"/>
                  <a:pt x="54363" y="41577"/>
                </a:cubicBezTo>
                <a:cubicBezTo>
                  <a:pt x="54363" y="41041"/>
                  <a:pt x="53955" y="40632"/>
                  <a:pt x="53419" y="40632"/>
                </a:cubicBezTo>
                <a:cubicBezTo>
                  <a:pt x="53342" y="40632"/>
                  <a:pt x="53265" y="40632"/>
                  <a:pt x="53189" y="40658"/>
                </a:cubicBezTo>
                <a:lnTo>
                  <a:pt x="46732" y="24247"/>
                </a:lnTo>
                <a:cubicBezTo>
                  <a:pt x="47012" y="24119"/>
                  <a:pt x="47191" y="23838"/>
                  <a:pt x="47191" y="23507"/>
                </a:cubicBezTo>
                <a:cubicBezTo>
                  <a:pt x="47191" y="23047"/>
                  <a:pt x="46808" y="22664"/>
                  <a:pt x="46349" y="22664"/>
                </a:cubicBezTo>
                <a:cubicBezTo>
                  <a:pt x="45889" y="22664"/>
                  <a:pt x="45507" y="23022"/>
                  <a:pt x="45481" y="23456"/>
                </a:cubicBezTo>
                <a:lnTo>
                  <a:pt x="20265" y="25064"/>
                </a:lnTo>
                <a:lnTo>
                  <a:pt x="18325" y="17534"/>
                </a:lnTo>
                <a:cubicBezTo>
                  <a:pt x="18529" y="17432"/>
                  <a:pt x="18708" y="17203"/>
                  <a:pt x="18708" y="16947"/>
                </a:cubicBezTo>
                <a:cubicBezTo>
                  <a:pt x="18708" y="16590"/>
                  <a:pt x="18402" y="16309"/>
                  <a:pt x="18070" y="16309"/>
                </a:cubicBezTo>
                <a:cubicBezTo>
                  <a:pt x="17917" y="16309"/>
                  <a:pt x="17789" y="16360"/>
                  <a:pt x="17687" y="16437"/>
                </a:cubicBezTo>
                <a:lnTo>
                  <a:pt x="1429" y="894"/>
                </a:lnTo>
                <a:cubicBezTo>
                  <a:pt x="1480" y="817"/>
                  <a:pt x="1506" y="690"/>
                  <a:pt x="1506" y="588"/>
                </a:cubicBezTo>
                <a:cubicBezTo>
                  <a:pt x="1506" y="256"/>
                  <a:pt x="1251" y="1"/>
                  <a:pt x="9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39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p26"/>
          <p:cNvGrpSpPr/>
          <p:nvPr/>
        </p:nvGrpSpPr>
        <p:grpSpPr>
          <a:xfrm flipH="1">
            <a:off x="12114829" y="85"/>
            <a:ext cx="2527317" cy="8237365"/>
            <a:chOff x="34" y="53"/>
            <a:chExt cx="1581117" cy="5143392"/>
          </a:xfrm>
        </p:grpSpPr>
        <p:sp>
          <p:nvSpPr>
            <p:cNvPr id="217" name="Google Shape;217;p26"/>
            <p:cNvSpPr/>
            <p:nvPr/>
          </p:nvSpPr>
          <p:spPr>
            <a:xfrm rot="5400000">
              <a:off x="-1781053" y="1781241"/>
              <a:ext cx="5143297" cy="1581110"/>
            </a:xfrm>
            <a:custGeom>
              <a:avLst/>
              <a:gdLst/>
              <a:ahLst/>
              <a:cxnLst/>
              <a:rect l="l" t="t" r="r" b="b"/>
              <a:pathLst>
                <a:path w="172913" h="39839" extrusionOk="0">
                  <a:moveTo>
                    <a:pt x="172913" y="1"/>
                  </a:moveTo>
                  <a:lnTo>
                    <a:pt x="0" y="16958"/>
                  </a:lnTo>
                  <a:lnTo>
                    <a:pt x="0" y="39839"/>
                  </a:lnTo>
                  <a:lnTo>
                    <a:pt x="172913" y="39839"/>
                  </a:lnTo>
                  <a:lnTo>
                    <a:pt x="17291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39"/>
            </a:p>
          </p:txBody>
        </p:sp>
        <p:sp>
          <p:nvSpPr>
            <p:cNvPr id="218" name="Google Shape;218;p26"/>
            <p:cNvSpPr/>
            <p:nvPr/>
          </p:nvSpPr>
          <p:spPr>
            <a:xfrm rot="5400000" flipH="1">
              <a:off x="-1898635" y="1898721"/>
              <a:ext cx="5143297" cy="1345961"/>
            </a:xfrm>
            <a:custGeom>
              <a:avLst/>
              <a:gdLst/>
              <a:ahLst/>
              <a:cxnLst/>
              <a:rect l="l" t="t" r="r" b="b"/>
              <a:pathLst>
                <a:path w="172913" h="39839" extrusionOk="0">
                  <a:moveTo>
                    <a:pt x="172913" y="1"/>
                  </a:moveTo>
                  <a:lnTo>
                    <a:pt x="0" y="16958"/>
                  </a:lnTo>
                  <a:lnTo>
                    <a:pt x="0" y="39839"/>
                  </a:lnTo>
                  <a:lnTo>
                    <a:pt x="172913" y="39839"/>
                  </a:lnTo>
                  <a:lnTo>
                    <a:pt x="17291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39"/>
            </a:p>
          </p:txBody>
        </p:sp>
      </p:grpSp>
      <p:sp>
        <p:nvSpPr>
          <p:cNvPr id="219" name="Google Shape;219;p26"/>
          <p:cNvSpPr/>
          <p:nvPr/>
        </p:nvSpPr>
        <p:spPr>
          <a:xfrm rot="5793611" flipH="1">
            <a:off x="-4800375" y="1077030"/>
            <a:ext cx="11287240" cy="8644545"/>
          </a:xfrm>
          <a:custGeom>
            <a:avLst/>
            <a:gdLst/>
            <a:ahLst/>
            <a:cxnLst/>
            <a:rect l="l" t="t" r="r" b="b"/>
            <a:pathLst>
              <a:path w="143718" h="110283" extrusionOk="0">
                <a:moveTo>
                  <a:pt x="1276" y="1047"/>
                </a:moveTo>
                <a:lnTo>
                  <a:pt x="17534" y="16565"/>
                </a:lnTo>
                <a:cubicBezTo>
                  <a:pt x="17483" y="16667"/>
                  <a:pt x="17457" y="16743"/>
                  <a:pt x="17432" y="16845"/>
                </a:cubicBezTo>
                <a:lnTo>
                  <a:pt x="1889" y="17279"/>
                </a:lnTo>
                <a:cubicBezTo>
                  <a:pt x="1812" y="16845"/>
                  <a:pt x="1480" y="16514"/>
                  <a:pt x="1046" y="16462"/>
                </a:cubicBezTo>
                <a:lnTo>
                  <a:pt x="1046" y="1149"/>
                </a:lnTo>
                <a:cubicBezTo>
                  <a:pt x="1123" y="1124"/>
                  <a:pt x="1225" y="1098"/>
                  <a:pt x="1276" y="1047"/>
                </a:cubicBezTo>
                <a:close/>
                <a:moveTo>
                  <a:pt x="17432" y="17050"/>
                </a:moveTo>
                <a:cubicBezTo>
                  <a:pt x="17457" y="17177"/>
                  <a:pt x="17508" y="17279"/>
                  <a:pt x="17585" y="17381"/>
                </a:cubicBezTo>
                <a:lnTo>
                  <a:pt x="11638" y="24936"/>
                </a:lnTo>
                <a:cubicBezTo>
                  <a:pt x="11485" y="24859"/>
                  <a:pt x="11306" y="24808"/>
                  <a:pt x="11128" y="24808"/>
                </a:cubicBezTo>
                <a:cubicBezTo>
                  <a:pt x="10873" y="24808"/>
                  <a:pt x="10643" y="24910"/>
                  <a:pt x="10464" y="25064"/>
                </a:cubicBezTo>
                <a:lnTo>
                  <a:pt x="1736" y="17917"/>
                </a:lnTo>
                <a:cubicBezTo>
                  <a:pt x="1812" y="17790"/>
                  <a:pt x="1863" y="17637"/>
                  <a:pt x="1889" y="17483"/>
                </a:cubicBezTo>
                <a:lnTo>
                  <a:pt x="17432" y="17050"/>
                </a:lnTo>
                <a:close/>
                <a:moveTo>
                  <a:pt x="17764" y="17483"/>
                </a:moveTo>
                <a:cubicBezTo>
                  <a:pt x="17840" y="17534"/>
                  <a:pt x="17942" y="17585"/>
                  <a:pt x="18070" y="17585"/>
                </a:cubicBezTo>
                <a:cubicBezTo>
                  <a:pt x="18070" y="17585"/>
                  <a:pt x="18095" y="17560"/>
                  <a:pt x="18121" y="17560"/>
                </a:cubicBezTo>
                <a:lnTo>
                  <a:pt x="20061" y="25089"/>
                </a:lnTo>
                <a:lnTo>
                  <a:pt x="12047" y="25574"/>
                </a:lnTo>
                <a:cubicBezTo>
                  <a:pt x="12021" y="25395"/>
                  <a:pt x="11919" y="25191"/>
                  <a:pt x="11791" y="25064"/>
                </a:cubicBezTo>
                <a:lnTo>
                  <a:pt x="17764" y="17483"/>
                </a:lnTo>
                <a:close/>
                <a:moveTo>
                  <a:pt x="20112" y="25268"/>
                </a:moveTo>
                <a:lnTo>
                  <a:pt x="22460" y="34405"/>
                </a:lnTo>
                <a:cubicBezTo>
                  <a:pt x="22332" y="34456"/>
                  <a:pt x="22230" y="34507"/>
                  <a:pt x="22128" y="34609"/>
                </a:cubicBezTo>
                <a:lnTo>
                  <a:pt x="14726" y="28560"/>
                </a:lnTo>
                <a:lnTo>
                  <a:pt x="11919" y="26263"/>
                </a:lnTo>
                <a:cubicBezTo>
                  <a:pt x="12021" y="26135"/>
                  <a:pt x="12072" y="25957"/>
                  <a:pt x="12072" y="25778"/>
                </a:cubicBezTo>
                <a:lnTo>
                  <a:pt x="20112" y="25268"/>
                </a:lnTo>
                <a:close/>
                <a:moveTo>
                  <a:pt x="45507" y="23660"/>
                </a:moveTo>
                <a:cubicBezTo>
                  <a:pt x="45507" y="23711"/>
                  <a:pt x="45532" y="23762"/>
                  <a:pt x="45532" y="23787"/>
                </a:cubicBezTo>
                <a:lnTo>
                  <a:pt x="23583" y="34762"/>
                </a:lnTo>
                <a:cubicBezTo>
                  <a:pt x="23404" y="34507"/>
                  <a:pt x="23123" y="34328"/>
                  <a:pt x="22792" y="34328"/>
                </a:cubicBezTo>
                <a:cubicBezTo>
                  <a:pt x="22741" y="34328"/>
                  <a:pt x="22690" y="34328"/>
                  <a:pt x="22664" y="34354"/>
                </a:cubicBezTo>
                <a:lnTo>
                  <a:pt x="20316" y="25242"/>
                </a:lnTo>
                <a:lnTo>
                  <a:pt x="45507" y="23660"/>
                </a:lnTo>
                <a:close/>
                <a:moveTo>
                  <a:pt x="45634" y="23966"/>
                </a:moveTo>
                <a:cubicBezTo>
                  <a:pt x="45634" y="23992"/>
                  <a:pt x="45634" y="23992"/>
                  <a:pt x="45634" y="23992"/>
                </a:cubicBezTo>
                <a:lnTo>
                  <a:pt x="30908" y="36855"/>
                </a:lnTo>
                <a:lnTo>
                  <a:pt x="23736" y="35375"/>
                </a:lnTo>
                <a:cubicBezTo>
                  <a:pt x="23736" y="35349"/>
                  <a:pt x="23736" y="35298"/>
                  <a:pt x="23736" y="35273"/>
                </a:cubicBezTo>
                <a:cubicBezTo>
                  <a:pt x="23736" y="35170"/>
                  <a:pt x="23710" y="35043"/>
                  <a:pt x="23685" y="34941"/>
                </a:cubicBezTo>
                <a:lnTo>
                  <a:pt x="45634" y="23966"/>
                </a:lnTo>
                <a:close/>
                <a:moveTo>
                  <a:pt x="1608" y="18070"/>
                </a:moveTo>
                <a:lnTo>
                  <a:pt x="10337" y="25217"/>
                </a:lnTo>
                <a:cubicBezTo>
                  <a:pt x="10235" y="25370"/>
                  <a:pt x="10183" y="25548"/>
                  <a:pt x="10183" y="25753"/>
                </a:cubicBezTo>
                <a:cubicBezTo>
                  <a:pt x="10183" y="26008"/>
                  <a:pt x="10311" y="26238"/>
                  <a:pt x="10464" y="26416"/>
                </a:cubicBezTo>
                <a:lnTo>
                  <a:pt x="1455" y="37876"/>
                </a:lnTo>
                <a:cubicBezTo>
                  <a:pt x="1327" y="37799"/>
                  <a:pt x="1200" y="37774"/>
                  <a:pt x="1046" y="37748"/>
                </a:cubicBezTo>
                <a:lnTo>
                  <a:pt x="1046" y="18351"/>
                </a:lnTo>
                <a:cubicBezTo>
                  <a:pt x="1276" y="18326"/>
                  <a:pt x="1455" y="18224"/>
                  <a:pt x="1608" y="18070"/>
                </a:cubicBezTo>
                <a:close/>
                <a:moveTo>
                  <a:pt x="11791" y="26416"/>
                </a:moveTo>
                <a:lnTo>
                  <a:pt x="21924" y="34686"/>
                </a:lnTo>
                <a:lnTo>
                  <a:pt x="22000" y="34762"/>
                </a:lnTo>
                <a:cubicBezTo>
                  <a:pt x="21898" y="34915"/>
                  <a:pt x="21847" y="35094"/>
                  <a:pt x="21847" y="35273"/>
                </a:cubicBezTo>
                <a:cubicBezTo>
                  <a:pt x="21847" y="35298"/>
                  <a:pt x="21847" y="35324"/>
                  <a:pt x="21847" y="35324"/>
                </a:cubicBezTo>
                <a:lnTo>
                  <a:pt x="10822" y="37034"/>
                </a:lnTo>
                <a:lnTo>
                  <a:pt x="1863" y="38437"/>
                </a:lnTo>
                <a:cubicBezTo>
                  <a:pt x="1812" y="38284"/>
                  <a:pt x="1736" y="38131"/>
                  <a:pt x="1608" y="38003"/>
                </a:cubicBezTo>
                <a:lnTo>
                  <a:pt x="10643" y="26544"/>
                </a:lnTo>
                <a:cubicBezTo>
                  <a:pt x="10770" y="26620"/>
                  <a:pt x="10949" y="26697"/>
                  <a:pt x="11128" y="26697"/>
                </a:cubicBezTo>
                <a:cubicBezTo>
                  <a:pt x="11383" y="26697"/>
                  <a:pt x="11638" y="26569"/>
                  <a:pt x="11791" y="26416"/>
                </a:cubicBezTo>
                <a:close/>
                <a:moveTo>
                  <a:pt x="45762" y="24145"/>
                </a:moveTo>
                <a:cubicBezTo>
                  <a:pt x="45915" y="24272"/>
                  <a:pt x="46119" y="24349"/>
                  <a:pt x="46323" y="24349"/>
                </a:cubicBezTo>
                <a:cubicBezTo>
                  <a:pt x="46400" y="24349"/>
                  <a:pt x="46476" y="24349"/>
                  <a:pt x="46553" y="24323"/>
                </a:cubicBezTo>
                <a:lnTo>
                  <a:pt x="52985" y="40734"/>
                </a:lnTo>
                <a:cubicBezTo>
                  <a:pt x="52781" y="40836"/>
                  <a:pt x="52602" y="41041"/>
                  <a:pt x="52525" y="41270"/>
                </a:cubicBezTo>
                <a:lnTo>
                  <a:pt x="31163" y="36906"/>
                </a:lnTo>
                <a:lnTo>
                  <a:pt x="45762" y="24145"/>
                </a:lnTo>
                <a:close/>
                <a:moveTo>
                  <a:pt x="23685" y="35579"/>
                </a:moveTo>
                <a:lnTo>
                  <a:pt x="23813" y="35604"/>
                </a:lnTo>
                <a:lnTo>
                  <a:pt x="30729" y="37008"/>
                </a:lnTo>
                <a:lnTo>
                  <a:pt x="18836" y="47396"/>
                </a:lnTo>
                <a:cubicBezTo>
                  <a:pt x="18810" y="47370"/>
                  <a:pt x="18759" y="47345"/>
                  <a:pt x="18734" y="47319"/>
                </a:cubicBezTo>
                <a:lnTo>
                  <a:pt x="21158" y="40275"/>
                </a:lnTo>
                <a:lnTo>
                  <a:pt x="22562" y="36191"/>
                </a:lnTo>
                <a:cubicBezTo>
                  <a:pt x="22638" y="36217"/>
                  <a:pt x="22715" y="36217"/>
                  <a:pt x="22792" y="36217"/>
                </a:cubicBezTo>
                <a:cubicBezTo>
                  <a:pt x="23200" y="36217"/>
                  <a:pt x="23557" y="35962"/>
                  <a:pt x="23685" y="35579"/>
                </a:cubicBezTo>
                <a:close/>
                <a:moveTo>
                  <a:pt x="21873" y="35528"/>
                </a:moveTo>
                <a:cubicBezTo>
                  <a:pt x="21949" y="35783"/>
                  <a:pt x="22128" y="36013"/>
                  <a:pt x="22383" y="36140"/>
                </a:cubicBezTo>
                <a:lnTo>
                  <a:pt x="20980" y="40224"/>
                </a:lnTo>
                <a:lnTo>
                  <a:pt x="18555" y="47243"/>
                </a:lnTo>
                <a:lnTo>
                  <a:pt x="18453" y="47243"/>
                </a:lnTo>
                <a:cubicBezTo>
                  <a:pt x="18249" y="47243"/>
                  <a:pt x="18070" y="47345"/>
                  <a:pt x="17942" y="47498"/>
                </a:cubicBezTo>
                <a:lnTo>
                  <a:pt x="12404" y="44563"/>
                </a:lnTo>
                <a:lnTo>
                  <a:pt x="1812" y="39024"/>
                </a:lnTo>
                <a:cubicBezTo>
                  <a:pt x="1863" y="38922"/>
                  <a:pt x="1889" y="38820"/>
                  <a:pt x="1889" y="38693"/>
                </a:cubicBezTo>
                <a:cubicBezTo>
                  <a:pt x="1889" y="38667"/>
                  <a:pt x="1889" y="38641"/>
                  <a:pt x="1889" y="38641"/>
                </a:cubicBezTo>
                <a:lnTo>
                  <a:pt x="21873" y="35528"/>
                </a:lnTo>
                <a:close/>
                <a:moveTo>
                  <a:pt x="30959" y="37059"/>
                </a:moveTo>
                <a:lnTo>
                  <a:pt x="52474" y="41474"/>
                </a:lnTo>
                <a:cubicBezTo>
                  <a:pt x="52474" y="41500"/>
                  <a:pt x="52474" y="41551"/>
                  <a:pt x="52474" y="41577"/>
                </a:cubicBezTo>
                <a:cubicBezTo>
                  <a:pt x="52474" y="41602"/>
                  <a:pt x="52474" y="41602"/>
                  <a:pt x="52500" y="41628"/>
                </a:cubicBezTo>
                <a:lnTo>
                  <a:pt x="44282" y="43108"/>
                </a:lnTo>
                <a:lnTo>
                  <a:pt x="19014" y="47651"/>
                </a:lnTo>
                <a:cubicBezTo>
                  <a:pt x="18989" y="47600"/>
                  <a:pt x="18989" y="47574"/>
                  <a:pt x="18963" y="47523"/>
                </a:cubicBezTo>
                <a:lnTo>
                  <a:pt x="30959" y="37059"/>
                </a:lnTo>
                <a:close/>
                <a:moveTo>
                  <a:pt x="52653" y="42113"/>
                </a:moveTo>
                <a:cubicBezTo>
                  <a:pt x="52704" y="42189"/>
                  <a:pt x="52781" y="42240"/>
                  <a:pt x="52832" y="42317"/>
                </a:cubicBezTo>
                <a:lnTo>
                  <a:pt x="45992" y="53036"/>
                </a:lnTo>
                <a:cubicBezTo>
                  <a:pt x="45864" y="52985"/>
                  <a:pt x="45736" y="52934"/>
                  <a:pt x="45583" y="52934"/>
                </a:cubicBezTo>
                <a:cubicBezTo>
                  <a:pt x="45124" y="52934"/>
                  <a:pt x="44766" y="53240"/>
                  <a:pt x="44664" y="53623"/>
                </a:cubicBezTo>
                <a:lnTo>
                  <a:pt x="34864" y="52066"/>
                </a:lnTo>
                <a:lnTo>
                  <a:pt x="35604" y="51632"/>
                </a:lnTo>
                <a:lnTo>
                  <a:pt x="45966" y="45839"/>
                </a:lnTo>
                <a:lnTo>
                  <a:pt x="52653" y="42113"/>
                </a:lnTo>
                <a:close/>
                <a:moveTo>
                  <a:pt x="53010" y="42419"/>
                </a:moveTo>
                <a:cubicBezTo>
                  <a:pt x="53138" y="42470"/>
                  <a:pt x="53265" y="42521"/>
                  <a:pt x="53419" y="42521"/>
                </a:cubicBezTo>
                <a:cubicBezTo>
                  <a:pt x="53546" y="42521"/>
                  <a:pt x="53648" y="42495"/>
                  <a:pt x="53750" y="42444"/>
                </a:cubicBezTo>
                <a:lnTo>
                  <a:pt x="60616" y="56201"/>
                </a:lnTo>
                <a:lnTo>
                  <a:pt x="60616" y="56201"/>
                </a:lnTo>
                <a:lnTo>
                  <a:pt x="51709" y="54772"/>
                </a:lnTo>
                <a:lnTo>
                  <a:pt x="46502" y="53929"/>
                </a:lnTo>
                <a:cubicBezTo>
                  <a:pt x="46502" y="53904"/>
                  <a:pt x="46528" y="53904"/>
                  <a:pt x="46528" y="53878"/>
                </a:cubicBezTo>
                <a:cubicBezTo>
                  <a:pt x="46528" y="53572"/>
                  <a:pt x="46374" y="53317"/>
                  <a:pt x="46170" y="53138"/>
                </a:cubicBezTo>
                <a:lnTo>
                  <a:pt x="46579" y="52500"/>
                </a:lnTo>
                <a:lnTo>
                  <a:pt x="53010" y="42419"/>
                </a:lnTo>
                <a:close/>
                <a:moveTo>
                  <a:pt x="52525" y="41832"/>
                </a:moveTo>
                <a:cubicBezTo>
                  <a:pt x="52525" y="41857"/>
                  <a:pt x="52551" y="41908"/>
                  <a:pt x="52551" y="41934"/>
                </a:cubicBezTo>
                <a:lnTo>
                  <a:pt x="42163" y="47753"/>
                </a:lnTo>
                <a:lnTo>
                  <a:pt x="34557" y="51990"/>
                </a:lnTo>
                <a:lnTo>
                  <a:pt x="34430" y="51990"/>
                </a:lnTo>
                <a:lnTo>
                  <a:pt x="34455" y="52041"/>
                </a:lnTo>
                <a:lnTo>
                  <a:pt x="26901" y="56277"/>
                </a:lnTo>
                <a:lnTo>
                  <a:pt x="23557" y="58141"/>
                </a:lnTo>
                <a:cubicBezTo>
                  <a:pt x="23379" y="57911"/>
                  <a:pt x="23098" y="57732"/>
                  <a:pt x="22792" y="57732"/>
                </a:cubicBezTo>
                <a:cubicBezTo>
                  <a:pt x="22690" y="57732"/>
                  <a:pt x="22613" y="57758"/>
                  <a:pt x="22536" y="57783"/>
                </a:cubicBezTo>
                <a:lnTo>
                  <a:pt x="19857" y="51096"/>
                </a:lnTo>
                <a:lnTo>
                  <a:pt x="18759" y="48391"/>
                </a:lnTo>
                <a:cubicBezTo>
                  <a:pt x="18938" y="48263"/>
                  <a:pt x="19065" y="48085"/>
                  <a:pt x="19065" y="47855"/>
                </a:cubicBezTo>
                <a:lnTo>
                  <a:pt x="24987" y="46783"/>
                </a:lnTo>
                <a:lnTo>
                  <a:pt x="52525" y="41832"/>
                </a:lnTo>
                <a:close/>
                <a:moveTo>
                  <a:pt x="54108" y="42215"/>
                </a:moveTo>
                <a:lnTo>
                  <a:pt x="74909" y="58421"/>
                </a:lnTo>
                <a:cubicBezTo>
                  <a:pt x="74909" y="58447"/>
                  <a:pt x="74883" y="58472"/>
                  <a:pt x="74883" y="58498"/>
                </a:cubicBezTo>
                <a:lnTo>
                  <a:pt x="60871" y="56226"/>
                </a:lnTo>
                <a:lnTo>
                  <a:pt x="53929" y="42368"/>
                </a:lnTo>
                <a:cubicBezTo>
                  <a:pt x="54006" y="42317"/>
                  <a:pt x="54057" y="42266"/>
                  <a:pt x="54108" y="42215"/>
                </a:cubicBezTo>
                <a:close/>
                <a:moveTo>
                  <a:pt x="60973" y="56456"/>
                </a:moveTo>
                <a:lnTo>
                  <a:pt x="74858" y="58702"/>
                </a:lnTo>
                <a:lnTo>
                  <a:pt x="63321" y="61203"/>
                </a:lnTo>
                <a:lnTo>
                  <a:pt x="60973" y="56456"/>
                </a:lnTo>
                <a:close/>
                <a:moveTo>
                  <a:pt x="46476" y="54134"/>
                </a:moveTo>
                <a:lnTo>
                  <a:pt x="60718" y="56405"/>
                </a:lnTo>
                <a:lnTo>
                  <a:pt x="63117" y="61229"/>
                </a:lnTo>
                <a:lnTo>
                  <a:pt x="58447" y="62250"/>
                </a:lnTo>
                <a:cubicBezTo>
                  <a:pt x="58370" y="61969"/>
                  <a:pt x="58115" y="61790"/>
                  <a:pt x="57808" y="61790"/>
                </a:cubicBezTo>
                <a:cubicBezTo>
                  <a:pt x="57604" y="61790"/>
                  <a:pt x="57426" y="61867"/>
                  <a:pt x="57298" y="61995"/>
                </a:cubicBezTo>
                <a:lnTo>
                  <a:pt x="46400" y="54338"/>
                </a:lnTo>
                <a:cubicBezTo>
                  <a:pt x="46425" y="54261"/>
                  <a:pt x="46451" y="54185"/>
                  <a:pt x="46476" y="54134"/>
                </a:cubicBezTo>
                <a:close/>
                <a:moveTo>
                  <a:pt x="1736" y="39203"/>
                </a:moveTo>
                <a:lnTo>
                  <a:pt x="4543" y="40683"/>
                </a:lnTo>
                <a:lnTo>
                  <a:pt x="17866" y="47676"/>
                </a:lnTo>
                <a:cubicBezTo>
                  <a:pt x="17840" y="47727"/>
                  <a:pt x="17815" y="47779"/>
                  <a:pt x="17815" y="47855"/>
                </a:cubicBezTo>
                <a:cubicBezTo>
                  <a:pt x="17815" y="47983"/>
                  <a:pt x="17866" y="48085"/>
                  <a:pt x="17917" y="48187"/>
                </a:cubicBezTo>
                <a:lnTo>
                  <a:pt x="1940" y="62530"/>
                </a:lnTo>
                <a:lnTo>
                  <a:pt x="1582" y="62862"/>
                </a:lnTo>
                <a:cubicBezTo>
                  <a:pt x="1429" y="62735"/>
                  <a:pt x="1251" y="62633"/>
                  <a:pt x="1046" y="62607"/>
                </a:cubicBezTo>
                <a:lnTo>
                  <a:pt x="1046" y="39611"/>
                </a:lnTo>
                <a:cubicBezTo>
                  <a:pt x="1327" y="39586"/>
                  <a:pt x="1582" y="39433"/>
                  <a:pt x="1736" y="39203"/>
                </a:cubicBezTo>
                <a:close/>
                <a:moveTo>
                  <a:pt x="18070" y="48340"/>
                </a:moveTo>
                <a:cubicBezTo>
                  <a:pt x="18172" y="48417"/>
                  <a:pt x="18300" y="48468"/>
                  <a:pt x="18453" y="48468"/>
                </a:cubicBezTo>
                <a:lnTo>
                  <a:pt x="18580" y="48468"/>
                </a:lnTo>
                <a:lnTo>
                  <a:pt x="22358" y="57860"/>
                </a:lnTo>
                <a:cubicBezTo>
                  <a:pt x="22051" y="58013"/>
                  <a:pt x="21847" y="58319"/>
                  <a:pt x="21847" y="58677"/>
                </a:cubicBezTo>
                <a:cubicBezTo>
                  <a:pt x="21847" y="58728"/>
                  <a:pt x="21847" y="58753"/>
                  <a:pt x="21847" y="58779"/>
                </a:cubicBezTo>
                <a:lnTo>
                  <a:pt x="1838" y="63245"/>
                </a:lnTo>
                <a:cubicBezTo>
                  <a:pt x="1812" y="63169"/>
                  <a:pt x="1761" y="63066"/>
                  <a:pt x="1710" y="62990"/>
                </a:cubicBezTo>
                <a:lnTo>
                  <a:pt x="7019" y="58243"/>
                </a:lnTo>
                <a:lnTo>
                  <a:pt x="18070" y="48340"/>
                </a:lnTo>
                <a:close/>
                <a:moveTo>
                  <a:pt x="46272" y="54491"/>
                </a:moveTo>
                <a:lnTo>
                  <a:pt x="57196" y="62173"/>
                </a:lnTo>
                <a:cubicBezTo>
                  <a:pt x="57145" y="62275"/>
                  <a:pt x="57119" y="62377"/>
                  <a:pt x="57119" y="62479"/>
                </a:cubicBezTo>
                <a:cubicBezTo>
                  <a:pt x="57119" y="62505"/>
                  <a:pt x="57119" y="62505"/>
                  <a:pt x="57119" y="62530"/>
                </a:cubicBezTo>
                <a:lnTo>
                  <a:pt x="46732" y="64776"/>
                </a:lnTo>
                <a:cubicBezTo>
                  <a:pt x="46604" y="64419"/>
                  <a:pt x="46298" y="64164"/>
                  <a:pt x="45915" y="64113"/>
                </a:cubicBezTo>
                <a:lnTo>
                  <a:pt x="45685" y="54823"/>
                </a:lnTo>
                <a:cubicBezTo>
                  <a:pt x="45915" y="54797"/>
                  <a:pt x="46145" y="54670"/>
                  <a:pt x="46272" y="54491"/>
                </a:cubicBezTo>
                <a:close/>
                <a:moveTo>
                  <a:pt x="99206" y="51607"/>
                </a:moveTo>
                <a:lnTo>
                  <a:pt x="118960" y="60872"/>
                </a:lnTo>
                <a:cubicBezTo>
                  <a:pt x="118935" y="60948"/>
                  <a:pt x="118935" y="61025"/>
                  <a:pt x="118935" y="61101"/>
                </a:cubicBezTo>
                <a:cubicBezTo>
                  <a:pt x="118935" y="61127"/>
                  <a:pt x="118935" y="61127"/>
                  <a:pt x="118935" y="61152"/>
                </a:cubicBezTo>
                <a:lnTo>
                  <a:pt x="103009" y="64802"/>
                </a:lnTo>
                <a:lnTo>
                  <a:pt x="98772" y="51990"/>
                </a:lnTo>
                <a:cubicBezTo>
                  <a:pt x="98951" y="51913"/>
                  <a:pt x="99104" y="51760"/>
                  <a:pt x="99206" y="51607"/>
                </a:cubicBezTo>
                <a:close/>
                <a:moveTo>
                  <a:pt x="34685" y="52219"/>
                </a:moveTo>
                <a:lnTo>
                  <a:pt x="44639" y="53827"/>
                </a:lnTo>
                <a:cubicBezTo>
                  <a:pt x="44639" y="53853"/>
                  <a:pt x="44639" y="53853"/>
                  <a:pt x="44639" y="53878"/>
                </a:cubicBezTo>
                <a:cubicBezTo>
                  <a:pt x="44639" y="54185"/>
                  <a:pt x="44766" y="54440"/>
                  <a:pt x="44996" y="54619"/>
                </a:cubicBezTo>
                <a:lnTo>
                  <a:pt x="40989" y="60897"/>
                </a:lnTo>
                <a:lnTo>
                  <a:pt x="37493" y="66333"/>
                </a:lnTo>
                <a:cubicBezTo>
                  <a:pt x="37416" y="66308"/>
                  <a:pt x="37339" y="66282"/>
                  <a:pt x="37237" y="66257"/>
                </a:cubicBezTo>
                <a:lnTo>
                  <a:pt x="34685" y="52219"/>
                </a:lnTo>
                <a:close/>
                <a:moveTo>
                  <a:pt x="34481" y="52270"/>
                </a:moveTo>
                <a:lnTo>
                  <a:pt x="37033" y="66282"/>
                </a:lnTo>
                <a:cubicBezTo>
                  <a:pt x="36906" y="66308"/>
                  <a:pt x="36778" y="66359"/>
                  <a:pt x="36676" y="66461"/>
                </a:cubicBezTo>
                <a:lnTo>
                  <a:pt x="23659" y="59059"/>
                </a:lnTo>
                <a:cubicBezTo>
                  <a:pt x="23710" y="58957"/>
                  <a:pt x="23736" y="58830"/>
                  <a:pt x="23736" y="58677"/>
                </a:cubicBezTo>
                <a:cubicBezTo>
                  <a:pt x="23736" y="58549"/>
                  <a:pt x="23710" y="58421"/>
                  <a:pt x="23659" y="58319"/>
                </a:cubicBezTo>
                <a:lnTo>
                  <a:pt x="34481" y="52270"/>
                </a:lnTo>
                <a:close/>
                <a:moveTo>
                  <a:pt x="97624" y="51683"/>
                </a:moveTo>
                <a:cubicBezTo>
                  <a:pt x="97726" y="51811"/>
                  <a:pt x="97879" y="51939"/>
                  <a:pt x="98057" y="51990"/>
                </a:cubicBezTo>
                <a:lnTo>
                  <a:pt x="94229" y="66206"/>
                </a:lnTo>
                <a:lnTo>
                  <a:pt x="94127" y="66206"/>
                </a:lnTo>
                <a:cubicBezTo>
                  <a:pt x="93872" y="66206"/>
                  <a:pt x="93668" y="66333"/>
                  <a:pt x="93540" y="66538"/>
                </a:cubicBezTo>
                <a:lnTo>
                  <a:pt x="81162" y="61101"/>
                </a:lnTo>
                <a:lnTo>
                  <a:pt x="97624" y="51683"/>
                </a:lnTo>
                <a:close/>
                <a:moveTo>
                  <a:pt x="98593" y="52041"/>
                </a:moveTo>
                <a:lnTo>
                  <a:pt x="102805" y="64828"/>
                </a:lnTo>
                <a:lnTo>
                  <a:pt x="94791" y="66665"/>
                </a:lnTo>
                <a:cubicBezTo>
                  <a:pt x="94714" y="66486"/>
                  <a:pt x="94586" y="66333"/>
                  <a:pt x="94408" y="66257"/>
                </a:cubicBezTo>
                <a:lnTo>
                  <a:pt x="98236" y="52041"/>
                </a:lnTo>
                <a:cubicBezTo>
                  <a:pt x="98287" y="52066"/>
                  <a:pt x="98338" y="52066"/>
                  <a:pt x="98389" y="52066"/>
                </a:cubicBezTo>
                <a:cubicBezTo>
                  <a:pt x="98466" y="52066"/>
                  <a:pt x="98517" y="52066"/>
                  <a:pt x="98593" y="52041"/>
                </a:cubicBezTo>
                <a:close/>
                <a:moveTo>
                  <a:pt x="45149" y="54721"/>
                </a:moveTo>
                <a:cubicBezTo>
                  <a:pt x="45251" y="54772"/>
                  <a:pt x="45379" y="54797"/>
                  <a:pt x="45507" y="54823"/>
                </a:cubicBezTo>
                <a:lnTo>
                  <a:pt x="45711" y="64138"/>
                </a:lnTo>
                <a:cubicBezTo>
                  <a:pt x="45251" y="64189"/>
                  <a:pt x="44894" y="64572"/>
                  <a:pt x="44894" y="65057"/>
                </a:cubicBezTo>
                <a:cubicBezTo>
                  <a:pt x="44894" y="65108"/>
                  <a:pt x="44894" y="65134"/>
                  <a:pt x="44894" y="65159"/>
                </a:cubicBezTo>
                <a:lnTo>
                  <a:pt x="37850" y="66691"/>
                </a:lnTo>
                <a:cubicBezTo>
                  <a:pt x="37799" y="66589"/>
                  <a:pt x="37748" y="66512"/>
                  <a:pt x="37671" y="66461"/>
                </a:cubicBezTo>
                <a:lnTo>
                  <a:pt x="40223" y="62454"/>
                </a:lnTo>
                <a:lnTo>
                  <a:pt x="45149" y="54721"/>
                </a:lnTo>
                <a:close/>
                <a:moveTo>
                  <a:pt x="74909" y="58906"/>
                </a:moveTo>
                <a:cubicBezTo>
                  <a:pt x="74909" y="58957"/>
                  <a:pt x="74960" y="59008"/>
                  <a:pt x="74985" y="59059"/>
                </a:cubicBezTo>
                <a:lnTo>
                  <a:pt x="67635" y="68248"/>
                </a:lnTo>
                <a:cubicBezTo>
                  <a:pt x="67507" y="68145"/>
                  <a:pt x="67328" y="68094"/>
                  <a:pt x="67150" y="68094"/>
                </a:cubicBezTo>
                <a:cubicBezTo>
                  <a:pt x="67022" y="68094"/>
                  <a:pt x="66920" y="68120"/>
                  <a:pt x="66818" y="68145"/>
                </a:cubicBezTo>
                <a:lnTo>
                  <a:pt x="63423" y="61382"/>
                </a:lnTo>
                <a:lnTo>
                  <a:pt x="74909" y="58906"/>
                </a:lnTo>
                <a:close/>
                <a:moveTo>
                  <a:pt x="63219" y="61408"/>
                </a:moveTo>
                <a:lnTo>
                  <a:pt x="66614" y="68248"/>
                </a:lnTo>
                <a:cubicBezTo>
                  <a:pt x="66563" y="68299"/>
                  <a:pt x="66486" y="68350"/>
                  <a:pt x="66435" y="68426"/>
                </a:cubicBezTo>
                <a:lnTo>
                  <a:pt x="58421" y="62786"/>
                </a:lnTo>
                <a:cubicBezTo>
                  <a:pt x="58472" y="62709"/>
                  <a:pt x="58498" y="62582"/>
                  <a:pt x="58498" y="62479"/>
                </a:cubicBezTo>
                <a:cubicBezTo>
                  <a:pt x="58498" y="62454"/>
                  <a:pt x="58498" y="62454"/>
                  <a:pt x="58498" y="62428"/>
                </a:cubicBezTo>
                <a:lnTo>
                  <a:pt x="63219" y="61408"/>
                </a:lnTo>
                <a:close/>
                <a:moveTo>
                  <a:pt x="75878" y="59008"/>
                </a:moveTo>
                <a:lnTo>
                  <a:pt x="80728" y="61127"/>
                </a:lnTo>
                <a:lnTo>
                  <a:pt x="67915" y="68477"/>
                </a:lnTo>
                <a:cubicBezTo>
                  <a:pt x="67864" y="68452"/>
                  <a:pt x="67839" y="68401"/>
                  <a:pt x="67813" y="68375"/>
                </a:cubicBezTo>
                <a:lnTo>
                  <a:pt x="75138" y="59187"/>
                </a:lnTo>
                <a:cubicBezTo>
                  <a:pt x="75215" y="59213"/>
                  <a:pt x="75317" y="59238"/>
                  <a:pt x="75419" y="59238"/>
                </a:cubicBezTo>
                <a:cubicBezTo>
                  <a:pt x="75598" y="59238"/>
                  <a:pt x="75776" y="59136"/>
                  <a:pt x="75878" y="59008"/>
                </a:cubicBezTo>
                <a:close/>
                <a:moveTo>
                  <a:pt x="80957" y="61229"/>
                </a:moveTo>
                <a:lnTo>
                  <a:pt x="93463" y="66716"/>
                </a:lnTo>
                <a:cubicBezTo>
                  <a:pt x="93438" y="66767"/>
                  <a:pt x="93438" y="66818"/>
                  <a:pt x="93438" y="66869"/>
                </a:cubicBezTo>
                <a:lnTo>
                  <a:pt x="84964" y="67533"/>
                </a:lnTo>
                <a:lnTo>
                  <a:pt x="68069" y="68860"/>
                </a:lnTo>
                <a:cubicBezTo>
                  <a:pt x="68043" y="68783"/>
                  <a:pt x="68017" y="68732"/>
                  <a:pt x="67992" y="68656"/>
                </a:cubicBezTo>
                <a:lnTo>
                  <a:pt x="80957" y="61229"/>
                </a:lnTo>
                <a:close/>
                <a:moveTo>
                  <a:pt x="118986" y="61356"/>
                </a:moveTo>
                <a:lnTo>
                  <a:pt x="110997" y="65746"/>
                </a:lnTo>
                <a:lnTo>
                  <a:pt x="104515" y="69345"/>
                </a:lnTo>
                <a:lnTo>
                  <a:pt x="103060" y="64981"/>
                </a:lnTo>
                <a:lnTo>
                  <a:pt x="118986" y="61356"/>
                </a:lnTo>
                <a:close/>
                <a:moveTo>
                  <a:pt x="23557" y="59238"/>
                </a:moveTo>
                <a:lnTo>
                  <a:pt x="36548" y="66614"/>
                </a:lnTo>
                <a:cubicBezTo>
                  <a:pt x="36497" y="66742"/>
                  <a:pt x="36446" y="66844"/>
                  <a:pt x="36446" y="66997"/>
                </a:cubicBezTo>
                <a:cubicBezTo>
                  <a:pt x="36446" y="67227"/>
                  <a:pt x="36574" y="67456"/>
                  <a:pt x="36752" y="67584"/>
                </a:cubicBezTo>
                <a:lnTo>
                  <a:pt x="34175" y="72050"/>
                </a:lnTo>
                <a:lnTo>
                  <a:pt x="23481" y="59340"/>
                </a:lnTo>
                <a:cubicBezTo>
                  <a:pt x="23506" y="59315"/>
                  <a:pt x="23532" y="59264"/>
                  <a:pt x="23557" y="59238"/>
                </a:cubicBezTo>
                <a:close/>
                <a:moveTo>
                  <a:pt x="119088" y="61535"/>
                </a:moveTo>
                <a:cubicBezTo>
                  <a:pt x="119088" y="61561"/>
                  <a:pt x="119114" y="61586"/>
                  <a:pt x="119139" y="61612"/>
                </a:cubicBezTo>
                <a:lnTo>
                  <a:pt x="111891" y="71412"/>
                </a:lnTo>
                <a:lnTo>
                  <a:pt x="107705" y="77078"/>
                </a:lnTo>
                <a:cubicBezTo>
                  <a:pt x="107552" y="77002"/>
                  <a:pt x="107399" y="76951"/>
                  <a:pt x="107220" y="76951"/>
                </a:cubicBezTo>
                <a:cubicBezTo>
                  <a:pt x="107143" y="76951"/>
                  <a:pt x="107092" y="76951"/>
                  <a:pt x="107016" y="76976"/>
                </a:cubicBezTo>
                <a:lnTo>
                  <a:pt x="104566" y="69524"/>
                </a:lnTo>
                <a:lnTo>
                  <a:pt x="111431" y="65746"/>
                </a:lnTo>
                <a:lnTo>
                  <a:pt x="119088" y="61535"/>
                </a:lnTo>
                <a:close/>
                <a:moveTo>
                  <a:pt x="119981" y="61739"/>
                </a:moveTo>
                <a:lnTo>
                  <a:pt x="127664" y="73199"/>
                </a:lnTo>
                <a:lnTo>
                  <a:pt x="123172" y="78916"/>
                </a:lnTo>
                <a:lnTo>
                  <a:pt x="108164" y="77869"/>
                </a:lnTo>
                <a:cubicBezTo>
                  <a:pt x="108164" y="77614"/>
                  <a:pt x="108037" y="77385"/>
                  <a:pt x="107858" y="77206"/>
                </a:cubicBezTo>
                <a:lnTo>
                  <a:pt x="119318" y="61739"/>
                </a:lnTo>
                <a:cubicBezTo>
                  <a:pt x="119420" y="61790"/>
                  <a:pt x="119547" y="61816"/>
                  <a:pt x="119675" y="61816"/>
                </a:cubicBezTo>
                <a:cubicBezTo>
                  <a:pt x="119777" y="61816"/>
                  <a:pt x="119879" y="61790"/>
                  <a:pt x="119981" y="61739"/>
                </a:cubicBezTo>
                <a:close/>
                <a:moveTo>
                  <a:pt x="142288" y="55027"/>
                </a:moveTo>
                <a:cubicBezTo>
                  <a:pt x="142288" y="55052"/>
                  <a:pt x="142314" y="55052"/>
                  <a:pt x="142339" y="55052"/>
                </a:cubicBezTo>
                <a:lnTo>
                  <a:pt x="132283" y="78916"/>
                </a:lnTo>
                <a:cubicBezTo>
                  <a:pt x="132232" y="78916"/>
                  <a:pt x="132156" y="78890"/>
                  <a:pt x="132105" y="78890"/>
                </a:cubicBezTo>
                <a:cubicBezTo>
                  <a:pt x="131977" y="78890"/>
                  <a:pt x="131875" y="78916"/>
                  <a:pt x="131773" y="78967"/>
                </a:cubicBezTo>
                <a:lnTo>
                  <a:pt x="127919" y="73224"/>
                </a:lnTo>
                <a:lnTo>
                  <a:pt x="142288" y="55027"/>
                </a:lnTo>
                <a:close/>
                <a:moveTo>
                  <a:pt x="102881" y="65032"/>
                </a:moveTo>
                <a:lnTo>
                  <a:pt x="104336" y="69422"/>
                </a:lnTo>
                <a:lnTo>
                  <a:pt x="86955" y="78992"/>
                </a:lnTo>
                <a:cubicBezTo>
                  <a:pt x="86930" y="78967"/>
                  <a:pt x="86904" y="78941"/>
                  <a:pt x="86879" y="78916"/>
                </a:cubicBezTo>
                <a:lnTo>
                  <a:pt x="91268" y="71770"/>
                </a:lnTo>
                <a:lnTo>
                  <a:pt x="93846" y="67558"/>
                </a:lnTo>
                <a:cubicBezTo>
                  <a:pt x="93923" y="67609"/>
                  <a:pt x="94025" y="67609"/>
                  <a:pt x="94127" y="67609"/>
                </a:cubicBezTo>
                <a:cubicBezTo>
                  <a:pt x="94510" y="67609"/>
                  <a:pt x="94842" y="67303"/>
                  <a:pt x="94842" y="66920"/>
                </a:cubicBezTo>
                <a:cubicBezTo>
                  <a:pt x="94842" y="66895"/>
                  <a:pt x="94842" y="66869"/>
                  <a:pt x="94842" y="66844"/>
                </a:cubicBezTo>
                <a:lnTo>
                  <a:pt x="102881" y="65032"/>
                </a:lnTo>
                <a:close/>
                <a:moveTo>
                  <a:pt x="104387" y="69626"/>
                </a:moveTo>
                <a:lnTo>
                  <a:pt x="106837" y="77053"/>
                </a:lnTo>
                <a:cubicBezTo>
                  <a:pt x="106531" y="77180"/>
                  <a:pt x="106301" y="77512"/>
                  <a:pt x="106276" y="77869"/>
                </a:cubicBezTo>
                <a:lnTo>
                  <a:pt x="87083" y="79222"/>
                </a:lnTo>
                <a:cubicBezTo>
                  <a:pt x="87083" y="79197"/>
                  <a:pt x="87057" y="79197"/>
                  <a:pt x="87057" y="79171"/>
                </a:cubicBezTo>
                <a:lnTo>
                  <a:pt x="104387" y="69626"/>
                </a:lnTo>
                <a:close/>
                <a:moveTo>
                  <a:pt x="142518" y="55129"/>
                </a:moveTo>
                <a:cubicBezTo>
                  <a:pt x="142569" y="55155"/>
                  <a:pt x="142620" y="55180"/>
                  <a:pt x="142696" y="55180"/>
                </a:cubicBezTo>
                <a:lnTo>
                  <a:pt x="142696" y="77818"/>
                </a:lnTo>
                <a:lnTo>
                  <a:pt x="132794" y="79426"/>
                </a:lnTo>
                <a:cubicBezTo>
                  <a:pt x="132743" y="79248"/>
                  <a:pt x="132640" y="79095"/>
                  <a:pt x="132462" y="78992"/>
                </a:cubicBezTo>
                <a:lnTo>
                  <a:pt x="142518" y="55129"/>
                </a:lnTo>
                <a:close/>
                <a:moveTo>
                  <a:pt x="127791" y="73378"/>
                </a:moveTo>
                <a:lnTo>
                  <a:pt x="131620" y="79069"/>
                </a:lnTo>
                <a:cubicBezTo>
                  <a:pt x="131492" y="79171"/>
                  <a:pt x="131415" y="79324"/>
                  <a:pt x="131364" y="79477"/>
                </a:cubicBezTo>
                <a:lnTo>
                  <a:pt x="128914" y="79299"/>
                </a:lnTo>
                <a:lnTo>
                  <a:pt x="123401" y="78916"/>
                </a:lnTo>
                <a:lnTo>
                  <a:pt x="127791" y="73378"/>
                </a:lnTo>
                <a:close/>
                <a:moveTo>
                  <a:pt x="58319" y="62964"/>
                </a:moveTo>
                <a:lnTo>
                  <a:pt x="63959" y="66920"/>
                </a:lnTo>
                <a:lnTo>
                  <a:pt x="66307" y="68579"/>
                </a:lnTo>
                <a:cubicBezTo>
                  <a:pt x="66231" y="68707"/>
                  <a:pt x="66205" y="68860"/>
                  <a:pt x="66205" y="69039"/>
                </a:cubicBezTo>
                <a:cubicBezTo>
                  <a:pt x="66205" y="69447"/>
                  <a:pt x="66461" y="69779"/>
                  <a:pt x="66818" y="69906"/>
                </a:cubicBezTo>
                <a:lnTo>
                  <a:pt x="64674" y="78023"/>
                </a:lnTo>
                <a:lnTo>
                  <a:pt x="64113" y="80218"/>
                </a:lnTo>
                <a:lnTo>
                  <a:pt x="64010" y="80218"/>
                </a:lnTo>
                <a:cubicBezTo>
                  <a:pt x="63959" y="80218"/>
                  <a:pt x="63934" y="80218"/>
                  <a:pt x="63883" y="80243"/>
                </a:cubicBezTo>
                <a:lnTo>
                  <a:pt x="58115" y="63092"/>
                </a:lnTo>
                <a:cubicBezTo>
                  <a:pt x="58191" y="63066"/>
                  <a:pt x="58268" y="63015"/>
                  <a:pt x="58319" y="62964"/>
                </a:cubicBezTo>
                <a:close/>
                <a:moveTo>
                  <a:pt x="57145" y="62735"/>
                </a:moveTo>
                <a:cubicBezTo>
                  <a:pt x="57247" y="62990"/>
                  <a:pt x="57502" y="63169"/>
                  <a:pt x="57808" y="63169"/>
                </a:cubicBezTo>
                <a:lnTo>
                  <a:pt x="57936" y="63169"/>
                </a:lnTo>
                <a:lnTo>
                  <a:pt x="63704" y="80294"/>
                </a:lnTo>
                <a:cubicBezTo>
                  <a:pt x="63628" y="80320"/>
                  <a:pt x="63577" y="80371"/>
                  <a:pt x="63551" y="80396"/>
                </a:cubicBezTo>
                <a:lnTo>
                  <a:pt x="46604" y="65619"/>
                </a:lnTo>
                <a:cubicBezTo>
                  <a:pt x="46706" y="65440"/>
                  <a:pt x="46783" y="65261"/>
                  <a:pt x="46783" y="65057"/>
                </a:cubicBezTo>
                <a:cubicBezTo>
                  <a:pt x="46783" y="65032"/>
                  <a:pt x="46783" y="65006"/>
                  <a:pt x="46757" y="64955"/>
                </a:cubicBezTo>
                <a:lnTo>
                  <a:pt x="57145" y="62735"/>
                </a:lnTo>
                <a:close/>
                <a:moveTo>
                  <a:pt x="93438" y="67073"/>
                </a:moveTo>
                <a:cubicBezTo>
                  <a:pt x="93438" y="67073"/>
                  <a:pt x="93463" y="67099"/>
                  <a:pt x="93463" y="67125"/>
                </a:cubicBezTo>
                <a:lnTo>
                  <a:pt x="79426" y="73658"/>
                </a:lnTo>
                <a:lnTo>
                  <a:pt x="64623" y="80549"/>
                </a:lnTo>
                <a:cubicBezTo>
                  <a:pt x="64546" y="80422"/>
                  <a:pt x="64444" y="80320"/>
                  <a:pt x="64291" y="80269"/>
                </a:cubicBezTo>
                <a:lnTo>
                  <a:pt x="66205" y="72969"/>
                </a:lnTo>
                <a:lnTo>
                  <a:pt x="66997" y="69958"/>
                </a:lnTo>
                <a:cubicBezTo>
                  <a:pt x="67048" y="69983"/>
                  <a:pt x="67099" y="69983"/>
                  <a:pt x="67124" y="69983"/>
                </a:cubicBezTo>
                <a:cubicBezTo>
                  <a:pt x="67660" y="69983"/>
                  <a:pt x="68069" y="69575"/>
                  <a:pt x="68069" y="69064"/>
                </a:cubicBezTo>
                <a:lnTo>
                  <a:pt x="87670" y="67507"/>
                </a:lnTo>
                <a:lnTo>
                  <a:pt x="93438" y="67073"/>
                </a:lnTo>
                <a:close/>
                <a:moveTo>
                  <a:pt x="93540" y="67303"/>
                </a:moveTo>
                <a:cubicBezTo>
                  <a:pt x="93566" y="67354"/>
                  <a:pt x="93617" y="67405"/>
                  <a:pt x="93693" y="67456"/>
                </a:cubicBezTo>
                <a:lnTo>
                  <a:pt x="86725" y="78814"/>
                </a:lnTo>
                <a:cubicBezTo>
                  <a:pt x="86649" y="78788"/>
                  <a:pt x="86572" y="78763"/>
                  <a:pt x="86496" y="78763"/>
                </a:cubicBezTo>
                <a:cubicBezTo>
                  <a:pt x="86190" y="78763"/>
                  <a:pt x="85934" y="78992"/>
                  <a:pt x="85909" y="79299"/>
                </a:cubicBezTo>
                <a:lnTo>
                  <a:pt x="64725" y="80805"/>
                </a:lnTo>
                <a:cubicBezTo>
                  <a:pt x="64725" y="80779"/>
                  <a:pt x="64725" y="80754"/>
                  <a:pt x="64700" y="80728"/>
                </a:cubicBezTo>
                <a:lnTo>
                  <a:pt x="79656" y="73760"/>
                </a:lnTo>
                <a:lnTo>
                  <a:pt x="93540" y="67303"/>
                </a:lnTo>
                <a:close/>
                <a:moveTo>
                  <a:pt x="23328" y="59468"/>
                </a:moveTo>
                <a:lnTo>
                  <a:pt x="34073" y="72229"/>
                </a:lnTo>
                <a:lnTo>
                  <a:pt x="28432" y="82081"/>
                </a:lnTo>
                <a:cubicBezTo>
                  <a:pt x="28304" y="82030"/>
                  <a:pt x="28177" y="81979"/>
                  <a:pt x="28049" y="81979"/>
                </a:cubicBezTo>
                <a:cubicBezTo>
                  <a:pt x="27998" y="81979"/>
                  <a:pt x="27973" y="82004"/>
                  <a:pt x="27947" y="82004"/>
                </a:cubicBezTo>
                <a:lnTo>
                  <a:pt x="24323" y="65312"/>
                </a:lnTo>
                <a:lnTo>
                  <a:pt x="23072" y="59570"/>
                </a:lnTo>
                <a:cubicBezTo>
                  <a:pt x="23174" y="59544"/>
                  <a:pt x="23251" y="59519"/>
                  <a:pt x="23328" y="59468"/>
                </a:cubicBezTo>
                <a:close/>
                <a:moveTo>
                  <a:pt x="21898" y="58983"/>
                </a:moveTo>
                <a:cubicBezTo>
                  <a:pt x="22026" y="59366"/>
                  <a:pt x="22383" y="59621"/>
                  <a:pt x="22792" y="59621"/>
                </a:cubicBezTo>
                <a:lnTo>
                  <a:pt x="22894" y="59621"/>
                </a:lnTo>
                <a:lnTo>
                  <a:pt x="27743" y="82055"/>
                </a:lnTo>
                <a:cubicBezTo>
                  <a:pt x="27590" y="82106"/>
                  <a:pt x="27437" y="82183"/>
                  <a:pt x="27335" y="82310"/>
                </a:cubicBezTo>
                <a:lnTo>
                  <a:pt x="1761" y="64011"/>
                </a:lnTo>
                <a:cubicBezTo>
                  <a:pt x="1838" y="63883"/>
                  <a:pt x="1889" y="63730"/>
                  <a:pt x="1889" y="63551"/>
                </a:cubicBezTo>
                <a:cubicBezTo>
                  <a:pt x="1889" y="63526"/>
                  <a:pt x="1889" y="63475"/>
                  <a:pt x="1889" y="63449"/>
                </a:cubicBezTo>
                <a:lnTo>
                  <a:pt x="21898" y="58983"/>
                </a:lnTo>
                <a:close/>
                <a:moveTo>
                  <a:pt x="1659" y="64189"/>
                </a:moveTo>
                <a:lnTo>
                  <a:pt x="20061" y="77359"/>
                </a:lnTo>
                <a:lnTo>
                  <a:pt x="27207" y="82464"/>
                </a:lnTo>
                <a:cubicBezTo>
                  <a:pt x="27181" y="82515"/>
                  <a:pt x="27156" y="82566"/>
                  <a:pt x="27156" y="82617"/>
                </a:cubicBezTo>
                <a:lnTo>
                  <a:pt x="1582" y="76746"/>
                </a:lnTo>
                <a:cubicBezTo>
                  <a:pt x="1582" y="76721"/>
                  <a:pt x="1582" y="76721"/>
                  <a:pt x="1582" y="76695"/>
                </a:cubicBezTo>
                <a:cubicBezTo>
                  <a:pt x="1582" y="76389"/>
                  <a:pt x="1353" y="76108"/>
                  <a:pt x="1046" y="76057"/>
                </a:cubicBezTo>
                <a:lnTo>
                  <a:pt x="1046" y="64496"/>
                </a:lnTo>
                <a:cubicBezTo>
                  <a:pt x="1276" y="64470"/>
                  <a:pt x="1506" y="64343"/>
                  <a:pt x="1659" y="64189"/>
                </a:cubicBezTo>
                <a:close/>
                <a:moveTo>
                  <a:pt x="142339" y="78074"/>
                </a:moveTo>
                <a:lnTo>
                  <a:pt x="132283" y="84684"/>
                </a:lnTo>
                <a:cubicBezTo>
                  <a:pt x="132130" y="84531"/>
                  <a:pt x="131951" y="84403"/>
                  <a:pt x="131747" y="84378"/>
                </a:cubicBezTo>
                <a:lnTo>
                  <a:pt x="132130" y="80371"/>
                </a:lnTo>
                <a:cubicBezTo>
                  <a:pt x="132513" y="80345"/>
                  <a:pt x="132845" y="80039"/>
                  <a:pt x="132845" y="79631"/>
                </a:cubicBezTo>
                <a:cubicBezTo>
                  <a:pt x="132819" y="79631"/>
                  <a:pt x="132819" y="79605"/>
                  <a:pt x="132819" y="79605"/>
                </a:cubicBezTo>
                <a:lnTo>
                  <a:pt x="142339" y="78074"/>
                </a:lnTo>
                <a:close/>
                <a:moveTo>
                  <a:pt x="142671" y="78074"/>
                </a:moveTo>
                <a:lnTo>
                  <a:pt x="142671" y="82489"/>
                </a:lnTo>
                <a:lnTo>
                  <a:pt x="142696" y="82489"/>
                </a:lnTo>
                <a:lnTo>
                  <a:pt x="132436" y="84965"/>
                </a:lnTo>
                <a:cubicBezTo>
                  <a:pt x="132411" y="84939"/>
                  <a:pt x="132411" y="84888"/>
                  <a:pt x="132385" y="84863"/>
                </a:cubicBezTo>
                <a:lnTo>
                  <a:pt x="142671" y="78074"/>
                </a:lnTo>
                <a:close/>
                <a:moveTo>
                  <a:pt x="106301" y="78074"/>
                </a:moveTo>
                <a:cubicBezTo>
                  <a:pt x="106301" y="78099"/>
                  <a:pt x="106327" y="78125"/>
                  <a:pt x="106327" y="78176"/>
                </a:cubicBezTo>
                <a:lnTo>
                  <a:pt x="87874" y="85807"/>
                </a:lnTo>
                <a:lnTo>
                  <a:pt x="86700" y="79937"/>
                </a:lnTo>
                <a:cubicBezTo>
                  <a:pt x="86904" y="79835"/>
                  <a:pt x="87057" y="79656"/>
                  <a:pt x="87083" y="79426"/>
                </a:cubicBezTo>
                <a:lnTo>
                  <a:pt x="94535" y="78890"/>
                </a:lnTo>
                <a:lnTo>
                  <a:pt x="106301" y="78074"/>
                </a:lnTo>
                <a:close/>
                <a:moveTo>
                  <a:pt x="37493" y="67660"/>
                </a:moveTo>
                <a:lnTo>
                  <a:pt x="45941" y="86011"/>
                </a:lnTo>
                <a:lnTo>
                  <a:pt x="34328" y="72203"/>
                </a:lnTo>
                <a:lnTo>
                  <a:pt x="36931" y="67686"/>
                </a:lnTo>
                <a:cubicBezTo>
                  <a:pt x="37008" y="67712"/>
                  <a:pt x="37084" y="67737"/>
                  <a:pt x="37186" y="67737"/>
                </a:cubicBezTo>
                <a:cubicBezTo>
                  <a:pt x="37288" y="67737"/>
                  <a:pt x="37390" y="67712"/>
                  <a:pt x="37493" y="67660"/>
                </a:cubicBezTo>
                <a:close/>
                <a:moveTo>
                  <a:pt x="44945" y="65363"/>
                </a:moveTo>
                <a:cubicBezTo>
                  <a:pt x="45047" y="65695"/>
                  <a:pt x="45379" y="65976"/>
                  <a:pt x="45762" y="66002"/>
                </a:cubicBezTo>
                <a:lnTo>
                  <a:pt x="46221" y="86011"/>
                </a:lnTo>
                <a:cubicBezTo>
                  <a:pt x="46196" y="86011"/>
                  <a:pt x="46196" y="86037"/>
                  <a:pt x="46170" y="86037"/>
                </a:cubicBezTo>
                <a:lnTo>
                  <a:pt x="37646" y="67533"/>
                </a:lnTo>
                <a:cubicBezTo>
                  <a:pt x="37824" y="67405"/>
                  <a:pt x="37901" y="67201"/>
                  <a:pt x="37901" y="66997"/>
                </a:cubicBezTo>
                <a:cubicBezTo>
                  <a:pt x="37901" y="66946"/>
                  <a:pt x="37901" y="66920"/>
                  <a:pt x="37901" y="66869"/>
                </a:cubicBezTo>
                <a:lnTo>
                  <a:pt x="44945" y="65363"/>
                </a:lnTo>
                <a:close/>
                <a:moveTo>
                  <a:pt x="46476" y="65746"/>
                </a:moveTo>
                <a:lnTo>
                  <a:pt x="63398" y="80549"/>
                </a:lnTo>
                <a:cubicBezTo>
                  <a:pt x="63321" y="80651"/>
                  <a:pt x="63296" y="80805"/>
                  <a:pt x="63296" y="80958"/>
                </a:cubicBezTo>
                <a:cubicBezTo>
                  <a:pt x="63296" y="80983"/>
                  <a:pt x="63296" y="81034"/>
                  <a:pt x="63296" y="81085"/>
                </a:cubicBezTo>
                <a:lnTo>
                  <a:pt x="54031" y="84046"/>
                </a:lnTo>
                <a:lnTo>
                  <a:pt x="46885" y="86343"/>
                </a:lnTo>
                <a:cubicBezTo>
                  <a:pt x="46808" y="86164"/>
                  <a:pt x="46630" y="86037"/>
                  <a:pt x="46425" y="86011"/>
                </a:cubicBezTo>
                <a:lnTo>
                  <a:pt x="46272" y="80166"/>
                </a:lnTo>
                <a:lnTo>
                  <a:pt x="45941" y="66002"/>
                </a:lnTo>
                <a:cubicBezTo>
                  <a:pt x="46145" y="65976"/>
                  <a:pt x="46323" y="65874"/>
                  <a:pt x="46476" y="65746"/>
                </a:cubicBezTo>
                <a:close/>
                <a:moveTo>
                  <a:pt x="34226" y="72408"/>
                </a:moveTo>
                <a:lnTo>
                  <a:pt x="45864" y="86215"/>
                </a:lnTo>
                <a:cubicBezTo>
                  <a:pt x="45813" y="86266"/>
                  <a:pt x="45787" y="86343"/>
                  <a:pt x="45762" y="86419"/>
                </a:cubicBezTo>
                <a:lnTo>
                  <a:pt x="28968" y="83025"/>
                </a:lnTo>
                <a:cubicBezTo>
                  <a:pt x="28968" y="82999"/>
                  <a:pt x="28994" y="82974"/>
                  <a:pt x="28994" y="82948"/>
                </a:cubicBezTo>
                <a:cubicBezTo>
                  <a:pt x="28994" y="82617"/>
                  <a:pt x="28815" y="82361"/>
                  <a:pt x="28585" y="82183"/>
                </a:cubicBezTo>
                <a:lnTo>
                  <a:pt x="34226" y="72408"/>
                </a:lnTo>
                <a:close/>
                <a:moveTo>
                  <a:pt x="85909" y="79503"/>
                </a:moveTo>
                <a:cubicBezTo>
                  <a:pt x="85934" y="79631"/>
                  <a:pt x="86011" y="79733"/>
                  <a:pt x="86113" y="79809"/>
                </a:cubicBezTo>
                <a:lnTo>
                  <a:pt x="81059" y="88053"/>
                </a:lnTo>
                <a:cubicBezTo>
                  <a:pt x="80932" y="87976"/>
                  <a:pt x="80804" y="87951"/>
                  <a:pt x="80651" y="87951"/>
                </a:cubicBezTo>
                <a:cubicBezTo>
                  <a:pt x="80319" y="87951"/>
                  <a:pt x="80013" y="88129"/>
                  <a:pt x="79860" y="88410"/>
                </a:cubicBezTo>
                <a:lnTo>
                  <a:pt x="72509" y="84888"/>
                </a:lnTo>
                <a:lnTo>
                  <a:pt x="64700" y="81162"/>
                </a:lnTo>
                <a:cubicBezTo>
                  <a:pt x="64725" y="81111"/>
                  <a:pt x="64751" y="81060"/>
                  <a:pt x="64751" y="81009"/>
                </a:cubicBezTo>
                <a:lnTo>
                  <a:pt x="85909" y="79503"/>
                </a:lnTo>
                <a:close/>
                <a:moveTo>
                  <a:pt x="86266" y="79911"/>
                </a:moveTo>
                <a:cubicBezTo>
                  <a:pt x="86343" y="79937"/>
                  <a:pt x="86419" y="79962"/>
                  <a:pt x="86496" y="79962"/>
                </a:cubicBezTo>
                <a:lnTo>
                  <a:pt x="86521" y="79962"/>
                </a:lnTo>
                <a:lnTo>
                  <a:pt x="87695" y="85884"/>
                </a:lnTo>
                <a:lnTo>
                  <a:pt x="84326" y="87262"/>
                </a:lnTo>
                <a:lnTo>
                  <a:pt x="81493" y="88436"/>
                </a:lnTo>
                <a:cubicBezTo>
                  <a:pt x="81417" y="88334"/>
                  <a:pt x="81340" y="88232"/>
                  <a:pt x="81238" y="88155"/>
                </a:cubicBezTo>
                <a:lnTo>
                  <a:pt x="86266" y="79911"/>
                </a:lnTo>
                <a:close/>
                <a:moveTo>
                  <a:pt x="108164" y="78074"/>
                </a:moveTo>
                <a:lnTo>
                  <a:pt x="110793" y="78252"/>
                </a:lnTo>
                <a:lnTo>
                  <a:pt x="123018" y="79095"/>
                </a:lnTo>
                <a:lnTo>
                  <a:pt x="115617" y="88487"/>
                </a:lnTo>
                <a:cubicBezTo>
                  <a:pt x="115464" y="88385"/>
                  <a:pt x="115285" y="88334"/>
                  <a:pt x="115107" y="88334"/>
                </a:cubicBezTo>
                <a:cubicBezTo>
                  <a:pt x="114953" y="88334"/>
                  <a:pt x="114800" y="88385"/>
                  <a:pt x="114647" y="88461"/>
                </a:cubicBezTo>
                <a:lnTo>
                  <a:pt x="112912" y="85909"/>
                </a:lnTo>
                <a:lnTo>
                  <a:pt x="107858" y="78610"/>
                </a:lnTo>
                <a:cubicBezTo>
                  <a:pt x="108011" y="78482"/>
                  <a:pt x="108113" y="78278"/>
                  <a:pt x="108164" y="78074"/>
                </a:cubicBezTo>
                <a:close/>
                <a:moveTo>
                  <a:pt x="123274" y="79120"/>
                </a:moveTo>
                <a:lnTo>
                  <a:pt x="131364" y="79682"/>
                </a:lnTo>
                <a:cubicBezTo>
                  <a:pt x="131364" y="79758"/>
                  <a:pt x="131390" y="79835"/>
                  <a:pt x="131415" y="79886"/>
                </a:cubicBezTo>
                <a:lnTo>
                  <a:pt x="124244" y="83969"/>
                </a:lnTo>
                <a:lnTo>
                  <a:pt x="115872" y="88742"/>
                </a:lnTo>
                <a:cubicBezTo>
                  <a:pt x="115847" y="88691"/>
                  <a:pt x="115796" y="88640"/>
                  <a:pt x="115770" y="88614"/>
                </a:cubicBezTo>
                <a:lnTo>
                  <a:pt x="123274" y="79120"/>
                </a:lnTo>
                <a:close/>
                <a:moveTo>
                  <a:pt x="131517" y="80064"/>
                </a:moveTo>
                <a:cubicBezTo>
                  <a:pt x="131620" y="80192"/>
                  <a:pt x="131747" y="80294"/>
                  <a:pt x="131926" y="80345"/>
                </a:cubicBezTo>
                <a:lnTo>
                  <a:pt x="131543" y="84352"/>
                </a:lnTo>
                <a:cubicBezTo>
                  <a:pt x="131007" y="84352"/>
                  <a:pt x="130599" y="84761"/>
                  <a:pt x="130599" y="85296"/>
                </a:cubicBezTo>
                <a:cubicBezTo>
                  <a:pt x="130599" y="85322"/>
                  <a:pt x="130599" y="85373"/>
                  <a:pt x="130624" y="85424"/>
                </a:cubicBezTo>
                <a:lnTo>
                  <a:pt x="116000" y="88972"/>
                </a:lnTo>
                <a:cubicBezTo>
                  <a:pt x="115974" y="88946"/>
                  <a:pt x="115974" y="88921"/>
                  <a:pt x="115974" y="88895"/>
                </a:cubicBezTo>
                <a:lnTo>
                  <a:pt x="130190" y="80830"/>
                </a:lnTo>
                <a:lnTo>
                  <a:pt x="131517" y="80064"/>
                </a:lnTo>
                <a:close/>
                <a:moveTo>
                  <a:pt x="64623" y="81341"/>
                </a:moveTo>
                <a:lnTo>
                  <a:pt x="68120" y="83025"/>
                </a:lnTo>
                <a:lnTo>
                  <a:pt x="79758" y="88589"/>
                </a:lnTo>
                <a:cubicBezTo>
                  <a:pt x="79732" y="88691"/>
                  <a:pt x="79707" y="88793"/>
                  <a:pt x="79707" y="88895"/>
                </a:cubicBezTo>
                <a:cubicBezTo>
                  <a:pt x="79707" y="88946"/>
                  <a:pt x="79732" y="88997"/>
                  <a:pt x="79732" y="89074"/>
                </a:cubicBezTo>
                <a:lnTo>
                  <a:pt x="70570" y="91805"/>
                </a:lnTo>
                <a:lnTo>
                  <a:pt x="64470" y="81519"/>
                </a:lnTo>
                <a:cubicBezTo>
                  <a:pt x="64521" y="81468"/>
                  <a:pt x="64572" y="81417"/>
                  <a:pt x="64623" y="81341"/>
                </a:cubicBezTo>
                <a:close/>
                <a:moveTo>
                  <a:pt x="64291" y="81621"/>
                </a:moveTo>
                <a:lnTo>
                  <a:pt x="70391" y="91856"/>
                </a:lnTo>
                <a:lnTo>
                  <a:pt x="63194" y="94025"/>
                </a:lnTo>
                <a:cubicBezTo>
                  <a:pt x="63092" y="93847"/>
                  <a:pt x="62939" y="93744"/>
                  <a:pt x="62760" y="93719"/>
                </a:cubicBezTo>
                <a:lnTo>
                  <a:pt x="64036" y="81672"/>
                </a:lnTo>
                <a:cubicBezTo>
                  <a:pt x="64138" y="81672"/>
                  <a:pt x="64215" y="81672"/>
                  <a:pt x="64291" y="81621"/>
                </a:cubicBezTo>
                <a:close/>
                <a:moveTo>
                  <a:pt x="63372" y="81264"/>
                </a:moveTo>
                <a:cubicBezTo>
                  <a:pt x="63398" y="81341"/>
                  <a:pt x="63449" y="81417"/>
                  <a:pt x="63526" y="81494"/>
                </a:cubicBezTo>
                <a:lnTo>
                  <a:pt x="53470" y="96322"/>
                </a:lnTo>
                <a:cubicBezTo>
                  <a:pt x="53342" y="96246"/>
                  <a:pt x="53189" y="96220"/>
                  <a:pt x="53036" y="96220"/>
                </a:cubicBezTo>
                <a:cubicBezTo>
                  <a:pt x="52883" y="96220"/>
                  <a:pt x="52730" y="96246"/>
                  <a:pt x="52602" y="96322"/>
                </a:cubicBezTo>
                <a:lnTo>
                  <a:pt x="46757" y="87083"/>
                </a:lnTo>
                <a:cubicBezTo>
                  <a:pt x="46885" y="86981"/>
                  <a:pt x="46961" y="86802"/>
                  <a:pt x="46961" y="86624"/>
                </a:cubicBezTo>
                <a:cubicBezTo>
                  <a:pt x="46961" y="86598"/>
                  <a:pt x="46961" y="86573"/>
                  <a:pt x="46961" y="86522"/>
                </a:cubicBezTo>
                <a:lnTo>
                  <a:pt x="54108" y="84225"/>
                </a:lnTo>
                <a:lnTo>
                  <a:pt x="63372" y="81264"/>
                </a:lnTo>
                <a:close/>
                <a:moveTo>
                  <a:pt x="63704" y="81596"/>
                </a:moveTo>
                <a:cubicBezTo>
                  <a:pt x="63730" y="81621"/>
                  <a:pt x="63781" y="81647"/>
                  <a:pt x="63832" y="81672"/>
                </a:cubicBezTo>
                <a:lnTo>
                  <a:pt x="62556" y="93719"/>
                </a:lnTo>
                <a:cubicBezTo>
                  <a:pt x="62249" y="93770"/>
                  <a:pt x="62020" y="94025"/>
                  <a:pt x="62020" y="94331"/>
                </a:cubicBezTo>
                <a:cubicBezTo>
                  <a:pt x="62020" y="94331"/>
                  <a:pt x="62020" y="94357"/>
                  <a:pt x="62020" y="94357"/>
                </a:cubicBezTo>
                <a:lnTo>
                  <a:pt x="53904" y="96782"/>
                </a:lnTo>
                <a:cubicBezTo>
                  <a:pt x="53852" y="96654"/>
                  <a:pt x="53750" y="96526"/>
                  <a:pt x="53623" y="96424"/>
                </a:cubicBezTo>
                <a:lnTo>
                  <a:pt x="63704" y="81596"/>
                </a:lnTo>
                <a:close/>
                <a:moveTo>
                  <a:pt x="130650" y="85603"/>
                </a:moveTo>
                <a:cubicBezTo>
                  <a:pt x="130777" y="85909"/>
                  <a:pt x="131033" y="86139"/>
                  <a:pt x="131364" y="86215"/>
                </a:cubicBezTo>
                <a:lnTo>
                  <a:pt x="130292" y="97011"/>
                </a:lnTo>
                <a:lnTo>
                  <a:pt x="115974" y="89635"/>
                </a:lnTo>
                <a:cubicBezTo>
                  <a:pt x="116025" y="89533"/>
                  <a:pt x="116051" y="89406"/>
                  <a:pt x="116051" y="89278"/>
                </a:cubicBezTo>
                <a:cubicBezTo>
                  <a:pt x="116051" y="89252"/>
                  <a:pt x="116051" y="89201"/>
                  <a:pt x="116025" y="89150"/>
                </a:cubicBezTo>
                <a:lnTo>
                  <a:pt x="130650" y="85603"/>
                </a:lnTo>
                <a:close/>
                <a:moveTo>
                  <a:pt x="106403" y="78354"/>
                </a:moveTo>
                <a:cubicBezTo>
                  <a:pt x="106454" y="78456"/>
                  <a:pt x="106531" y="78559"/>
                  <a:pt x="106633" y="78635"/>
                </a:cubicBezTo>
                <a:lnTo>
                  <a:pt x="105357" y="80626"/>
                </a:lnTo>
                <a:lnTo>
                  <a:pt x="91422" y="102269"/>
                </a:lnTo>
                <a:cubicBezTo>
                  <a:pt x="91345" y="102243"/>
                  <a:pt x="91243" y="102218"/>
                  <a:pt x="91141" y="102218"/>
                </a:cubicBezTo>
                <a:lnTo>
                  <a:pt x="91115" y="102218"/>
                </a:lnTo>
                <a:lnTo>
                  <a:pt x="87925" y="86011"/>
                </a:lnTo>
                <a:lnTo>
                  <a:pt x="106403" y="78354"/>
                </a:lnTo>
                <a:close/>
                <a:moveTo>
                  <a:pt x="87721" y="86088"/>
                </a:moveTo>
                <a:lnTo>
                  <a:pt x="89431" y="94689"/>
                </a:lnTo>
                <a:lnTo>
                  <a:pt x="90937" y="102269"/>
                </a:lnTo>
                <a:cubicBezTo>
                  <a:pt x="90886" y="102269"/>
                  <a:pt x="90860" y="102294"/>
                  <a:pt x="90835" y="102294"/>
                </a:cubicBezTo>
                <a:lnTo>
                  <a:pt x="84122" y="93336"/>
                </a:lnTo>
                <a:lnTo>
                  <a:pt x="81289" y="89584"/>
                </a:lnTo>
                <a:cubicBezTo>
                  <a:pt x="81493" y="89406"/>
                  <a:pt x="81595" y="89176"/>
                  <a:pt x="81595" y="88895"/>
                </a:cubicBezTo>
                <a:cubicBezTo>
                  <a:pt x="81595" y="88793"/>
                  <a:pt x="81595" y="88717"/>
                  <a:pt x="81570" y="88640"/>
                </a:cubicBezTo>
                <a:lnTo>
                  <a:pt x="86700" y="86522"/>
                </a:lnTo>
                <a:lnTo>
                  <a:pt x="87721" y="86088"/>
                </a:lnTo>
                <a:close/>
                <a:moveTo>
                  <a:pt x="107679" y="78737"/>
                </a:moveTo>
                <a:lnTo>
                  <a:pt x="109185" y="80881"/>
                </a:lnTo>
                <a:lnTo>
                  <a:pt x="114494" y="88563"/>
                </a:lnTo>
                <a:cubicBezTo>
                  <a:pt x="114290" y="88742"/>
                  <a:pt x="114162" y="88997"/>
                  <a:pt x="114162" y="89278"/>
                </a:cubicBezTo>
                <a:cubicBezTo>
                  <a:pt x="114162" y="89431"/>
                  <a:pt x="114188" y="89559"/>
                  <a:pt x="114239" y="89661"/>
                </a:cubicBezTo>
                <a:lnTo>
                  <a:pt x="91677" y="102473"/>
                </a:lnTo>
                <a:cubicBezTo>
                  <a:pt x="91651" y="102448"/>
                  <a:pt x="91626" y="102422"/>
                  <a:pt x="91600" y="102397"/>
                </a:cubicBezTo>
                <a:lnTo>
                  <a:pt x="106812" y="78737"/>
                </a:lnTo>
                <a:cubicBezTo>
                  <a:pt x="106939" y="78814"/>
                  <a:pt x="107067" y="78839"/>
                  <a:pt x="107220" y="78839"/>
                </a:cubicBezTo>
                <a:cubicBezTo>
                  <a:pt x="107399" y="78839"/>
                  <a:pt x="107552" y="78814"/>
                  <a:pt x="107679" y="78737"/>
                </a:cubicBezTo>
                <a:close/>
                <a:moveTo>
                  <a:pt x="142671" y="82693"/>
                </a:moveTo>
                <a:lnTo>
                  <a:pt x="142671" y="102830"/>
                </a:lnTo>
                <a:lnTo>
                  <a:pt x="142696" y="102830"/>
                </a:lnTo>
                <a:cubicBezTo>
                  <a:pt x="142492" y="102856"/>
                  <a:pt x="142314" y="102984"/>
                  <a:pt x="142186" y="103137"/>
                </a:cubicBezTo>
                <a:lnTo>
                  <a:pt x="130497" y="97113"/>
                </a:lnTo>
                <a:lnTo>
                  <a:pt x="131543" y="86241"/>
                </a:lnTo>
                <a:cubicBezTo>
                  <a:pt x="132079" y="86241"/>
                  <a:pt x="132487" y="85807"/>
                  <a:pt x="132487" y="85296"/>
                </a:cubicBezTo>
                <a:cubicBezTo>
                  <a:pt x="132487" y="85245"/>
                  <a:pt x="132487" y="85220"/>
                  <a:pt x="132462" y="85169"/>
                </a:cubicBezTo>
                <a:lnTo>
                  <a:pt x="142671" y="82693"/>
                </a:lnTo>
                <a:close/>
                <a:moveTo>
                  <a:pt x="114341" y="89839"/>
                </a:moveTo>
                <a:cubicBezTo>
                  <a:pt x="114417" y="89942"/>
                  <a:pt x="114545" y="90044"/>
                  <a:pt x="114673" y="90120"/>
                </a:cubicBezTo>
                <a:lnTo>
                  <a:pt x="108802" y="105893"/>
                </a:lnTo>
                <a:lnTo>
                  <a:pt x="100074" y="104362"/>
                </a:lnTo>
                <a:lnTo>
                  <a:pt x="91830" y="102907"/>
                </a:lnTo>
                <a:cubicBezTo>
                  <a:pt x="91830" y="102907"/>
                  <a:pt x="91830" y="102907"/>
                  <a:pt x="91830" y="102881"/>
                </a:cubicBezTo>
                <a:cubicBezTo>
                  <a:pt x="91830" y="102805"/>
                  <a:pt x="91804" y="102728"/>
                  <a:pt x="91779" y="102652"/>
                </a:cubicBezTo>
                <a:lnTo>
                  <a:pt x="114341" y="89839"/>
                </a:lnTo>
                <a:close/>
                <a:moveTo>
                  <a:pt x="115898" y="89814"/>
                </a:moveTo>
                <a:lnTo>
                  <a:pt x="130267" y="97215"/>
                </a:lnTo>
                <a:lnTo>
                  <a:pt x="129144" y="108930"/>
                </a:lnTo>
                <a:cubicBezTo>
                  <a:pt x="129042" y="108930"/>
                  <a:pt x="128940" y="108956"/>
                  <a:pt x="128863" y="109007"/>
                </a:cubicBezTo>
                <a:lnTo>
                  <a:pt x="115719" y="89993"/>
                </a:lnTo>
                <a:cubicBezTo>
                  <a:pt x="115770" y="89942"/>
                  <a:pt x="115847" y="89865"/>
                  <a:pt x="115898" y="89814"/>
                </a:cubicBezTo>
                <a:close/>
                <a:moveTo>
                  <a:pt x="70493" y="92034"/>
                </a:moveTo>
                <a:lnTo>
                  <a:pt x="80651" y="109160"/>
                </a:lnTo>
                <a:lnTo>
                  <a:pt x="63117" y="94740"/>
                </a:lnTo>
                <a:cubicBezTo>
                  <a:pt x="63219" y="94638"/>
                  <a:pt x="63270" y="94485"/>
                  <a:pt x="63270" y="94331"/>
                </a:cubicBezTo>
                <a:cubicBezTo>
                  <a:pt x="63270" y="94280"/>
                  <a:pt x="63270" y="94229"/>
                  <a:pt x="63270" y="94204"/>
                </a:cubicBezTo>
                <a:lnTo>
                  <a:pt x="70493" y="92034"/>
                </a:lnTo>
                <a:close/>
                <a:moveTo>
                  <a:pt x="79783" y="89252"/>
                </a:moveTo>
                <a:cubicBezTo>
                  <a:pt x="79911" y="89584"/>
                  <a:pt x="80217" y="89814"/>
                  <a:pt x="80575" y="89839"/>
                </a:cubicBezTo>
                <a:lnTo>
                  <a:pt x="80804" y="102728"/>
                </a:lnTo>
                <a:lnTo>
                  <a:pt x="80932" y="109237"/>
                </a:lnTo>
                <a:lnTo>
                  <a:pt x="70672" y="91983"/>
                </a:lnTo>
                <a:lnTo>
                  <a:pt x="79783" y="89252"/>
                </a:lnTo>
                <a:close/>
                <a:moveTo>
                  <a:pt x="130471" y="97318"/>
                </a:moveTo>
                <a:lnTo>
                  <a:pt x="142109" y="103315"/>
                </a:lnTo>
                <a:cubicBezTo>
                  <a:pt x="142084" y="103392"/>
                  <a:pt x="142058" y="103468"/>
                  <a:pt x="142058" y="103545"/>
                </a:cubicBezTo>
                <a:cubicBezTo>
                  <a:pt x="142058" y="103622"/>
                  <a:pt x="142058" y="103698"/>
                  <a:pt x="142084" y="103749"/>
                </a:cubicBezTo>
                <a:lnTo>
                  <a:pt x="129731" y="109237"/>
                </a:lnTo>
                <a:cubicBezTo>
                  <a:pt x="129654" y="109109"/>
                  <a:pt x="129501" y="109007"/>
                  <a:pt x="129323" y="108956"/>
                </a:cubicBezTo>
                <a:lnTo>
                  <a:pt x="130471" y="97318"/>
                </a:lnTo>
                <a:close/>
                <a:moveTo>
                  <a:pt x="62071" y="94561"/>
                </a:moveTo>
                <a:cubicBezTo>
                  <a:pt x="62122" y="94714"/>
                  <a:pt x="62249" y="94842"/>
                  <a:pt x="62428" y="94918"/>
                </a:cubicBezTo>
                <a:lnTo>
                  <a:pt x="60871" y="109313"/>
                </a:lnTo>
                <a:lnTo>
                  <a:pt x="53623" y="97879"/>
                </a:lnTo>
                <a:cubicBezTo>
                  <a:pt x="53827" y="97726"/>
                  <a:pt x="53980" y="97445"/>
                  <a:pt x="53980" y="97164"/>
                </a:cubicBezTo>
                <a:cubicBezTo>
                  <a:pt x="53980" y="97088"/>
                  <a:pt x="53980" y="97037"/>
                  <a:pt x="53955" y="96986"/>
                </a:cubicBezTo>
                <a:lnTo>
                  <a:pt x="62071" y="94561"/>
                </a:lnTo>
                <a:close/>
                <a:moveTo>
                  <a:pt x="115566" y="90095"/>
                </a:moveTo>
                <a:lnTo>
                  <a:pt x="119675" y="96041"/>
                </a:lnTo>
                <a:lnTo>
                  <a:pt x="128710" y="109109"/>
                </a:lnTo>
                <a:cubicBezTo>
                  <a:pt x="128633" y="109186"/>
                  <a:pt x="128557" y="109288"/>
                  <a:pt x="128531" y="109390"/>
                </a:cubicBezTo>
                <a:lnTo>
                  <a:pt x="108981" y="105944"/>
                </a:lnTo>
                <a:lnTo>
                  <a:pt x="114877" y="90197"/>
                </a:lnTo>
                <a:cubicBezTo>
                  <a:pt x="114953" y="90222"/>
                  <a:pt x="115030" y="90222"/>
                  <a:pt x="115107" y="90222"/>
                </a:cubicBezTo>
                <a:cubicBezTo>
                  <a:pt x="115260" y="90222"/>
                  <a:pt x="115413" y="90171"/>
                  <a:pt x="115566" y="90095"/>
                </a:cubicBezTo>
                <a:close/>
                <a:moveTo>
                  <a:pt x="81136" y="89712"/>
                </a:moveTo>
                <a:lnTo>
                  <a:pt x="84173" y="93719"/>
                </a:lnTo>
                <a:lnTo>
                  <a:pt x="90681" y="102422"/>
                </a:lnTo>
                <a:cubicBezTo>
                  <a:pt x="90554" y="102550"/>
                  <a:pt x="90477" y="102703"/>
                  <a:pt x="90477" y="102881"/>
                </a:cubicBezTo>
                <a:cubicBezTo>
                  <a:pt x="90477" y="102984"/>
                  <a:pt x="90503" y="103086"/>
                  <a:pt x="90554" y="103162"/>
                </a:cubicBezTo>
                <a:lnTo>
                  <a:pt x="81136" y="109415"/>
                </a:lnTo>
                <a:lnTo>
                  <a:pt x="81008" y="102805"/>
                </a:lnTo>
                <a:lnTo>
                  <a:pt x="80779" y="89814"/>
                </a:lnTo>
                <a:cubicBezTo>
                  <a:pt x="80906" y="89814"/>
                  <a:pt x="81034" y="89763"/>
                  <a:pt x="81136" y="89712"/>
                </a:cubicBezTo>
                <a:close/>
                <a:moveTo>
                  <a:pt x="62964" y="94867"/>
                </a:moveTo>
                <a:lnTo>
                  <a:pt x="80753" y="109492"/>
                </a:lnTo>
                <a:lnTo>
                  <a:pt x="61050" y="109492"/>
                </a:lnTo>
                <a:lnTo>
                  <a:pt x="61764" y="102805"/>
                </a:lnTo>
                <a:lnTo>
                  <a:pt x="62607" y="94944"/>
                </a:lnTo>
                <a:lnTo>
                  <a:pt x="62658" y="94944"/>
                </a:lnTo>
                <a:cubicBezTo>
                  <a:pt x="62760" y="94944"/>
                  <a:pt x="62862" y="94918"/>
                  <a:pt x="62964" y="94867"/>
                </a:cubicBezTo>
                <a:close/>
                <a:moveTo>
                  <a:pt x="91779" y="103111"/>
                </a:moveTo>
                <a:lnTo>
                  <a:pt x="108726" y="106097"/>
                </a:lnTo>
                <a:lnTo>
                  <a:pt x="107450" y="109492"/>
                </a:lnTo>
                <a:lnTo>
                  <a:pt x="81366" y="109492"/>
                </a:lnTo>
                <a:lnTo>
                  <a:pt x="90656" y="103341"/>
                </a:lnTo>
                <a:cubicBezTo>
                  <a:pt x="90784" y="103468"/>
                  <a:pt x="90962" y="103571"/>
                  <a:pt x="91141" y="103571"/>
                </a:cubicBezTo>
                <a:cubicBezTo>
                  <a:pt x="91447" y="103571"/>
                  <a:pt x="91702" y="103366"/>
                  <a:pt x="91779" y="103111"/>
                </a:cubicBezTo>
                <a:close/>
                <a:moveTo>
                  <a:pt x="108905" y="106123"/>
                </a:moveTo>
                <a:lnTo>
                  <a:pt x="128021" y="109492"/>
                </a:lnTo>
                <a:lnTo>
                  <a:pt x="107654" y="109492"/>
                </a:lnTo>
                <a:lnTo>
                  <a:pt x="108905" y="106123"/>
                </a:lnTo>
                <a:close/>
                <a:moveTo>
                  <a:pt x="142160" y="103928"/>
                </a:moveTo>
                <a:cubicBezTo>
                  <a:pt x="142288" y="104107"/>
                  <a:pt x="142467" y="104234"/>
                  <a:pt x="142696" y="104260"/>
                </a:cubicBezTo>
                <a:lnTo>
                  <a:pt x="142696" y="109492"/>
                </a:lnTo>
                <a:lnTo>
                  <a:pt x="129833" y="109492"/>
                </a:lnTo>
                <a:cubicBezTo>
                  <a:pt x="129833" y="109466"/>
                  <a:pt x="129833" y="109441"/>
                  <a:pt x="129807" y="109415"/>
                </a:cubicBezTo>
                <a:lnTo>
                  <a:pt x="142160" y="103928"/>
                </a:lnTo>
                <a:close/>
                <a:moveTo>
                  <a:pt x="944" y="1"/>
                </a:moveTo>
                <a:cubicBezTo>
                  <a:pt x="638" y="1"/>
                  <a:pt x="383" y="256"/>
                  <a:pt x="383" y="588"/>
                </a:cubicBezTo>
                <a:cubicBezTo>
                  <a:pt x="383" y="868"/>
                  <a:pt x="587" y="1098"/>
                  <a:pt x="842" y="1149"/>
                </a:cubicBezTo>
                <a:lnTo>
                  <a:pt x="842" y="16462"/>
                </a:lnTo>
                <a:cubicBezTo>
                  <a:pt x="357" y="16514"/>
                  <a:pt x="0" y="16922"/>
                  <a:pt x="0" y="17407"/>
                </a:cubicBezTo>
                <a:cubicBezTo>
                  <a:pt x="0" y="17892"/>
                  <a:pt x="357" y="18300"/>
                  <a:pt x="842" y="18351"/>
                </a:cubicBezTo>
                <a:lnTo>
                  <a:pt x="842" y="37748"/>
                </a:lnTo>
                <a:cubicBezTo>
                  <a:pt x="357" y="37799"/>
                  <a:pt x="0" y="38208"/>
                  <a:pt x="0" y="38693"/>
                </a:cubicBezTo>
                <a:cubicBezTo>
                  <a:pt x="0" y="39177"/>
                  <a:pt x="357" y="39560"/>
                  <a:pt x="842" y="39611"/>
                </a:cubicBezTo>
                <a:lnTo>
                  <a:pt x="842" y="62607"/>
                </a:lnTo>
                <a:cubicBezTo>
                  <a:pt x="357" y="62658"/>
                  <a:pt x="0" y="63066"/>
                  <a:pt x="0" y="63551"/>
                </a:cubicBezTo>
                <a:cubicBezTo>
                  <a:pt x="0" y="64036"/>
                  <a:pt x="357" y="64445"/>
                  <a:pt x="842" y="64496"/>
                </a:cubicBezTo>
                <a:lnTo>
                  <a:pt x="842" y="76057"/>
                </a:lnTo>
                <a:cubicBezTo>
                  <a:pt x="536" y="76108"/>
                  <a:pt x="306" y="76364"/>
                  <a:pt x="306" y="76695"/>
                </a:cubicBezTo>
                <a:cubicBezTo>
                  <a:pt x="306" y="77053"/>
                  <a:pt x="587" y="77333"/>
                  <a:pt x="944" y="77333"/>
                </a:cubicBezTo>
                <a:cubicBezTo>
                  <a:pt x="1225" y="77333"/>
                  <a:pt x="1455" y="77180"/>
                  <a:pt x="1557" y="76925"/>
                </a:cubicBezTo>
                <a:lnTo>
                  <a:pt x="27105" y="82821"/>
                </a:lnTo>
                <a:cubicBezTo>
                  <a:pt x="27105" y="82872"/>
                  <a:pt x="27079" y="82897"/>
                  <a:pt x="27079" y="82923"/>
                </a:cubicBezTo>
                <a:cubicBezTo>
                  <a:pt x="27079" y="83459"/>
                  <a:pt x="27513" y="83867"/>
                  <a:pt x="28024" y="83867"/>
                </a:cubicBezTo>
                <a:cubicBezTo>
                  <a:pt x="28458" y="83867"/>
                  <a:pt x="28815" y="83586"/>
                  <a:pt x="28943" y="83204"/>
                </a:cubicBezTo>
                <a:lnTo>
                  <a:pt x="45711" y="86598"/>
                </a:lnTo>
                <a:cubicBezTo>
                  <a:pt x="45711" y="86598"/>
                  <a:pt x="45711" y="86624"/>
                  <a:pt x="45711" y="86624"/>
                </a:cubicBezTo>
                <a:cubicBezTo>
                  <a:pt x="45711" y="86955"/>
                  <a:pt x="45992" y="87236"/>
                  <a:pt x="46323" y="87236"/>
                </a:cubicBezTo>
                <a:cubicBezTo>
                  <a:pt x="46425" y="87236"/>
                  <a:pt x="46502" y="87211"/>
                  <a:pt x="46579" y="87185"/>
                </a:cubicBezTo>
                <a:lnTo>
                  <a:pt x="52449" y="96424"/>
                </a:lnTo>
                <a:cubicBezTo>
                  <a:pt x="52219" y="96577"/>
                  <a:pt x="52091" y="96858"/>
                  <a:pt x="52091" y="97139"/>
                </a:cubicBezTo>
                <a:cubicBezTo>
                  <a:pt x="52091" y="97675"/>
                  <a:pt x="52500" y="98083"/>
                  <a:pt x="53036" y="98083"/>
                </a:cubicBezTo>
                <a:cubicBezTo>
                  <a:pt x="53163" y="98083"/>
                  <a:pt x="53317" y="98058"/>
                  <a:pt x="53444" y="97981"/>
                </a:cubicBezTo>
                <a:lnTo>
                  <a:pt x="60846" y="109619"/>
                </a:lnTo>
                <a:lnTo>
                  <a:pt x="60820" y="109696"/>
                </a:lnTo>
                <a:lnTo>
                  <a:pt x="60871" y="109696"/>
                </a:lnTo>
                <a:lnTo>
                  <a:pt x="60999" y="109900"/>
                </a:lnTo>
                <a:lnTo>
                  <a:pt x="61024" y="109696"/>
                </a:lnTo>
                <a:lnTo>
                  <a:pt x="80932" y="109696"/>
                </a:lnTo>
                <a:lnTo>
                  <a:pt x="80932" y="109773"/>
                </a:lnTo>
                <a:lnTo>
                  <a:pt x="81008" y="109747"/>
                </a:lnTo>
                <a:lnTo>
                  <a:pt x="81136" y="109977"/>
                </a:lnTo>
                <a:lnTo>
                  <a:pt x="81136" y="109696"/>
                </a:lnTo>
                <a:lnTo>
                  <a:pt x="128506" y="109696"/>
                </a:lnTo>
                <a:cubicBezTo>
                  <a:pt x="128531" y="110028"/>
                  <a:pt x="128812" y="110283"/>
                  <a:pt x="129169" y="110283"/>
                </a:cubicBezTo>
                <a:cubicBezTo>
                  <a:pt x="129501" y="110283"/>
                  <a:pt x="129782" y="110028"/>
                  <a:pt x="129807" y="109696"/>
                </a:cubicBezTo>
                <a:lnTo>
                  <a:pt x="142875" y="109696"/>
                </a:lnTo>
                <a:lnTo>
                  <a:pt x="142875" y="104260"/>
                </a:lnTo>
                <a:cubicBezTo>
                  <a:pt x="143232" y="104209"/>
                  <a:pt x="143513" y="103902"/>
                  <a:pt x="143513" y="103545"/>
                </a:cubicBezTo>
                <a:cubicBezTo>
                  <a:pt x="143513" y="103188"/>
                  <a:pt x="143232" y="102881"/>
                  <a:pt x="142875" y="102830"/>
                </a:cubicBezTo>
                <a:lnTo>
                  <a:pt x="142875" y="82642"/>
                </a:lnTo>
                <a:lnTo>
                  <a:pt x="142875" y="82438"/>
                </a:lnTo>
                <a:lnTo>
                  <a:pt x="142875" y="77997"/>
                </a:lnTo>
                <a:lnTo>
                  <a:pt x="142875" y="77716"/>
                </a:lnTo>
                <a:lnTo>
                  <a:pt x="142875" y="55180"/>
                </a:lnTo>
                <a:cubicBezTo>
                  <a:pt x="143360" y="55129"/>
                  <a:pt x="143717" y="54721"/>
                  <a:pt x="143717" y="54236"/>
                </a:cubicBezTo>
                <a:cubicBezTo>
                  <a:pt x="143717" y="53725"/>
                  <a:pt x="143309" y="53291"/>
                  <a:pt x="142773" y="53291"/>
                </a:cubicBezTo>
                <a:cubicBezTo>
                  <a:pt x="142262" y="53291"/>
                  <a:pt x="141829" y="53725"/>
                  <a:pt x="141829" y="54236"/>
                </a:cubicBezTo>
                <a:cubicBezTo>
                  <a:pt x="141829" y="54516"/>
                  <a:pt x="141956" y="54746"/>
                  <a:pt x="142135" y="54925"/>
                </a:cubicBezTo>
                <a:lnTo>
                  <a:pt x="127791" y="73046"/>
                </a:lnTo>
                <a:lnTo>
                  <a:pt x="120160" y="61637"/>
                </a:lnTo>
                <a:cubicBezTo>
                  <a:pt x="120288" y="61510"/>
                  <a:pt x="120390" y="61305"/>
                  <a:pt x="120390" y="61101"/>
                </a:cubicBezTo>
                <a:cubicBezTo>
                  <a:pt x="120390" y="60693"/>
                  <a:pt x="120058" y="60361"/>
                  <a:pt x="119675" y="60361"/>
                </a:cubicBezTo>
                <a:cubicBezTo>
                  <a:pt x="119394" y="60361"/>
                  <a:pt x="119190" y="60489"/>
                  <a:pt x="119037" y="60693"/>
                </a:cubicBezTo>
                <a:lnTo>
                  <a:pt x="99283" y="51428"/>
                </a:lnTo>
                <a:cubicBezTo>
                  <a:pt x="99308" y="51326"/>
                  <a:pt x="99334" y="51224"/>
                  <a:pt x="99334" y="51122"/>
                </a:cubicBezTo>
                <a:cubicBezTo>
                  <a:pt x="99334" y="50586"/>
                  <a:pt x="98900" y="50178"/>
                  <a:pt x="98389" y="50178"/>
                </a:cubicBezTo>
                <a:cubicBezTo>
                  <a:pt x="97879" y="50178"/>
                  <a:pt x="97445" y="50612"/>
                  <a:pt x="97445" y="51122"/>
                </a:cubicBezTo>
                <a:cubicBezTo>
                  <a:pt x="97445" y="51250"/>
                  <a:pt x="97470" y="51377"/>
                  <a:pt x="97522" y="51505"/>
                </a:cubicBezTo>
                <a:lnTo>
                  <a:pt x="80957" y="60999"/>
                </a:lnTo>
                <a:lnTo>
                  <a:pt x="75955" y="58804"/>
                </a:lnTo>
                <a:cubicBezTo>
                  <a:pt x="75955" y="58779"/>
                  <a:pt x="75981" y="58728"/>
                  <a:pt x="75981" y="58677"/>
                </a:cubicBezTo>
                <a:cubicBezTo>
                  <a:pt x="75981" y="58370"/>
                  <a:pt x="75725" y="58115"/>
                  <a:pt x="75419" y="58115"/>
                </a:cubicBezTo>
                <a:cubicBezTo>
                  <a:pt x="75266" y="58115"/>
                  <a:pt x="75138" y="58166"/>
                  <a:pt x="75036" y="58268"/>
                </a:cubicBezTo>
                <a:lnTo>
                  <a:pt x="54235" y="42061"/>
                </a:lnTo>
                <a:cubicBezTo>
                  <a:pt x="54312" y="41934"/>
                  <a:pt x="54363" y="41755"/>
                  <a:pt x="54363" y="41577"/>
                </a:cubicBezTo>
                <a:cubicBezTo>
                  <a:pt x="54363" y="41041"/>
                  <a:pt x="53955" y="40632"/>
                  <a:pt x="53419" y="40632"/>
                </a:cubicBezTo>
                <a:cubicBezTo>
                  <a:pt x="53342" y="40632"/>
                  <a:pt x="53265" y="40632"/>
                  <a:pt x="53189" y="40658"/>
                </a:cubicBezTo>
                <a:lnTo>
                  <a:pt x="46732" y="24247"/>
                </a:lnTo>
                <a:cubicBezTo>
                  <a:pt x="47012" y="24119"/>
                  <a:pt x="47191" y="23838"/>
                  <a:pt x="47191" y="23507"/>
                </a:cubicBezTo>
                <a:cubicBezTo>
                  <a:pt x="47191" y="23047"/>
                  <a:pt x="46808" y="22664"/>
                  <a:pt x="46349" y="22664"/>
                </a:cubicBezTo>
                <a:cubicBezTo>
                  <a:pt x="45889" y="22664"/>
                  <a:pt x="45507" y="23022"/>
                  <a:pt x="45481" y="23456"/>
                </a:cubicBezTo>
                <a:lnTo>
                  <a:pt x="20265" y="25064"/>
                </a:lnTo>
                <a:lnTo>
                  <a:pt x="18325" y="17534"/>
                </a:lnTo>
                <a:cubicBezTo>
                  <a:pt x="18529" y="17432"/>
                  <a:pt x="18708" y="17203"/>
                  <a:pt x="18708" y="16947"/>
                </a:cubicBezTo>
                <a:cubicBezTo>
                  <a:pt x="18708" y="16590"/>
                  <a:pt x="18402" y="16309"/>
                  <a:pt x="18070" y="16309"/>
                </a:cubicBezTo>
                <a:cubicBezTo>
                  <a:pt x="17917" y="16309"/>
                  <a:pt x="17789" y="16360"/>
                  <a:pt x="17687" y="16437"/>
                </a:cubicBezTo>
                <a:lnTo>
                  <a:pt x="1429" y="894"/>
                </a:lnTo>
                <a:cubicBezTo>
                  <a:pt x="1480" y="817"/>
                  <a:pt x="1506" y="690"/>
                  <a:pt x="1506" y="588"/>
                </a:cubicBezTo>
                <a:cubicBezTo>
                  <a:pt x="1506" y="256"/>
                  <a:pt x="1251" y="1"/>
                  <a:pt x="94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39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3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1" name="Google Shape;221;p27"/>
          <p:cNvGrpSpPr/>
          <p:nvPr/>
        </p:nvGrpSpPr>
        <p:grpSpPr>
          <a:xfrm rot="10800000" flipH="1">
            <a:off x="99" y="6618238"/>
            <a:ext cx="14615915" cy="1647572"/>
            <a:chOff x="62" y="-4"/>
            <a:chExt cx="9143876" cy="1028740"/>
          </a:xfrm>
        </p:grpSpPr>
        <p:sp>
          <p:nvSpPr>
            <p:cNvPr id="222" name="Google Shape;222;p27"/>
            <p:cNvSpPr/>
            <p:nvPr/>
          </p:nvSpPr>
          <p:spPr>
            <a:xfrm rot="10800000" flipH="1">
              <a:off x="62" y="-4"/>
              <a:ext cx="9143876" cy="1028740"/>
            </a:xfrm>
            <a:custGeom>
              <a:avLst/>
              <a:gdLst/>
              <a:ahLst/>
              <a:cxnLst/>
              <a:rect l="l" t="t" r="r" b="b"/>
              <a:pathLst>
                <a:path w="172942" h="19457" extrusionOk="0">
                  <a:moveTo>
                    <a:pt x="172941" y="0"/>
                  </a:moveTo>
                  <a:lnTo>
                    <a:pt x="1" y="16929"/>
                  </a:lnTo>
                  <a:lnTo>
                    <a:pt x="1" y="19456"/>
                  </a:lnTo>
                  <a:lnTo>
                    <a:pt x="172941" y="19456"/>
                  </a:lnTo>
                  <a:lnTo>
                    <a:pt x="1729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39"/>
            </a:p>
          </p:txBody>
        </p:sp>
        <p:sp>
          <p:nvSpPr>
            <p:cNvPr id="223" name="Google Shape;223;p27"/>
            <p:cNvSpPr/>
            <p:nvPr/>
          </p:nvSpPr>
          <p:spPr>
            <a:xfrm rot="10800000">
              <a:off x="62" y="-4"/>
              <a:ext cx="9143876" cy="1028740"/>
            </a:xfrm>
            <a:custGeom>
              <a:avLst/>
              <a:gdLst/>
              <a:ahLst/>
              <a:cxnLst/>
              <a:rect l="l" t="t" r="r" b="b"/>
              <a:pathLst>
                <a:path w="172942" h="19457" extrusionOk="0">
                  <a:moveTo>
                    <a:pt x="172941" y="0"/>
                  </a:moveTo>
                  <a:lnTo>
                    <a:pt x="1" y="16929"/>
                  </a:lnTo>
                  <a:lnTo>
                    <a:pt x="1" y="19456"/>
                  </a:lnTo>
                  <a:lnTo>
                    <a:pt x="172941" y="19456"/>
                  </a:lnTo>
                  <a:lnTo>
                    <a:pt x="17294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39"/>
            </a:p>
          </p:txBody>
        </p:sp>
      </p:grpSp>
      <p:grpSp>
        <p:nvGrpSpPr>
          <p:cNvPr id="224" name="Google Shape;224;p27"/>
          <p:cNvGrpSpPr/>
          <p:nvPr/>
        </p:nvGrpSpPr>
        <p:grpSpPr>
          <a:xfrm rot="10800000" flipH="1">
            <a:off x="-4083411" y="-6803602"/>
            <a:ext cx="22782935" cy="14212590"/>
            <a:chOff x="-2771747" y="534994"/>
            <a:chExt cx="14253253" cy="8874309"/>
          </a:xfrm>
        </p:grpSpPr>
        <p:sp>
          <p:nvSpPr>
            <p:cNvPr id="225" name="Google Shape;225;p27"/>
            <p:cNvSpPr/>
            <p:nvPr/>
          </p:nvSpPr>
          <p:spPr>
            <a:xfrm rot="2991695" flipH="1">
              <a:off x="-1956763" y="2268050"/>
              <a:ext cx="7047826" cy="5408198"/>
            </a:xfrm>
            <a:custGeom>
              <a:avLst/>
              <a:gdLst/>
              <a:ahLst/>
              <a:cxnLst/>
              <a:rect l="l" t="t" r="r" b="b"/>
              <a:pathLst>
                <a:path w="143718" h="110283" extrusionOk="0">
                  <a:moveTo>
                    <a:pt x="1276" y="1047"/>
                  </a:moveTo>
                  <a:lnTo>
                    <a:pt x="17534" y="16565"/>
                  </a:lnTo>
                  <a:cubicBezTo>
                    <a:pt x="17483" y="16667"/>
                    <a:pt x="17457" y="16743"/>
                    <a:pt x="17432" y="16845"/>
                  </a:cubicBezTo>
                  <a:lnTo>
                    <a:pt x="1889" y="17279"/>
                  </a:lnTo>
                  <a:cubicBezTo>
                    <a:pt x="1812" y="16845"/>
                    <a:pt x="1480" y="16514"/>
                    <a:pt x="1046" y="16462"/>
                  </a:cubicBezTo>
                  <a:lnTo>
                    <a:pt x="1046" y="1149"/>
                  </a:lnTo>
                  <a:cubicBezTo>
                    <a:pt x="1123" y="1124"/>
                    <a:pt x="1225" y="1098"/>
                    <a:pt x="1276" y="1047"/>
                  </a:cubicBezTo>
                  <a:close/>
                  <a:moveTo>
                    <a:pt x="17432" y="17050"/>
                  </a:moveTo>
                  <a:cubicBezTo>
                    <a:pt x="17457" y="17177"/>
                    <a:pt x="17508" y="17279"/>
                    <a:pt x="17585" y="17381"/>
                  </a:cubicBezTo>
                  <a:lnTo>
                    <a:pt x="11638" y="24936"/>
                  </a:lnTo>
                  <a:cubicBezTo>
                    <a:pt x="11485" y="24859"/>
                    <a:pt x="11306" y="24808"/>
                    <a:pt x="11128" y="24808"/>
                  </a:cubicBezTo>
                  <a:cubicBezTo>
                    <a:pt x="10873" y="24808"/>
                    <a:pt x="10643" y="24910"/>
                    <a:pt x="10464" y="25064"/>
                  </a:cubicBezTo>
                  <a:lnTo>
                    <a:pt x="1736" y="17917"/>
                  </a:lnTo>
                  <a:cubicBezTo>
                    <a:pt x="1812" y="17790"/>
                    <a:pt x="1863" y="17637"/>
                    <a:pt x="1889" y="17483"/>
                  </a:cubicBezTo>
                  <a:lnTo>
                    <a:pt x="17432" y="17050"/>
                  </a:lnTo>
                  <a:close/>
                  <a:moveTo>
                    <a:pt x="17764" y="17483"/>
                  </a:moveTo>
                  <a:cubicBezTo>
                    <a:pt x="17840" y="17534"/>
                    <a:pt x="17942" y="17585"/>
                    <a:pt x="18070" y="17585"/>
                  </a:cubicBezTo>
                  <a:cubicBezTo>
                    <a:pt x="18070" y="17585"/>
                    <a:pt x="18095" y="17560"/>
                    <a:pt x="18121" y="17560"/>
                  </a:cubicBezTo>
                  <a:lnTo>
                    <a:pt x="20061" y="25089"/>
                  </a:lnTo>
                  <a:lnTo>
                    <a:pt x="12047" y="25574"/>
                  </a:lnTo>
                  <a:cubicBezTo>
                    <a:pt x="12021" y="25395"/>
                    <a:pt x="11919" y="25191"/>
                    <a:pt x="11791" y="25064"/>
                  </a:cubicBezTo>
                  <a:lnTo>
                    <a:pt x="17764" y="17483"/>
                  </a:lnTo>
                  <a:close/>
                  <a:moveTo>
                    <a:pt x="20112" y="25268"/>
                  </a:moveTo>
                  <a:lnTo>
                    <a:pt x="22460" y="34405"/>
                  </a:lnTo>
                  <a:cubicBezTo>
                    <a:pt x="22332" y="34456"/>
                    <a:pt x="22230" y="34507"/>
                    <a:pt x="22128" y="34609"/>
                  </a:cubicBezTo>
                  <a:lnTo>
                    <a:pt x="14726" y="28560"/>
                  </a:lnTo>
                  <a:lnTo>
                    <a:pt x="11919" y="26263"/>
                  </a:lnTo>
                  <a:cubicBezTo>
                    <a:pt x="12021" y="26135"/>
                    <a:pt x="12072" y="25957"/>
                    <a:pt x="12072" y="25778"/>
                  </a:cubicBezTo>
                  <a:lnTo>
                    <a:pt x="20112" y="25268"/>
                  </a:lnTo>
                  <a:close/>
                  <a:moveTo>
                    <a:pt x="45507" y="23660"/>
                  </a:moveTo>
                  <a:cubicBezTo>
                    <a:pt x="45507" y="23711"/>
                    <a:pt x="45532" y="23762"/>
                    <a:pt x="45532" y="23787"/>
                  </a:cubicBezTo>
                  <a:lnTo>
                    <a:pt x="23583" y="34762"/>
                  </a:lnTo>
                  <a:cubicBezTo>
                    <a:pt x="23404" y="34507"/>
                    <a:pt x="23123" y="34328"/>
                    <a:pt x="22792" y="34328"/>
                  </a:cubicBezTo>
                  <a:cubicBezTo>
                    <a:pt x="22741" y="34328"/>
                    <a:pt x="22690" y="34328"/>
                    <a:pt x="22664" y="34354"/>
                  </a:cubicBezTo>
                  <a:lnTo>
                    <a:pt x="20316" y="25242"/>
                  </a:lnTo>
                  <a:lnTo>
                    <a:pt x="45507" y="23660"/>
                  </a:lnTo>
                  <a:close/>
                  <a:moveTo>
                    <a:pt x="45634" y="23966"/>
                  </a:moveTo>
                  <a:cubicBezTo>
                    <a:pt x="45634" y="23992"/>
                    <a:pt x="45634" y="23992"/>
                    <a:pt x="45634" y="23992"/>
                  </a:cubicBezTo>
                  <a:lnTo>
                    <a:pt x="30908" y="36855"/>
                  </a:lnTo>
                  <a:lnTo>
                    <a:pt x="23736" y="35375"/>
                  </a:lnTo>
                  <a:cubicBezTo>
                    <a:pt x="23736" y="35349"/>
                    <a:pt x="23736" y="35298"/>
                    <a:pt x="23736" y="35273"/>
                  </a:cubicBezTo>
                  <a:cubicBezTo>
                    <a:pt x="23736" y="35170"/>
                    <a:pt x="23710" y="35043"/>
                    <a:pt x="23685" y="34941"/>
                  </a:cubicBezTo>
                  <a:lnTo>
                    <a:pt x="45634" y="23966"/>
                  </a:lnTo>
                  <a:close/>
                  <a:moveTo>
                    <a:pt x="1608" y="18070"/>
                  </a:moveTo>
                  <a:lnTo>
                    <a:pt x="10337" y="25217"/>
                  </a:lnTo>
                  <a:cubicBezTo>
                    <a:pt x="10235" y="25370"/>
                    <a:pt x="10183" y="25548"/>
                    <a:pt x="10183" y="25753"/>
                  </a:cubicBezTo>
                  <a:cubicBezTo>
                    <a:pt x="10183" y="26008"/>
                    <a:pt x="10311" y="26238"/>
                    <a:pt x="10464" y="26416"/>
                  </a:cubicBezTo>
                  <a:lnTo>
                    <a:pt x="1455" y="37876"/>
                  </a:lnTo>
                  <a:cubicBezTo>
                    <a:pt x="1327" y="37799"/>
                    <a:pt x="1200" y="37774"/>
                    <a:pt x="1046" y="37748"/>
                  </a:cubicBezTo>
                  <a:lnTo>
                    <a:pt x="1046" y="18351"/>
                  </a:lnTo>
                  <a:cubicBezTo>
                    <a:pt x="1276" y="18326"/>
                    <a:pt x="1455" y="18224"/>
                    <a:pt x="1608" y="18070"/>
                  </a:cubicBezTo>
                  <a:close/>
                  <a:moveTo>
                    <a:pt x="11791" y="26416"/>
                  </a:moveTo>
                  <a:lnTo>
                    <a:pt x="21924" y="34686"/>
                  </a:lnTo>
                  <a:lnTo>
                    <a:pt x="22000" y="34762"/>
                  </a:lnTo>
                  <a:cubicBezTo>
                    <a:pt x="21898" y="34915"/>
                    <a:pt x="21847" y="35094"/>
                    <a:pt x="21847" y="35273"/>
                  </a:cubicBezTo>
                  <a:cubicBezTo>
                    <a:pt x="21847" y="35298"/>
                    <a:pt x="21847" y="35324"/>
                    <a:pt x="21847" y="35324"/>
                  </a:cubicBezTo>
                  <a:lnTo>
                    <a:pt x="10822" y="37034"/>
                  </a:lnTo>
                  <a:lnTo>
                    <a:pt x="1863" y="38437"/>
                  </a:lnTo>
                  <a:cubicBezTo>
                    <a:pt x="1812" y="38284"/>
                    <a:pt x="1736" y="38131"/>
                    <a:pt x="1608" y="38003"/>
                  </a:cubicBezTo>
                  <a:lnTo>
                    <a:pt x="10643" y="26544"/>
                  </a:lnTo>
                  <a:cubicBezTo>
                    <a:pt x="10770" y="26620"/>
                    <a:pt x="10949" y="26697"/>
                    <a:pt x="11128" y="26697"/>
                  </a:cubicBezTo>
                  <a:cubicBezTo>
                    <a:pt x="11383" y="26697"/>
                    <a:pt x="11638" y="26569"/>
                    <a:pt x="11791" y="26416"/>
                  </a:cubicBezTo>
                  <a:close/>
                  <a:moveTo>
                    <a:pt x="45762" y="24145"/>
                  </a:moveTo>
                  <a:cubicBezTo>
                    <a:pt x="45915" y="24272"/>
                    <a:pt x="46119" y="24349"/>
                    <a:pt x="46323" y="24349"/>
                  </a:cubicBezTo>
                  <a:cubicBezTo>
                    <a:pt x="46400" y="24349"/>
                    <a:pt x="46476" y="24349"/>
                    <a:pt x="46553" y="24323"/>
                  </a:cubicBezTo>
                  <a:lnTo>
                    <a:pt x="52985" y="40734"/>
                  </a:lnTo>
                  <a:cubicBezTo>
                    <a:pt x="52781" y="40836"/>
                    <a:pt x="52602" y="41041"/>
                    <a:pt x="52525" y="41270"/>
                  </a:cubicBezTo>
                  <a:lnTo>
                    <a:pt x="31163" y="36906"/>
                  </a:lnTo>
                  <a:lnTo>
                    <a:pt x="45762" y="24145"/>
                  </a:lnTo>
                  <a:close/>
                  <a:moveTo>
                    <a:pt x="23685" y="35579"/>
                  </a:moveTo>
                  <a:lnTo>
                    <a:pt x="23813" y="35604"/>
                  </a:lnTo>
                  <a:lnTo>
                    <a:pt x="30729" y="37008"/>
                  </a:lnTo>
                  <a:lnTo>
                    <a:pt x="18836" y="47396"/>
                  </a:lnTo>
                  <a:cubicBezTo>
                    <a:pt x="18810" y="47370"/>
                    <a:pt x="18759" y="47345"/>
                    <a:pt x="18734" y="47319"/>
                  </a:cubicBezTo>
                  <a:lnTo>
                    <a:pt x="21158" y="40275"/>
                  </a:lnTo>
                  <a:lnTo>
                    <a:pt x="22562" y="36191"/>
                  </a:lnTo>
                  <a:cubicBezTo>
                    <a:pt x="22638" y="36217"/>
                    <a:pt x="22715" y="36217"/>
                    <a:pt x="22792" y="36217"/>
                  </a:cubicBezTo>
                  <a:cubicBezTo>
                    <a:pt x="23200" y="36217"/>
                    <a:pt x="23557" y="35962"/>
                    <a:pt x="23685" y="35579"/>
                  </a:cubicBezTo>
                  <a:close/>
                  <a:moveTo>
                    <a:pt x="21873" y="35528"/>
                  </a:moveTo>
                  <a:cubicBezTo>
                    <a:pt x="21949" y="35783"/>
                    <a:pt x="22128" y="36013"/>
                    <a:pt x="22383" y="36140"/>
                  </a:cubicBezTo>
                  <a:lnTo>
                    <a:pt x="20980" y="40224"/>
                  </a:lnTo>
                  <a:lnTo>
                    <a:pt x="18555" y="47243"/>
                  </a:lnTo>
                  <a:lnTo>
                    <a:pt x="18453" y="47243"/>
                  </a:lnTo>
                  <a:cubicBezTo>
                    <a:pt x="18249" y="47243"/>
                    <a:pt x="18070" y="47345"/>
                    <a:pt x="17942" y="47498"/>
                  </a:cubicBezTo>
                  <a:lnTo>
                    <a:pt x="12404" y="44563"/>
                  </a:lnTo>
                  <a:lnTo>
                    <a:pt x="1812" y="39024"/>
                  </a:lnTo>
                  <a:cubicBezTo>
                    <a:pt x="1863" y="38922"/>
                    <a:pt x="1889" y="38820"/>
                    <a:pt x="1889" y="38693"/>
                  </a:cubicBezTo>
                  <a:cubicBezTo>
                    <a:pt x="1889" y="38667"/>
                    <a:pt x="1889" y="38641"/>
                    <a:pt x="1889" y="38641"/>
                  </a:cubicBezTo>
                  <a:lnTo>
                    <a:pt x="21873" y="35528"/>
                  </a:lnTo>
                  <a:close/>
                  <a:moveTo>
                    <a:pt x="30959" y="37059"/>
                  </a:moveTo>
                  <a:lnTo>
                    <a:pt x="52474" y="41474"/>
                  </a:lnTo>
                  <a:cubicBezTo>
                    <a:pt x="52474" y="41500"/>
                    <a:pt x="52474" y="41551"/>
                    <a:pt x="52474" y="41577"/>
                  </a:cubicBezTo>
                  <a:cubicBezTo>
                    <a:pt x="52474" y="41602"/>
                    <a:pt x="52474" y="41602"/>
                    <a:pt x="52500" y="41628"/>
                  </a:cubicBezTo>
                  <a:lnTo>
                    <a:pt x="44282" y="43108"/>
                  </a:lnTo>
                  <a:lnTo>
                    <a:pt x="19014" y="47651"/>
                  </a:lnTo>
                  <a:cubicBezTo>
                    <a:pt x="18989" y="47600"/>
                    <a:pt x="18989" y="47574"/>
                    <a:pt x="18963" y="47523"/>
                  </a:cubicBezTo>
                  <a:lnTo>
                    <a:pt x="30959" y="37059"/>
                  </a:lnTo>
                  <a:close/>
                  <a:moveTo>
                    <a:pt x="52653" y="42113"/>
                  </a:moveTo>
                  <a:cubicBezTo>
                    <a:pt x="52704" y="42189"/>
                    <a:pt x="52781" y="42240"/>
                    <a:pt x="52832" y="42317"/>
                  </a:cubicBezTo>
                  <a:lnTo>
                    <a:pt x="45992" y="53036"/>
                  </a:lnTo>
                  <a:cubicBezTo>
                    <a:pt x="45864" y="52985"/>
                    <a:pt x="45736" y="52934"/>
                    <a:pt x="45583" y="52934"/>
                  </a:cubicBezTo>
                  <a:cubicBezTo>
                    <a:pt x="45124" y="52934"/>
                    <a:pt x="44766" y="53240"/>
                    <a:pt x="44664" y="53623"/>
                  </a:cubicBezTo>
                  <a:lnTo>
                    <a:pt x="34864" y="52066"/>
                  </a:lnTo>
                  <a:lnTo>
                    <a:pt x="35604" y="51632"/>
                  </a:lnTo>
                  <a:lnTo>
                    <a:pt x="45966" y="45839"/>
                  </a:lnTo>
                  <a:lnTo>
                    <a:pt x="52653" y="42113"/>
                  </a:lnTo>
                  <a:close/>
                  <a:moveTo>
                    <a:pt x="53010" y="42419"/>
                  </a:moveTo>
                  <a:cubicBezTo>
                    <a:pt x="53138" y="42470"/>
                    <a:pt x="53265" y="42521"/>
                    <a:pt x="53419" y="42521"/>
                  </a:cubicBezTo>
                  <a:cubicBezTo>
                    <a:pt x="53546" y="42521"/>
                    <a:pt x="53648" y="42495"/>
                    <a:pt x="53750" y="42444"/>
                  </a:cubicBezTo>
                  <a:lnTo>
                    <a:pt x="60616" y="56201"/>
                  </a:lnTo>
                  <a:lnTo>
                    <a:pt x="60616" y="56201"/>
                  </a:lnTo>
                  <a:lnTo>
                    <a:pt x="51709" y="54772"/>
                  </a:lnTo>
                  <a:lnTo>
                    <a:pt x="46502" y="53929"/>
                  </a:lnTo>
                  <a:cubicBezTo>
                    <a:pt x="46502" y="53904"/>
                    <a:pt x="46528" y="53904"/>
                    <a:pt x="46528" y="53878"/>
                  </a:cubicBezTo>
                  <a:cubicBezTo>
                    <a:pt x="46528" y="53572"/>
                    <a:pt x="46374" y="53317"/>
                    <a:pt x="46170" y="53138"/>
                  </a:cubicBezTo>
                  <a:lnTo>
                    <a:pt x="46579" y="52500"/>
                  </a:lnTo>
                  <a:lnTo>
                    <a:pt x="53010" y="42419"/>
                  </a:lnTo>
                  <a:close/>
                  <a:moveTo>
                    <a:pt x="52525" y="41832"/>
                  </a:moveTo>
                  <a:cubicBezTo>
                    <a:pt x="52525" y="41857"/>
                    <a:pt x="52551" y="41908"/>
                    <a:pt x="52551" y="41934"/>
                  </a:cubicBezTo>
                  <a:lnTo>
                    <a:pt x="42163" y="47753"/>
                  </a:lnTo>
                  <a:lnTo>
                    <a:pt x="34557" y="51990"/>
                  </a:lnTo>
                  <a:lnTo>
                    <a:pt x="34430" y="51990"/>
                  </a:lnTo>
                  <a:lnTo>
                    <a:pt x="34455" y="52041"/>
                  </a:lnTo>
                  <a:lnTo>
                    <a:pt x="26901" y="56277"/>
                  </a:lnTo>
                  <a:lnTo>
                    <a:pt x="23557" y="58141"/>
                  </a:lnTo>
                  <a:cubicBezTo>
                    <a:pt x="23379" y="57911"/>
                    <a:pt x="23098" y="57732"/>
                    <a:pt x="22792" y="57732"/>
                  </a:cubicBezTo>
                  <a:cubicBezTo>
                    <a:pt x="22690" y="57732"/>
                    <a:pt x="22613" y="57758"/>
                    <a:pt x="22536" y="57783"/>
                  </a:cubicBezTo>
                  <a:lnTo>
                    <a:pt x="19857" y="51096"/>
                  </a:lnTo>
                  <a:lnTo>
                    <a:pt x="18759" y="48391"/>
                  </a:lnTo>
                  <a:cubicBezTo>
                    <a:pt x="18938" y="48263"/>
                    <a:pt x="19065" y="48085"/>
                    <a:pt x="19065" y="47855"/>
                  </a:cubicBezTo>
                  <a:lnTo>
                    <a:pt x="24987" y="46783"/>
                  </a:lnTo>
                  <a:lnTo>
                    <a:pt x="52525" y="41832"/>
                  </a:lnTo>
                  <a:close/>
                  <a:moveTo>
                    <a:pt x="54108" y="42215"/>
                  </a:moveTo>
                  <a:lnTo>
                    <a:pt x="74909" y="58421"/>
                  </a:lnTo>
                  <a:cubicBezTo>
                    <a:pt x="74909" y="58447"/>
                    <a:pt x="74883" y="58472"/>
                    <a:pt x="74883" y="58498"/>
                  </a:cubicBezTo>
                  <a:lnTo>
                    <a:pt x="60871" y="56226"/>
                  </a:lnTo>
                  <a:lnTo>
                    <a:pt x="53929" y="42368"/>
                  </a:lnTo>
                  <a:cubicBezTo>
                    <a:pt x="54006" y="42317"/>
                    <a:pt x="54057" y="42266"/>
                    <a:pt x="54108" y="42215"/>
                  </a:cubicBezTo>
                  <a:close/>
                  <a:moveTo>
                    <a:pt x="60973" y="56456"/>
                  </a:moveTo>
                  <a:lnTo>
                    <a:pt x="74858" y="58702"/>
                  </a:lnTo>
                  <a:lnTo>
                    <a:pt x="63321" y="61203"/>
                  </a:lnTo>
                  <a:lnTo>
                    <a:pt x="60973" y="56456"/>
                  </a:lnTo>
                  <a:close/>
                  <a:moveTo>
                    <a:pt x="46476" y="54134"/>
                  </a:moveTo>
                  <a:lnTo>
                    <a:pt x="60718" y="56405"/>
                  </a:lnTo>
                  <a:lnTo>
                    <a:pt x="63117" y="61229"/>
                  </a:lnTo>
                  <a:lnTo>
                    <a:pt x="58447" y="62250"/>
                  </a:lnTo>
                  <a:cubicBezTo>
                    <a:pt x="58370" y="61969"/>
                    <a:pt x="58115" y="61790"/>
                    <a:pt x="57808" y="61790"/>
                  </a:cubicBezTo>
                  <a:cubicBezTo>
                    <a:pt x="57604" y="61790"/>
                    <a:pt x="57426" y="61867"/>
                    <a:pt x="57298" y="61995"/>
                  </a:cubicBezTo>
                  <a:lnTo>
                    <a:pt x="46400" y="54338"/>
                  </a:lnTo>
                  <a:cubicBezTo>
                    <a:pt x="46425" y="54261"/>
                    <a:pt x="46451" y="54185"/>
                    <a:pt x="46476" y="54134"/>
                  </a:cubicBezTo>
                  <a:close/>
                  <a:moveTo>
                    <a:pt x="1736" y="39203"/>
                  </a:moveTo>
                  <a:lnTo>
                    <a:pt x="4543" y="40683"/>
                  </a:lnTo>
                  <a:lnTo>
                    <a:pt x="17866" y="47676"/>
                  </a:lnTo>
                  <a:cubicBezTo>
                    <a:pt x="17840" y="47727"/>
                    <a:pt x="17815" y="47779"/>
                    <a:pt x="17815" y="47855"/>
                  </a:cubicBezTo>
                  <a:cubicBezTo>
                    <a:pt x="17815" y="47983"/>
                    <a:pt x="17866" y="48085"/>
                    <a:pt x="17917" y="48187"/>
                  </a:cubicBezTo>
                  <a:lnTo>
                    <a:pt x="1940" y="62530"/>
                  </a:lnTo>
                  <a:lnTo>
                    <a:pt x="1582" y="62862"/>
                  </a:lnTo>
                  <a:cubicBezTo>
                    <a:pt x="1429" y="62735"/>
                    <a:pt x="1251" y="62633"/>
                    <a:pt x="1046" y="62607"/>
                  </a:cubicBezTo>
                  <a:lnTo>
                    <a:pt x="1046" y="39611"/>
                  </a:lnTo>
                  <a:cubicBezTo>
                    <a:pt x="1327" y="39586"/>
                    <a:pt x="1582" y="39433"/>
                    <a:pt x="1736" y="39203"/>
                  </a:cubicBezTo>
                  <a:close/>
                  <a:moveTo>
                    <a:pt x="18070" y="48340"/>
                  </a:moveTo>
                  <a:cubicBezTo>
                    <a:pt x="18172" y="48417"/>
                    <a:pt x="18300" y="48468"/>
                    <a:pt x="18453" y="48468"/>
                  </a:cubicBezTo>
                  <a:lnTo>
                    <a:pt x="18580" y="48468"/>
                  </a:lnTo>
                  <a:lnTo>
                    <a:pt x="22358" y="57860"/>
                  </a:lnTo>
                  <a:cubicBezTo>
                    <a:pt x="22051" y="58013"/>
                    <a:pt x="21847" y="58319"/>
                    <a:pt x="21847" y="58677"/>
                  </a:cubicBezTo>
                  <a:cubicBezTo>
                    <a:pt x="21847" y="58728"/>
                    <a:pt x="21847" y="58753"/>
                    <a:pt x="21847" y="58779"/>
                  </a:cubicBezTo>
                  <a:lnTo>
                    <a:pt x="1838" y="63245"/>
                  </a:lnTo>
                  <a:cubicBezTo>
                    <a:pt x="1812" y="63169"/>
                    <a:pt x="1761" y="63066"/>
                    <a:pt x="1710" y="62990"/>
                  </a:cubicBezTo>
                  <a:lnTo>
                    <a:pt x="7019" y="58243"/>
                  </a:lnTo>
                  <a:lnTo>
                    <a:pt x="18070" y="48340"/>
                  </a:lnTo>
                  <a:close/>
                  <a:moveTo>
                    <a:pt x="46272" y="54491"/>
                  </a:moveTo>
                  <a:lnTo>
                    <a:pt x="57196" y="62173"/>
                  </a:lnTo>
                  <a:cubicBezTo>
                    <a:pt x="57145" y="62275"/>
                    <a:pt x="57119" y="62377"/>
                    <a:pt x="57119" y="62479"/>
                  </a:cubicBezTo>
                  <a:cubicBezTo>
                    <a:pt x="57119" y="62505"/>
                    <a:pt x="57119" y="62505"/>
                    <a:pt x="57119" y="62530"/>
                  </a:cubicBezTo>
                  <a:lnTo>
                    <a:pt x="46732" y="64776"/>
                  </a:lnTo>
                  <a:cubicBezTo>
                    <a:pt x="46604" y="64419"/>
                    <a:pt x="46298" y="64164"/>
                    <a:pt x="45915" y="64113"/>
                  </a:cubicBezTo>
                  <a:lnTo>
                    <a:pt x="45685" y="54823"/>
                  </a:lnTo>
                  <a:cubicBezTo>
                    <a:pt x="45915" y="54797"/>
                    <a:pt x="46145" y="54670"/>
                    <a:pt x="46272" y="54491"/>
                  </a:cubicBezTo>
                  <a:close/>
                  <a:moveTo>
                    <a:pt x="99206" y="51607"/>
                  </a:moveTo>
                  <a:lnTo>
                    <a:pt x="118960" y="60872"/>
                  </a:lnTo>
                  <a:cubicBezTo>
                    <a:pt x="118935" y="60948"/>
                    <a:pt x="118935" y="61025"/>
                    <a:pt x="118935" y="61101"/>
                  </a:cubicBezTo>
                  <a:cubicBezTo>
                    <a:pt x="118935" y="61127"/>
                    <a:pt x="118935" y="61127"/>
                    <a:pt x="118935" y="61152"/>
                  </a:cubicBezTo>
                  <a:lnTo>
                    <a:pt x="103009" y="64802"/>
                  </a:lnTo>
                  <a:lnTo>
                    <a:pt x="98772" y="51990"/>
                  </a:lnTo>
                  <a:cubicBezTo>
                    <a:pt x="98951" y="51913"/>
                    <a:pt x="99104" y="51760"/>
                    <a:pt x="99206" y="51607"/>
                  </a:cubicBezTo>
                  <a:close/>
                  <a:moveTo>
                    <a:pt x="34685" y="52219"/>
                  </a:moveTo>
                  <a:lnTo>
                    <a:pt x="44639" y="53827"/>
                  </a:lnTo>
                  <a:cubicBezTo>
                    <a:pt x="44639" y="53853"/>
                    <a:pt x="44639" y="53853"/>
                    <a:pt x="44639" y="53878"/>
                  </a:cubicBezTo>
                  <a:cubicBezTo>
                    <a:pt x="44639" y="54185"/>
                    <a:pt x="44766" y="54440"/>
                    <a:pt x="44996" y="54619"/>
                  </a:cubicBezTo>
                  <a:lnTo>
                    <a:pt x="40989" y="60897"/>
                  </a:lnTo>
                  <a:lnTo>
                    <a:pt x="37493" y="66333"/>
                  </a:lnTo>
                  <a:cubicBezTo>
                    <a:pt x="37416" y="66308"/>
                    <a:pt x="37339" y="66282"/>
                    <a:pt x="37237" y="66257"/>
                  </a:cubicBezTo>
                  <a:lnTo>
                    <a:pt x="34685" y="52219"/>
                  </a:lnTo>
                  <a:close/>
                  <a:moveTo>
                    <a:pt x="34481" y="52270"/>
                  </a:moveTo>
                  <a:lnTo>
                    <a:pt x="37033" y="66282"/>
                  </a:lnTo>
                  <a:cubicBezTo>
                    <a:pt x="36906" y="66308"/>
                    <a:pt x="36778" y="66359"/>
                    <a:pt x="36676" y="66461"/>
                  </a:cubicBezTo>
                  <a:lnTo>
                    <a:pt x="23659" y="59059"/>
                  </a:lnTo>
                  <a:cubicBezTo>
                    <a:pt x="23710" y="58957"/>
                    <a:pt x="23736" y="58830"/>
                    <a:pt x="23736" y="58677"/>
                  </a:cubicBezTo>
                  <a:cubicBezTo>
                    <a:pt x="23736" y="58549"/>
                    <a:pt x="23710" y="58421"/>
                    <a:pt x="23659" y="58319"/>
                  </a:cubicBezTo>
                  <a:lnTo>
                    <a:pt x="34481" y="52270"/>
                  </a:lnTo>
                  <a:close/>
                  <a:moveTo>
                    <a:pt x="97624" y="51683"/>
                  </a:moveTo>
                  <a:cubicBezTo>
                    <a:pt x="97726" y="51811"/>
                    <a:pt x="97879" y="51939"/>
                    <a:pt x="98057" y="51990"/>
                  </a:cubicBezTo>
                  <a:lnTo>
                    <a:pt x="94229" y="66206"/>
                  </a:lnTo>
                  <a:lnTo>
                    <a:pt x="94127" y="66206"/>
                  </a:lnTo>
                  <a:cubicBezTo>
                    <a:pt x="93872" y="66206"/>
                    <a:pt x="93668" y="66333"/>
                    <a:pt x="93540" y="66538"/>
                  </a:cubicBezTo>
                  <a:lnTo>
                    <a:pt x="81162" y="61101"/>
                  </a:lnTo>
                  <a:lnTo>
                    <a:pt x="97624" y="51683"/>
                  </a:lnTo>
                  <a:close/>
                  <a:moveTo>
                    <a:pt x="98593" y="52041"/>
                  </a:moveTo>
                  <a:lnTo>
                    <a:pt x="102805" y="64828"/>
                  </a:lnTo>
                  <a:lnTo>
                    <a:pt x="94791" y="66665"/>
                  </a:lnTo>
                  <a:cubicBezTo>
                    <a:pt x="94714" y="66486"/>
                    <a:pt x="94586" y="66333"/>
                    <a:pt x="94408" y="66257"/>
                  </a:cubicBezTo>
                  <a:lnTo>
                    <a:pt x="98236" y="52041"/>
                  </a:lnTo>
                  <a:cubicBezTo>
                    <a:pt x="98287" y="52066"/>
                    <a:pt x="98338" y="52066"/>
                    <a:pt x="98389" y="52066"/>
                  </a:cubicBezTo>
                  <a:cubicBezTo>
                    <a:pt x="98466" y="52066"/>
                    <a:pt x="98517" y="52066"/>
                    <a:pt x="98593" y="52041"/>
                  </a:cubicBezTo>
                  <a:close/>
                  <a:moveTo>
                    <a:pt x="45149" y="54721"/>
                  </a:moveTo>
                  <a:cubicBezTo>
                    <a:pt x="45251" y="54772"/>
                    <a:pt x="45379" y="54797"/>
                    <a:pt x="45507" y="54823"/>
                  </a:cubicBezTo>
                  <a:lnTo>
                    <a:pt x="45711" y="64138"/>
                  </a:lnTo>
                  <a:cubicBezTo>
                    <a:pt x="45251" y="64189"/>
                    <a:pt x="44894" y="64572"/>
                    <a:pt x="44894" y="65057"/>
                  </a:cubicBezTo>
                  <a:cubicBezTo>
                    <a:pt x="44894" y="65108"/>
                    <a:pt x="44894" y="65134"/>
                    <a:pt x="44894" y="65159"/>
                  </a:cubicBezTo>
                  <a:lnTo>
                    <a:pt x="37850" y="66691"/>
                  </a:lnTo>
                  <a:cubicBezTo>
                    <a:pt x="37799" y="66589"/>
                    <a:pt x="37748" y="66512"/>
                    <a:pt x="37671" y="66461"/>
                  </a:cubicBezTo>
                  <a:lnTo>
                    <a:pt x="40223" y="62454"/>
                  </a:lnTo>
                  <a:lnTo>
                    <a:pt x="45149" y="54721"/>
                  </a:lnTo>
                  <a:close/>
                  <a:moveTo>
                    <a:pt x="74909" y="58906"/>
                  </a:moveTo>
                  <a:cubicBezTo>
                    <a:pt x="74909" y="58957"/>
                    <a:pt x="74960" y="59008"/>
                    <a:pt x="74985" y="59059"/>
                  </a:cubicBezTo>
                  <a:lnTo>
                    <a:pt x="67635" y="68248"/>
                  </a:lnTo>
                  <a:cubicBezTo>
                    <a:pt x="67507" y="68145"/>
                    <a:pt x="67328" y="68094"/>
                    <a:pt x="67150" y="68094"/>
                  </a:cubicBezTo>
                  <a:cubicBezTo>
                    <a:pt x="67022" y="68094"/>
                    <a:pt x="66920" y="68120"/>
                    <a:pt x="66818" y="68145"/>
                  </a:cubicBezTo>
                  <a:lnTo>
                    <a:pt x="63423" y="61382"/>
                  </a:lnTo>
                  <a:lnTo>
                    <a:pt x="74909" y="58906"/>
                  </a:lnTo>
                  <a:close/>
                  <a:moveTo>
                    <a:pt x="63219" y="61408"/>
                  </a:moveTo>
                  <a:lnTo>
                    <a:pt x="66614" y="68248"/>
                  </a:lnTo>
                  <a:cubicBezTo>
                    <a:pt x="66563" y="68299"/>
                    <a:pt x="66486" y="68350"/>
                    <a:pt x="66435" y="68426"/>
                  </a:cubicBezTo>
                  <a:lnTo>
                    <a:pt x="58421" y="62786"/>
                  </a:lnTo>
                  <a:cubicBezTo>
                    <a:pt x="58472" y="62709"/>
                    <a:pt x="58498" y="62582"/>
                    <a:pt x="58498" y="62479"/>
                  </a:cubicBezTo>
                  <a:cubicBezTo>
                    <a:pt x="58498" y="62454"/>
                    <a:pt x="58498" y="62454"/>
                    <a:pt x="58498" y="62428"/>
                  </a:cubicBezTo>
                  <a:lnTo>
                    <a:pt x="63219" y="61408"/>
                  </a:lnTo>
                  <a:close/>
                  <a:moveTo>
                    <a:pt x="75878" y="59008"/>
                  </a:moveTo>
                  <a:lnTo>
                    <a:pt x="80728" y="61127"/>
                  </a:lnTo>
                  <a:lnTo>
                    <a:pt x="67915" y="68477"/>
                  </a:lnTo>
                  <a:cubicBezTo>
                    <a:pt x="67864" y="68452"/>
                    <a:pt x="67839" y="68401"/>
                    <a:pt x="67813" y="68375"/>
                  </a:cubicBezTo>
                  <a:lnTo>
                    <a:pt x="75138" y="59187"/>
                  </a:lnTo>
                  <a:cubicBezTo>
                    <a:pt x="75215" y="59213"/>
                    <a:pt x="75317" y="59238"/>
                    <a:pt x="75419" y="59238"/>
                  </a:cubicBezTo>
                  <a:cubicBezTo>
                    <a:pt x="75598" y="59238"/>
                    <a:pt x="75776" y="59136"/>
                    <a:pt x="75878" y="59008"/>
                  </a:cubicBezTo>
                  <a:close/>
                  <a:moveTo>
                    <a:pt x="80957" y="61229"/>
                  </a:moveTo>
                  <a:lnTo>
                    <a:pt x="93463" y="66716"/>
                  </a:lnTo>
                  <a:cubicBezTo>
                    <a:pt x="93438" y="66767"/>
                    <a:pt x="93438" y="66818"/>
                    <a:pt x="93438" y="66869"/>
                  </a:cubicBezTo>
                  <a:lnTo>
                    <a:pt x="84964" y="67533"/>
                  </a:lnTo>
                  <a:lnTo>
                    <a:pt x="68069" y="68860"/>
                  </a:lnTo>
                  <a:cubicBezTo>
                    <a:pt x="68043" y="68783"/>
                    <a:pt x="68017" y="68732"/>
                    <a:pt x="67992" y="68656"/>
                  </a:cubicBezTo>
                  <a:lnTo>
                    <a:pt x="80957" y="61229"/>
                  </a:lnTo>
                  <a:close/>
                  <a:moveTo>
                    <a:pt x="118986" y="61356"/>
                  </a:moveTo>
                  <a:lnTo>
                    <a:pt x="110997" y="65746"/>
                  </a:lnTo>
                  <a:lnTo>
                    <a:pt x="104515" y="69345"/>
                  </a:lnTo>
                  <a:lnTo>
                    <a:pt x="103060" y="64981"/>
                  </a:lnTo>
                  <a:lnTo>
                    <a:pt x="118986" y="61356"/>
                  </a:lnTo>
                  <a:close/>
                  <a:moveTo>
                    <a:pt x="23557" y="59238"/>
                  </a:moveTo>
                  <a:lnTo>
                    <a:pt x="36548" y="66614"/>
                  </a:lnTo>
                  <a:cubicBezTo>
                    <a:pt x="36497" y="66742"/>
                    <a:pt x="36446" y="66844"/>
                    <a:pt x="36446" y="66997"/>
                  </a:cubicBezTo>
                  <a:cubicBezTo>
                    <a:pt x="36446" y="67227"/>
                    <a:pt x="36574" y="67456"/>
                    <a:pt x="36752" y="67584"/>
                  </a:cubicBezTo>
                  <a:lnTo>
                    <a:pt x="34175" y="72050"/>
                  </a:lnTo>
                  <a:lnTo>
                    <a:pt x="23481" y="59340"/>
                  </a:lnTo>
                  <a:cubicBezTo>
                    <a:pt x="23506" y="59315"/>
                    <a:pt x="23532" y="59264"/>
                    <a:pt x="23557" y="59238"/>
                  </a:cubicBezTo>
                  <a:close/>
                  <a:moveTo>
                    <a:pt x="119088" y="61535"/>
                  </a:moveTo>
                  <a:cubicBezTo>
                    <a:pt x="119088" y="61561"/>
                    <a:pt x="119114" y="61586"/>
                    <a:pt x="119139" y="61612"/>
                  </a:cubicBezTo>
                  <a:lnTo>
                    <a:pt x="111891" y="71412"/>
                  </a:lnTo>
                  <a:lnTo>
                    <a:pt x="107705" y="77078"/>
                  </a:lnTo>
                  <a:cubicBezTo>
                    <a:pt x="107552" y="77002"/>
                    <a:pt x="107399" y="76951"/>
                    <a:pt x="107220" y="76951"/>
                  </a:cubicBezTo>
                  <a:cubicBezTo>
                    <a:pt x="107143" y="76951"/>
                    <a:pt x="107092" y="76951"/>
                    <a:pt x="107016" y="76976"/>
                  </a:cubicBezTo>
                  <a:lnTo>
                    <a:pt x="104566" y="69524"/>
                  </a:lnTo>
                  <a:lnTo>
                    <a:pt x="111431" y="65746"/>
                  </a:lnTo>
                  <a:lnTo>
                    <a:pt x="119088" y="61535"/>
                  </a:lnTo>
                  <a:close/>
                  <a:moveTo>
                    <a:pt x="119981" y="61739"/>
                  </a:moveTo>
                  <a:lnTo>
                    <a:pt x="127664" y="73199"/>
                  </a:lnTo>
                  <a:lnTo>
                    <a:pt x="123172" y="78916"/>
                  </a:lnTo>
                  <a:lnTo>
                    <a:pt x="108164" y="77869"/>
                  </a:lnTo>
                  <a:cubicBezTo>
                    <a:pt x="108164" y="77614"/>
                    <a:pt x="108037" y="77385"/>
                    <a:pt x="107858" y="77206"/>
                  </a:cubicBezTo>
                  <a:lnTo>
                    <a:pt x="119318" y="61739"/>
                  </a:lnTo>
                  <a:cubicBezTo>
                    <a:pt x="119420" y="61790"/>
                    <a:pt x="119547" y="61816"/>
                    <a:pt x="119675" y="61816"/>
                  </a:cubicBezTo>
                  <a:cubicBezTo>
                    <a:pt x="119777" y="61816"/>
                    <a:pt x="119879" y="61790"/>
                    <a:pt x="119981" y="61739"/>
                  </a:cubicBezTo>
                  <a:close/>
                  <a:moveTo>
                    <a:pt x="142288" y="55027"/>
                  </a:moveTo>
                  <a:cubicBezTo>
                    <a:pt x="142288" y="55052"/>
                    <a:pt x="142314" y="55052"/>
                    <a:pt x="142339" y="55052"/>
                  </a:cubicBezTo>
                  <a:lnTo>
                    <a:pt x="132283" y="78916"/>
                  </a:lnTo>
                  <a:cubicBezTo>
                    <a:pt x="132232" y="78916"/>
                    <a:pt x="132156" y="78890"/>
                    <a:pt x="132105" y="78890"/>
                  </a:cubicBezTo>
                  <a:cubicBezTo>
                    <a:pt x="131977" y="78890"/>
                    <a:pt x="131875" y="78916"/>
                    <a:pt x="131773" y="78967"/>
                  </a:cubicBezTo>
                  <a:lnTo>
                    <a:pt x="127919" y="73224"/>
                  </a:lnTo>
                  <a:lnTo>
                    <a:pt x="142288" y="55027"/>
                  </a:lnTo>
                  <a:close/>
                  <a:moveTo>
                    <a:pt x="102881" y="65032"/>
                  </a:moveTo>
                  <a:lnTo>
                    <a:pt x="104336" y="69422"/>
                  </a:lnTo>
                  <a:lnTo>
                    <a:pt x="86955" y="78992"/>
                  </a:lnTo>
                  <a:cubicBezTo>
                    <a:pt x="86930" y="78967"/>
                    <a:pt x="86904" y="78941"/>
                    <a:pt x="86879" y="78916"/>
                  </a:cubicBezTo>
                  <a:lnTo>
                    <a:pt x="91268" y="71770"/>
                  </a:lnTo>
                  <a:lnTo>
                    <a:pt x="93846" y="67558"/>
                  </a:lnTo>
                  <a:cubicBezTo>
                    <a:pt x="93923" y="67609"/>
                    <a:pt x="94025" y="67609"/>
                    <a:pt x="94127" y="67609"/>
                  </a:cubicBezTo>
                  <a:cubicBezTo>
                    <a:pt x="94510" y="67609"/>
                    <a:pt x="94842" y="67303"/>
                    <a:pt x="94842" y="66920"/>
                  </a:cubicBezTo>
                  <a:cubicBezTo>
                    <a:pt x="94842" y="66895"/>
                    <a:pt x="94842" y="66869"/>
                    <a:pt x="94842" y="66844"/>
                  </a:cubicBezTo>
                  <a:lnTo>
                    <a:pt x="102881" y="65032"/>
                  </a:lnTo>
                  <a:close/>
                  <a:moveTo>
                    <a:pt x="104387" y="69626"/>
                  </a:moveTo>
                  <a:lnTo>
                    <a:pt x="106837" y="77053"/>
                  </a:lnTo>
                  <a:cubicBezTo>
                    <a:pt x="106531" y="77180"/>
                    <a:pt x="106301" y="77512"/>
                    <a:pt x="106276" y="77869"/>
                  </a:cubicBezTo>
                  <a:lnTo>
                    <a:pt x="87083" y="79222"/>
                  </a:lnTo>
                  <a:cubicBezTo>
                    <a:pt x="87083" y="79197"/>
                    <a:pt x="87057" y="79197"/>
                    <a:pt x="87057" y="79171"/>
                  </a:cubicBezTo>
                  <a:lnTo>
                    <a:pt x="104387" y="69626"/>
                  </a:lnTo>
                  <a:close/>
                  <a:moveTo>
                    <a:pt x="142518" y="55129"/>
                  </a:moveTo>
                  <a:cubicBezTo>
                    <a:pt x="142569" y="55155"/>
                    <a:pt x="142620" y="55180"/>
                    <a:pt x="142696" y="55180"/>
                  </a:cubicBezTo>
                  <a:lnTo>
                    <a:pt x="142696" y="77818"/>
                  </a:lnTo>
                  <a:lnTo>
                    <a:pt x="132794" y="79426"/>
                  </a:lnTo>
                  <a:cubicBezTo>
                    <a:pt x="132743" y="79248"/>
                    <a:pt x="132640" y="79095"/>
                    <a:pt x="132462" y="78992"/>
                  </a:cubicBezTo>
                  <a:lnTo>
                    <a:pt x="142518" y="55129"/>
                  </a:lnTo>
                  <a:close/>
                  <a:moveTo>
                    <a:pt x="127791" y="73378"/>
                  </a:moveTo>
                  <a:lnTo>
                    <a:pt x="131620" y="79069"/>
                  </a:lnTo>
                  <a:cubicBezTo>
                    <a:pt x="131492" y="79171"/>
                    <a:pt x="131415" y="79324"/>
                    <a:pt x="131364" y="79477"/>
                  </a:cubicBezTo>
                  <a:lnTo>
                    <a:pt x="128914" y="79299"/>
                  </a:lnTo>
                  <a:lnTo>
                    <a:pt x="123401" y="78916"/>
                  </a:lnTo>
                  <a:lnTo>
                    <a:pt x="127791" y="73378"/>
                  </a:lnTo>
                  <a:close/>
                  <a:moveTo>
                    <a:pt x="58319" y="62964"/>
                  </a:moveTo>
                  <a:lnTo>
                    <a:pt x="63959" y="66920"/>
                  </a:lnTo>
                  <a:lnTo>
                    <a:pt x="66307" y="68579"/>
                  </a:lnTo>
                  <a:cubicBezTo>
                    <a:pt x="66231" y="68707"/>
                    <a:pt x="66205" y="68860"/>
                    <a:pt x="66205" y="69039"/>
                  </a:cubicBezTo>
                  <a:cubicBezTo>
                    <a:pt x="66205" y="69447"/>
                    <a:pt x="66461" y="69779"/>
                    <a:pt x="66818" y="69906"/>
                  </a:cubicBezTo>
                  <a:lnTo>
                    <a:pt x="64674" y="78023"/>
                  </a:lnTo>
                  <a:lnTo>
                    <a:pt x="64113" y="80218"/>
                  </a:lnTo>
                  <a:lnTo>
                    <a:pt x="64010" y="80218"/>
                  </a:lnTo>
                  <a:cubicBezTo>
                    <a:pt x="63959" y="80218"/>
                    <a:pt x="63934" y="80218"/>
                    <a:pt x="63883" y="80243"/>
                  </a:cubicBezTo>
                  <a:lnTo>
                    <a:pt x="58115" y="63092"/>
                  </a:lnTo>
                  <a:cubicBezTo>
                    <a:pt x="58191" y="63066"/>
                    <a:pt x="58268" y="63015"/>
                    <a:pt x="58319" y="62964"/>
                  </a:cubicBezTo>
                  <a:close/>
                  <a:moveTo>
                    <a:pt x="57145" y="62735"/>
                  </a:moveTo>
                  <a:cubicBezTo>
                    <a:pt x="57247" y="62990"/>
                    <a:pt x="57502" y="63169"/>
                    <a:pt x="57808" y="63169"/>
                  </a:cubicBezTo>
                  <a:lnTo>
                    <a:pt x="57936" y="63169"/>
                  </a:lnTo>
                  <a:lnTo>
                    <a:pt x="63704" y="80294"/>
                  </a:lnTo>
                  <a:cubicBezTo>
                    <a:pt x="63628" y="80320"/>
                    <a:pt x="63577" y="80371"/>
                    <a:pt x="63551" y="80396"/>
                  </a:cubicBezTo>
                  <a:lnTo>
                    <a:pt x="46604" y="65619"/>
                  </a:lnTo>
                  <a:cubicBezTo>
                    <a:pt x="46706" y="65440"/>
                    <a:pt x="46783" y="65261"/>
                    <a:pt x="46783" y="65057"/>
                  </a:cubicBezTo>
                  <a:cubicBezTo>
                    <a:pt x="46783" y="65032"/>
                    <a:pt x="46783" y="65006"/>
                    <a:pt x="46757" y="64955"/>
                  </a:cubicBezTo>
                  <a:lnTo>
                    <a:pt x="57145" y="62735"/>
                  </a:lnTo>
                  <a:close/>
                  <a:moveTo>
                    <a:pt x="93438" y="67073"/>
                  </a:moveTo>
                  <a:cubicBezTo>
                    <a:pt x="93438" y="67073"/>
                    <a:pt x="93463" y="67099"/>
                    <a:pt x="93463" y="67125"/>
                  </a:cubicBezTo>
                  <a:lnTo>
                    <a:pt x="79426" y="73658"/>
                  </a:lnTo>
                  <a:lnTo>
                    <a:pt x="64623" y="80549"/>
                  </a:lnTo>
                  <a:cubicBezTo>
                    <a:pt x="64546" y="80422"/>
                    <a:pt x="64444" y="80320"/>
                    <a:pt x="64291" y="80269"/>
                  </a:cubicBezTo>
                  <a:lnTo>
                    <a:pt x="66205" y="72969"/>
                  </a:lnTo>
                  <a:lnTo>
                    <a:pt x="66997" y="69958"/>
                  </a:lnTo>
                  <a:cubicBezTo>
                    <a:pt x="67048" y="69983"/>
                    <a:pt x="67099" y="69983"/>
                    <a:pt x="67124" y="69983"/>
                  </a:cubicBezTo>
                  <a:cubicBezTo>
                    <a:pt x="67660" y="69983"/>
                    <a:pt x="68069" y="69575"/>
                    <a:pt x="68069" y="69064"/>
                  </a:cubicBezTo>
                  <a:lnTo>
                    <a:pt x="87670" y="67507"/>
                  </a:lnTo>
                  <a:lnTo>
                    <a:pt x="93438" y="67073"/>
                  </a:lnTo>
                  <a:close/>
                  <a:moveTo>
                    <a:pt x="93540" y="67303"/>
                  </a:moveTo>
                  <a:cubicBezTo>
                    <a:pt x="93566" y="67354"/>
                    <a:pt x="93617" y="67405"/>
                    <a:pt x="93693" y="67456"/>
                  </a:cubicBezTo>
                  <a:lnTo>
                    <a:pt x="86725" y="78814"/>
                  </a:lnTo>
                  <a:cubicBezTo>
                    <a:pt x="86649" y="78788"/>
                    <a:pt x="86572" y="78763"/>
                    <a:pt x="86496" y="78763"/>
                  </a:cubicBezTo>
                  <a:cubicBezTo>
                    <a:pt x="86190" y="78763"/>
                    <a:pt x="85934" y="78992"/>
                    <a:pt x="85909" y="79299"/>
                  </a:cubicBezTo>
                  <a:lnTo>
                    <a:pt x="64725" y="80805"/>
                  </a:lnTo>
                  <a:cubicBezTo>
                    <a:pt x="64725" y="80779"/>
                    <a:pt x="64725" y="80754"/>
                    <a:pt x="64700" y="80728"/>
                  </a:cubicBezTo>
                  <a:lnTo>
                    <a:pt x="79656" y="73760"/>
                  </a:lnTo>
                  <a:lnTo>
                    <a:pt x="93540" y="67303"/>
                  </a:lnTo>
                  <a:close/>
                  <a:moveTo>
                    <a:pt x="23328" y="59468"/>
                  </a:moveTo>
                  <a:lnTo>
                    <a:pt x="34073" y="72229"/>
                  </a:lnTo>
                  <a:lnTo>
                    <a:pt x="28432" y="82081"/>
                  </a:lnTo>
                  <a:cubicBezTo>
                    <a:pt x="28304" y="82030"/>
                    <a:pt x="28177" y="81979"/>
                    <a:pt x="28049" y="81979"/>
                  </a:cubicBezTo>
                  <a:cubicBezTo>
                    <a:pt x="27998" y="81979"/>
                    <a:pt x="27973" y="82004"/>
                    <a:pt x="27947" y="82004"/>
                  </a:cubicBezTo>
                  <a:lnTo>
                    <a:pt x="24323" y="65312"/>
                  </a:lnTo>
                  <a:lnTo>
                    <a:pt x="23072" y="59570"/>
                  </a:lnTo>
                  <a:cubicBezTo>
                    <a:pt x="23174" y="59544"/>
                    <a:pt x="23251" y="59519"/>
                    <a:pt x="23328" y="59468"/>
                  </a:cubicBezTo>
                  <a:close/>
                  <a:moveTo>
                    <a:pt x="21898" y="58983"/>
                  </a:moveTo>
                  <a:cubicBezTo>
                    <a:pt x="22026" y="59366"/>
                    <a:pt x="22383" y="59621"/>
                    <a:pt x="22792" y="59621"/>
                  </a:cubicBezTo>
                  <a:lnTo>
                    <a:pt x="22894" y="59621"/>
                  </a:lnTo>
                  <a:lnTo>
                    <a:pt x="27743" y="82055"/>
                  </a:lnTo>
                  <a:cubicBezTo>
                    <a:pt x="27590" y="82106"/>
                    <a:pt x="27437" y="82183"/>
                    <a:pt x="27335" y="82310"/>
                  </a:cubicBezTo>
                  <a:lnTo>
                    <a:pt x="1761" y="64011"/>
                  </a:lnTo>
                  <a:cubicBezTo>
                    <a:pt x="1838" y="63883"/>
                    <a:pt x="1889" y="63730"/>
                    <a:pt x="1889" y="63551"/>
                  </a:cubicBezTo>
                  <a:cubicBezTo>
                    <a:pt x="1889" y="63526"/>
                    <a:pt x="1889" y="63475"/>
                    <a:pt x="1889" y="63449"/>
                  </a:cubicBezTo>
                  <a:lnTo>
                    <a:pt x="21898" y="58983"/>
                  </a:lnTo>
                  <a:close/>
                  <a:moveTo>
                    <a:pt x="1659" y="64189"/>
                  </a:moveTo>
                  <a:lnTo>
                    <a:pt x="20061" y="77359"/>
                  </a:lnTo>
                  <a:lnTo>
                    <a:pt x="27207" y="82464"/>
                  </a:lnTo>
                  <a:cubicBezTo>
                    <a:pt x="27181" y="82515"/>
                    <a:pt x="27156" y="82566"/>
                    <a:pt x="27156" y="82617"/>
                  </a:cubicBezTo>
                  <a:lnTo>
                    <a:pt x="1582" y="76746"/>
                  </a:lnTo>
                  <a:cubicBezTo>
                    <a:pt x="1582" y="76721"/>
                    <a:pt x="1582" y="76721"/>
                    <a:pt x="1582" y="76695"/>
                  </a:cubicBezTo>
                  <a:cubicBezTo>
                    <a:pt x="1582" y="76389"/>
                    <a:pt x="1353" y="76108"/>
                    <a:pt x="1046" y="76057"/>
                  </a:cubicBezTo>
                  <a:lnTo>
                    <a:pt x="1046" y="64496"/>
                  </a:lnTo>
                  <a:cubicBezTo>
                    <a:pt x="1276" y="64470"/>
                    <a:pt x="1506" y="64343"/>
                    <a:pt x="1659" y="64189"/>
                  </a:cubicBezTo>
                  <a:close/>
                  <a:moveTo>
                    <a:pt x="142339" y="78074"/>
                  </a:moveTo>
                  <a:lnTo>
                    <a:pt x="132283" y="84684"/>
                  </a:lnTo>
                  <a:cubicBezTo>
                    <a:pt x="132130" y="84531"/>
                    <a:pt x="131951" y="84403"/>
                    <a:pt x="131747" y="84378"/>
                  </a:cubicBezTo>
                  <a:lnTo>
                    <a:pt x="132130" y="80371"/>
                  </a:lnTo>
                  <a:cubicBezTo>
                    <a:pt x="132513" y="80345"/>
                    <a:pt x="132845" y="80039"/>
                    <a:pt x="132845" y="79631"/>
                  </a:cubicBezTo>
                  <a:cubicBezTo>
                    <a:pt x="132819" y="79631"/>
                    <a:pt x="132819" y="79605"/>
                    <a:pt x="132819" y="79605"/>
                  </a:cubicBezTo>
                  <a:lnTo>
                    <a:pt x="142339" y="78074"/>
                  </a:lnTo>
                  <a:close/>
                  <a:moveTo>
                    <a:pt x="142671" y="78074"/>
                  </a:moveTo>
                  <a:lnTo>
                    <a:pt x="142671" y="82489"/>
                  </a:lnTo>
                  <a:lnTo>
                    <a:pt x="142696" y="82489"/>
                  </a:lnTo>
                  <a:lnTo>
                    <a:pt x="132436" y="84965"/>
                  </a:lnTo>
                  <a:cubicBezTo>
                    <a:pt x="132411" y="84939"/>
                    <a:pt x="132411" y="84888"/>
                    <a:pt x="132385" y="84863"/>
                  </a:cubicBezTo>
                  <a:lnTo>
                    <a:pt x="142671" y="78074"/>
                  </a:lnTo>
                  <a:close/>
                  <a:moveTo>
                    <a:pt x="106301" y="78074"/>
                  </a:moveTo>
                  <a:cubicBezTo>
                    <a:pt x="106301" y="78099"/>
                    <a:pt x="106327" y="78125"/>
                    <a:pt x="106327" y="78176"/>
                  </a:cubicBezTo>
                  <a:lnTo>
                    <a:pt x="87874" y="85807"/>
                  </a:lnTo>
                  <a:lnTo>
                    <a:pt x="86700" y="79937"/>
                  </a:lnTo>
                  <a:cubicBezTo>
                    <a:pt x="86904" y="79835"/>
                    <a:pt x="87057" y="79656"/>
                    <a:pt x="87083" y="79426"/>
                  </a:cubicBezTo>
                  <a:lnTo>
                    <a:pt x="94535" y="78890"/>
                  </a:lnTo>
                  <a:lnTo>
                    <a:pt x="106301" y="78074"/>
                  </a:lnTo>
                  <a:close/>
                  <a:moveTo>
                    <a:pt x="37493" y="67660"/>
                  </a:moveTo>
                  <a:lnTo>
                    <a:pt x="45941" y="86011"/>
                  </a:lnTo>
                  <a:lnTo>
                    <a:pt x="34328" y="72203"/>
                  </a:lnTo>
                  <a:lnTo>
                    <a:pt x="36931" y="67686"/>
                  </a:lnTo>
                  <a:cubicBezTo>
                    <a:pt x="37008" y="67712"/>
                    <a:pt x="37084" y="67737"/>
                    <a:pt x="37186" y="67737"/>
                  </a:cubicBezTo>
                  <a:cubicBezTo>
                    <a:pt x="37288" y="67737"/>
                    <a:pt x="37390" y="67712"/>
                    <a:pt x="37493" y="67660"/>
                  </a:cubicBezTo>
                  <a:close/>
                  <a:moveTo>
                    <a:pt x="44945" y="65363"/>
                  </a:moveTo>
                  <a:cubicBezTo>
                    <a:pt x="45047" y="65695"/>
                    <a:pt x="45379" y="65976"/>
                    <a:pt x="45762" y="66002"/>
                  </a:cubicBezTo>
                  <a:lnTo>
                    <a:pt x="46221" y="86011"/>
                  </a:lnTo>
                  <a:cubicBezTo>
                    <a:pt x="46196" y="86011"/>
                    <a:pt x="46196" y="86037"/>
                    <a:pt x="46170" y="86037"/>
                  </a:cubicBezTo>
                  <a:lnTo>
                    <a:pt x="37646" y="67533"/>
                  </a:lnTo>
                  <a:cubicBezTo>
                    <a:pt x="37824" y="67405"/>
                    <a:pt x="37901" y="67201"/>
                    <a:pt x="37901" y="66997"/>
                  </a:cubicBezTo>
                  <a:cubicBezTo>
                    <a:pt x="37901" y="66946"/>
                    <a:pt x="37901" y="66920"/>
                    <a:pt x="37901" y="66869"/>
                  </a:cubicBezTo>
                  <a:lnTo>
                    <a:pt x="44945" y="65363"/>
                  </a:lnTo>
                  <a:close/>
                  <a:moveTo>
                    <a:pt x="46476" y="65746"/>
                  </a:moveTo>
                  <a:lnTo>
                    <a:pt x="63398" y="80549"/>
                  </a:lnTo>
                  <a:cubicBezTo>
                    <a:pt x="63321" y="80651"/>
                    <a:pt x="63296" y="80805"/>
                    <a:pt x="63296" y="80958"/>
                  </a:cubicBezTo>
                  <a:cubicBezTo>
                    <a:pt x="63296" y="80983"/>
                    <a:pt x="63296" y="81034"/>
                    <a:pt x="63296" y="81085"/>
                  </a:cubicBezTo>
                  <a:lnTo>
                    <a:pt x="54031" y="84046"/>
                  </a:lnTo>
                  <a:lnTo>
                    <a:pt x="46885" y="86343"/>
                  </a:lnTo>
                  <a:cubicBezTo>
                    <a:pt x="46808" y="86164"/>
                    <a:pt x="46630" y="86037"/>
                    <a:pt x="46425" y="86011"/>
                  </a:cubicBezTo>
                  <a:lnTo>
                    <a:pt x="46272" y="80166"/>
                  </a:lnTo>
                  <a:lnTo>
                    <a:pt x="45941" y="66002"/>
                  </a:lnTo>
                  <a:cubicBezTo>
                    <a:pt x="46145" y="65976"/>
                    <a:pt x="46323" y="65874"/>
                    <a:pt x="46476" y="65746"/>
                  </a:cubicBezTo>
                  <a:close/>
                  <a:moveTo>
                    <a:pt x="34226" y="72408"/>
                  </a:moveTo>
                  <a:lnTo>
                    <a:pt x="45864" y="86215"/>
                  </a:lnTo>
                  <a:cubicBezTo>
                    <a:pt x="45813" y="86266"/>
                    <a:pt x="45787" y="86343"/>
                    <a:pt x="45762" y="86419"/>
                  </a:cubicBezTo>
                  <a:lnTo>
                    <a:pt x="28968" y="83025"/>
                  </a:lnTo>
                  <a:cubicBezTo>
                    <a:pt x="28968" y="82999"/>
                    <a:pt x="28994" y="82974"/>
                    <a:pt x="28994" y="82948"/>
                  </a:cubicBezTo>
                  <a:cubicBezTo>
                    <a:pt x="28994" y="82617"/>
                    <a:pt x="28815" y="82361"/>
                    <a:pt x="28585" y="82183"/>
                  </a:cubicBezTo>
                  <a:lnTo>
                    <a:pt x="34226" y="72408"/>
                  </a:lnTo>
                  <a:close/>
                  <a:moveTo>
                    <a:pt x="85909" y="79503"/>
                  </a:moveTo>
                  <a:cubicBezTo>
                    <a:pt x="85934" y="79631"/>
                    <a:pt x="86011" y="79733"/>
                    <a:pt x="86113" y="79809"/>
                  </a:cubicBezTo>
                  <a:lnTo>
                    <a:pt x="81059" y="88053"/>
                  </a:lnTo>
                  <a:cubicBezTo>
                    <a:pt x="80932" y="87976"/>
                    <a:pt x="80804" y="87951"/>
                    <a:pt x="80651" y="87951"/>
                  </a:cubicBezTo>
                  <a:cubicBezTo>
                    <a:pt x="80319" y="87951"/>
                    <a:pt x="80013" y="88129"/>
                    <a:pt x="79860" y="88410"/>
                  </a:cubicBezTo>
                  <a:lnTo>
                    <a:pt x="72509" y="84888"/>
                  </a:lnTo>
                  <a:lnTo>
                    <a:pt x="64700" y="81162"/>
                  </a:lnTo>
                  <a:cubicBezTo>
                    <a:pt x="64725" y="81111"/>
                    <a:pt x="64751" y="81060"/>
                    <a:pt x="64751" y="81009"/>
                  </a:cubicBezTo>
                  <a:lnTo>
                    <a:pt x="85909" y="79503"/>
                  </a:lnTo>
                  <a:close/>
                  <a:moveTo>
                    <a:pt x="86266" y="79911"/>
                  </a:moveTo>
                  <a:cubicBezTo>
                    <a:pt x="86343" y="79937"/>
                    <a:pt x="86419" y="79962"/>
                    <a:pt x="86496" y="79962"/>
                  </a:cubicBezTo>
                  <a:lnTo>
                    <a:pt x="86521" y="79962"/>
                  </a:lnTo>
                  <a:lnTo>
                    <a:pt x="87695" y="85884"/>
                  </a:lnTo>
                  <a:lnTo>
                    <a:pt x="84326" y="87262"/>
                  </a:lnTo>
                  <a:lnTo>
                    <a:pt x="81493" y="88436"/>
                  </a:lnTo>
                  <a:cubicBezTo>
                    <a:pt x="81417" y="88334"/>
                    <a:pt x="81340" y="88232"/>
                    <a:pt x="81238" y="88155"/>
                  </a:cubicBezTo>
                  <a:lnTo>
                    <a:pt x="86266" y="79911"/>
                  </a:lnTo>
                  <a:close/>
                  <a:moveTo>
                    <a:pt x="108164" y="78074"/>
                  </a:moveTo>
                  <a:lnTo>
                    <a:pt x="110793" y="78252"/>
                  </a:lnTo>
                  <a:lnTo>
                    <a:pt x="123018" y="79095"/>
                  </a:lnTo>
                  <a:lnTo>
                    <a:pt x="115617" y="88487"/>
                  </a:lnTo>
                  <a:cubicBezTo>
                    <a:pt x="115464" y="88385"/>
                    <a:pt x="115285" y="88334"/>
                    <a:pt x="115107" y="88334"/>
                  </a:cubicBezTo>
                  <a:cubicBezTo>
                    <a:pt x="114953" y="88334"/>
                    <a:pt x="114800" y="88385"/>
                    <a:pt x="114647" y="88461"/>
                  </a:cubicBezTo>
                  <a:lnTo>
                    <a:pt x="112912" y="85909"/>
                  </a:lnTo>
                  <a:lnTo>
                    <a:pt x="107858" y="78610"/>
                  </a:lnTo>
                  <a:cubicBezTo>
                    <a:pt x="108011" y="78482"/>
                    <a:pt x="108113" y="78278"/>
                    <a:pt x="108164" y="78074"/>
                  </a:cubicBezTo>
                  <a:close/>
                  <a:moveTo>
                    <a:pt x="123274" y="79120"/>
                  </a:moveTo>
                  <a:lnTo>
                    <a:pt x="131364" y="79682"/>
                  </a:lnTo>
                  <a:cubicBezTo>
                    <a:pt x="131364" y="79758"/>
                    <a:pt x="131390" y="79835"/>
                    <a:pt x="131415" y="79886"/>
                  </a:cubicBezTo>
                  <a:lnTo>
                    <a:pt x="124244" y="83969"/>
                  </a:lnTo>
                  <a:lnTo>
                    <a:pt x="115872" y="88742"/>
                  </a:lnTo>
                  <a:cubicBezTo>
                    <a:pt x="115847" y="88691"/>
                    <a:pt x="115796" y="88640"/>
                    <a:pt x="115770" y="88614"/>
                  </a:cubicBezTo>
                  <a:lnTo>
                    <a:pt x="123274" y="79120"/>
                  </a:lnTo>
                  <a:close/>
                  <a:moveTo>
                    <a:pt x="131517" y="80064"/>
                  </a:moveTo>
                  <a:cubicBezTo>
                    <a:pt x="131620" y="80192"/>
                    <a:pt x="131747" y="80294"/>
                    <a:pt x="131926" y="80345"/>
                  </a:cubicBezTo>
                  <a:lnTo>
                    <a:pt x="131543" y="84352"/>
                  </a:lnTo>
                  <a:cubicBezTo>
                    <a:pt x="131007" y="84352"/>
                    <a:pt x="130599" y="84761"/>
                    <a:pt x="130599" y="85296"/>
                  </a:cubicBezTo>
                  <a:cubicBezTo>
                    <a:pt x="130599" y="85322"/>
                    <a:pt x="130599" y="85373"/>
                    <a:pt x="130624" y="85424"/>
                  </a:cubicBezTo>
                  <a:lnTo>
                    <a:pt x="116000" y="88972"/>
                  </a:lnTo>
                  <a:cubicBezTo>
                    <a:pt x="115974" y="88946"/>
                    <a:pt x="115974" y="88921"/>
                    <a:pt x="115974" y="88895"/>
                  </a:cubicBezTo>
                  <a:lnTo>
                    <a:pt x="130190" y="80830"/>
                  </a:lnTo>
                  <a:lnTo>
                    <a:pt x="131517" y="80064"/>
                  </a:lnTo>
                  <a:close/>
                  <a:moveTo>
                    <a:pt x="64623" y="81341"/>
                  </a:moveTo>
                  <a:lnTo>
                    <a:pt x="68120" y="83025"/>
                  </a:lnTo>
                  <a:lnTo>
                    <a:pt x="79758" y="88589"/>
                  </a:lnTo>
                  <a:cubicBezTo>
                    <a:pt x="79732" y="88691"/>
                    <a:pt x="79707" y="88793"/>
                    <a:pt x="79707" y="88895"/>
                  </a:cubicBezTo>
                  <a:cubicBezTo>
                    <a:pt x="79707" y="88946"/>
                    <a:pt x="79732" y="88997"/>
                    <a:pt x="79732" y="89074"/>
                  </a:cubicBezTo>
                  <a:lnTo>
                    <a:pt x="70570" y="91805"/>
                  </a:lnTo>
                  <a:lnTo>
                    <a:pt x="64470" y="81519"/>
                  </a:lnTo>
                  <a:cubicBezTo>
                    <a:pt x="64521" y="81468"/>
                    <a:pt x="64572" y="81417"/>
                    <a:pt x="64623" y="81341"/>
                  </a:cubicBezTo>
                  <a:close/>
                  <a:moveTo>
                    <a:pt x="64291" y="81621"/>
                  </a:moveTo>
                  <a:lnTo>
                    <a:pt x="70391" y="91856"/>
                  </a:lnTo>
                  <a:lnTo>
                    <a:pt x="63194" y="94025"/>
                  </a:lnTo>
                  <a:cubicBezTo>
                    <a:pt x="63092" y="93847"/>
                    <a:pt x="62939" y="93744"/>
                    <a:pt x="62760" y="93719"/>
                  </a:cubicBezTo>
                  <a:lnTo>
                    <a:pt x="64036" y="81672"/>
                  </a:lnTo>
                  <a:cubicBezTo>
                    <a:pt x="64138" y="81672"/>
                    <a:pt x="64215" y="81672"/>
                    <a:pt x="64291" y="81621"/>
                  </a:cubicBezTo>
                  <a:close/>
                  <a:moveTo>
                    <a:pt x="63372" y="81264"/>
                  </a:moveTo>
                  <a:cubicBezTo>
                    <a:pt x="63398" y="81341"/>
                    <a:pt x="63449" y="81417"/>
                    <a:pt x="63526" y="81494"/>
                  </a:cubicBezTo>
                  <a:lnTo>
                    <a:pt x="53470" y="96322"/>
                  </a:lnTo>
                  <a:cubicBezTo>
                    <a:pt x="53342" y="96246"/>
                    <a:pt x="53189" y="96220"/>
                    <a:pt x="53036" y="96220"/>
                  </a:cubicBezTo>
                  <a:cubicBezTo>
                    <a:pt x="52883" y="96220"/>
                    <a:pt x="52730" y="96246"/>
                    <a:pt x="52602" y="96322"/>
                  </a:cubicBezTo>
                  <a:lnTo>
                    <a:pt x="46757" y="87083"/>
                  </a:lnTo>
                  <a:cubicBezTo>
                    <a:pt x="46885" y="86981"/>
                    <a:pt x="46961" y="86802"/>
                    <a:pt x="46961" y="86624"/>
                  </a:cubicBezTo>
                  <a:cubicBezTo>
                    <a:pt x="46961" y="86598"/>
                    <a:pt x="46961" y="86573"/>
                    <a:pt x="46961" y="86522"/>
                  </a:cubicBezTo>
                  <a:lnTo>
                    <a:pt x="54108" y="84225"/>
                  </a:lnTo>
                  <a:lnTo>
                    <a:pt x="63372" y="81264"/>
                  </a:lnTo>
                  <a:close/>
                  <a:moveTo>
                    <a:pt x="63704" y="81596"/>
                  </a:moveTo>
                  <a:cubicBezTo>
                    <a:pt x="63730" y="81621"/>
                    <a:pt x="63781" y="81647"/>
                    <a:pt x="63832" y="81672"/>
                  </a:cubicBezTo>
                  <a:lnTo>
                    <a:pt x="62556" y="93719"/>
                  </a:lnTo>
                  <a:cubicBezTo>
                    <a:pt x="62249" y="93770"/>
                    <a:pt x="62020" y="94025"/>
                    <a:pt x="62020" y="94331"/>
                  </a:cubicBezTo>
                  <a:cubicBezTo>
                    <a:pt x="62020" y="94331"/>
                    <a:pt x="62020" y="94357"/>
                    <a:pt x="62020" y="94357"/>
                  </a:cubicBezTo>
                  <a:lnTo>
                    <a:pt x="53904" y="96782"/>
                  </a:lnTo>
                  <a:cubicBezTo>
                    <a:pt x="53852" y="96654"/>
                    <a:pt x="53750" y="96526"/>
                    <a:pt x="53623" y="96424"/>
                  </a:cubicBezTo>
                  <a:lnTo>
                    <a:pt x="63704" y="81596"/>
                  </a:lnTo>
                  <a:close/>
                  <a:moveTo>
                    <a:pt x="130650" y="85603"/>
                  </a:moveTo>
                  <a:cubicBezTo>
                    <a:pt x="130777" y="85909"/>
                    <a:pt x="131033" y="86139"/>
                    <a:pt x="131364" y="86215"/>
                  </a:cubicBezTo>
                  <a:lnTo>
                    <a:pt x="130292" y="97011"/>
                  </a:lnTo>
                  <a:lnTo>
                    <a:pt x="115974" y="89635"/>
                  </a:lnTo>
                  <a:cubicBezTo>
                    <a:pt x="116025" y="89533"/>
                    <a:pt x="116051" y="89406"/>
                    <a:pt x="116051" y="89278"/>
                  </a:cubicBezTo>
                  <a:cubicBezTo>
                    <a:pt x="116051" y="89252"/>
                    <a:pt x="116051" y="89201"/>
                    <a:pt x="116025" y="89150"/>
                  </a:cubicBezTo>
                  <a:lnTo>
                    <a:pt x="130650" y="85603"/>
                  </a:lnTo>
                  <a:close/>
                  <a:moveTo>
                    <a:pt x="106403" y="78354"/>
                  </a:moveTo>
                  <a:cubicBezTo>
                    <a:pt x="106454" y="78456"/>
                    <a:pt x="106531" y="78559"/>
                    <a:pt x="106633" y="78635"/>
                  </a:cubicBezTo>
                  <a:lnTo>
                    <a:pt x="105357" y="80626"/>
                  </a:lnTo>
                  <a:lnTo>
                    <a:pt x="91422" y="102269"/>
                  </a:lnTo>
                  <a:cubicBezTo>
                    <a:pt x="91345" y="102243"/>
                    <a:pt x="91243" y="102218"/>
                    <a:pt x="91141" y="102218"/>
                  </a:cubicBezTo>
                  <a:lnTo>
                    <a:pt x="91115" y="102218"/>
                  </a:lnTo>
                  <a:lnTo>
                    <a:pt x="87925" y="86011"/>
                  </a:lnTo>
                  <a:lnTo>
                    <a:pt x="106403" y="78354"/>
                  </a:lnTo>
                  <a:close/>
                  <a:moveTo>
                    <a:pt x="87721" y="86088"/>
                  </a:moveTo>
                  <a:lnTo>
                    <a:pt x="89431" y="94689"/>
                  </a:lnTo>
                  <a:lnTo>
                    <a:pt x="90937" y="102269"/>
                  </a:lnTo>
                  <a:cubicBezTo>
                    <a:pt x="90886" y="102269"/>
                    <a:pt x="90860" y="102294"/>
                    <a:pt x="90835" y="102294"/>
                  </a:cubicBezTo>
                  <a:lnTo>
                    <a:pt x="84122" y="93336"/>
                  </a:lnTo>
                  <a:lnTo>
                    <a:pt x="81289" y="89584"/>
                  </a:lnTo>
                  <a:cubicBezTo>
                    <a:pt x="81493" y="89406"/>
                    <a:pt x="81595" y="89176"/>
                    <a:pt x="81595" y="88895"/>
                  </a:cubicBezTo>
                  <a:cubicBezTo>
                    <a:pt x="81595" y="88793"/>
                    <a:pt x="81595" y="88717"/>
                    <a:pt x="81570" y="88640"/>
                  </a:cubicBezTo>
                  <a:lnTo>
                    <a:pt x="86700" y="86522"/>
                  </a:lnTo>
                  <a:lnTo>
                    <a:pt x="87721" y="86088"/>
                  </a:lnTo>
                  <a:close/>
                  <a:moveTo>
                    <a:pt x="107679" y="78737"/>
                  </a:moveTo>
                  <a:lnTo>
                    <a:pt x="109185" y="80881"/>
                  </a:lnTo>
                  <a:lnTo>
                    <a:pt x="114494" y="88563"/>
                  </a:lnTo>
                  <a:cubicBezTo>
                    <a:pt x="114290" y="88742"/>
                    <a:pt x="114162" y="88997"/>
                    <a:pt x="114162" y="89278"/>
                  </a:cubicBezTo>
                  <a:cubicBezTo>
                    <a:pt x="114162" y="89431"/>
                    <a:pt x="114188" y="89559"/>
                    <a:pt x="114239" y="89661"/>
                  </a:cubicBezTo>
                  <a:lnTo>
                    <a:pt x="91677" y="102473"/>
                  </a:lnTo>
                  <a:cubicBezTo>
                    <a:pt x="91651" y="102448"/>
                    <a:pt x="91626" y="102422"/>
                    <a:pt x="91600" y="102397"/>
                  </a:cubicBezTo>
                  <a:lnTo>
                    <a:pt x="106812" y="78737"/>
                  </a:lnTo>
                  <a:cubicBezTo>
                    <a:pt x="106939" y="78814"/>
                    <a:pt x="107067" y="78839"/>
                    <a:pt x="107220" y="78839"/>
                  </a:cubicBezTo>
                  <a:cubicBezTo>
                    <a:pt x="107399" y="78839"/>
                    <a:pt x="107552" y="78814"/>
                    <a:pt x="107679" y="78737"/>
                  </a:cubicBezTo>
                  <a:close/>
                  <a:moveTo>
                    <a:pt x="142671" y="82693"/>
                  </a:moveTo>
                  <a:lnTo>
                    <a:pt x="142671" y="102830"/>
                  </a:lnTo>
                  <a:lnTo>
                    <a:pt x="142696" y="102830"/>
                  </a:lnTo>
                  <a:cubicBezTo>
                    <a:pt x="142492" y="102856"/>
                    <a:pt x="142314" y="102984"/>
                    <a:pt x="142186" y="103137"/>
                  </a:cubicBezTo>
                  <a:lnTo>
                    <a:pt x="130497" y="97113"/>
                  </a:lnTo>
                  <a:lnTo>
                    <a:pt x="131543" y="86241"/>
                  </a:lnTo>
                  <a:cubicBezTo>
                    <a:pt x="132079" y="86241"/>
                    <a:pt x="132487" y="85807"/>
                    <a:pt x="132487" y="85296"/>
                  </a:cubicBezTo>
                  <a:cubicBezTo>
                    <a:pt x="132487" y="85245"/>
                    <a:pt x="132487" y="85220"/>
                    <a:pt x="132462" y="85169"/>
                  </a:cubicBezTo>
                  <a:lnTo>
                    <a:pt x="142671" y="82693"/>
                  </a:lnTo>
                  <a:close/>
                  <a:moveTo>
                    <a:pt x="114341" y="89839"/>
                  </a:moveTo>
                  <a:cubicBezTo>
                    <a:pt x="114417" y="89942"/>
                    <a:pt x="114545" y="90044"/>
                    <a:pt x="114673" y="90120"/>
                  </a:cubicBezTo>
                  <a:lnTo>
                    <a:pt x="108802" y="105893"/>
                  </a:lnTo>
                  <a:lnTo>
                    <a:pt x="100074" y="104362"/>
                  </a:lnTo>
                  <a:lnTo>
                    <a:pt x="91830" y="102907"/>
                  </a:lnTo>
                  <a:cubicBezTo>
                    <a:pt x="91830" y="102907"/>
                    <a:pt x="91830" y="102907"/>
                    <a:pt x="91830" y="102881"/>
                  </a:cubicBezTo>
                  <a:cubicBezTo>
                    <a:pt x="91830" y="102805"/>
                    <a:pt x="91804" y="102728"/>
                    <a:pt x="91779" y="102652"/>
                  </a:cubicBezTo>
                  <a:lnTo>
                    <a:pt x="114341" y="89839"/>
                  </a:lnTo>
                  <a:close/>
                  <a:moveTo>
                    <a:pt x="115898" y="89814"/>
                  </a:moveTo>
                  <a:lnTo>
                    <a:pt x="130267" y="97215"/>
                  </a:lnTo>
                  <a:lnTo>
                    <a:pt x="129144" y="108930"/>
                  </a:lnTo>
                  <a:cubicBezTo>
                    <a:pt x="129042" y="108930"/>
                    <a:pt x="128940" y="108956"/>
                    <a:pt x="128863" y="109007"/>
                  </a:cubicBezTo>
                  <a:lnTo>
                    <a:pt x="115719" y="89993"/>
                  </a:lnTo>
                  <a:cubicBezTo>
                    <a:pt x="115770" y="89942"/>
                    <a:pt x="115847" y="89865"/>
                    <a:pt x="115898" y="89814"/>
                  </a:cubicBezTo>
                  <a:close/>
                  <a:moveTo>
                    <a:pt x="70493" y="92034"/>
                  </a:moveTo>
                  <a:lnTo>
                    <a:pt x="80651" y="109160"/>
                  </a:lnTo>
                  <a:lnTo>
                    <a:pt x="63117" y="94740"/>
                  </a:lnTo>
                  <a:cubicBezTo>
                    <a:pt x="63219" y="94638"/>
                    <a:pt x="63270" y="94485"/>
                    <a:pt x="63270" y="94331"/>
                  </a:cubicBezTo>
                  <a:cubicBezTo>
                    <a:pt x="63270" y="94280"/>
                    <a:pt x="63270" y="94229"/>
                    <a:pt x="63270" y="94204"/>
                  </a:cubicBezTo>
                  <a:lnTo>
                    <a:pt x="70493" y="92034"/>
                  </a:lnTo>
                  <a:close/>
                  <a:moveTo>
                    <a:pt x="79783" y="89252"/>
                  </a:moveTo>
                  <a:cubicBezTo>
                    <a:pt x="79911" y="89584"/>
                    <a:pt x="80217" y="89814"/>
                    <a:pt x="80575" y="89839"/>
                  </a:cubicBezTo>
                  <a:lnTo>
                    <a:pt x="80804" y="102728"/>
                  </a:lnTo>
                  <a:lnTo>
                    <a:pt x="80932" y="109237"/>
                  </a:lnTo>
                  <a:lnTo>
                    <a:pt x="70672" y="91983"/>
                  </a:lnTo>
                  <a:lnTo>
                    <a:pt x="79783" y="89252"/>
                  </a:lnTo>
                  <a:close/>
                  <a:moveTo>
                    <a:pt x="130471" y="97318"/>
                  </a:moveTo>
                  <a:lnTo>
                    <a:pt x="142109" y="103315"/>
                  </a:lnTo>
                  <a:cubicBezTo>
                    <a:pt x="142084" y="103392"/>
                    <a:pt x="142058" y="103468"/>
                    <a:pt x="142058" y="103545"/>
                  </a:cubicBezTo>
                  <a:cubicBezTo>
                    <a:pt x="142058" y="103622"/>
                    <a:pt x="142058" y="103698"/>
                    <a:pt x="142084" y="103749"/>
                  </a:cubicBezTo>
                  <a:lnTo>
                    <a:pt x="129731" y="109237"/>
                  </a:lnTo>
                  <a:cubicBezTo>
                    <a:pt x="129654" y="109109"/>
                    <a:pt x="129501" y="109007"/>
                    <a:pt x="129323" y="108956"/>
                  </a:cubicBezTo>
                  <a:lnTo>
                    <a:pt x="130471" y="97318"/>
                  </a:lnTo>
                  <a:close/>
                  <a:moveTo>
                    <a:pt x="62071" y="94561"/>
                  </a:moveTo>
                  <a:cubicBezTo>
                    <a:pt x="62122" y="94714"/>
                    <a:pt x="62249" y="94842"/>
                    <a:pt x="62428" y="94918"/>
                  </a:cubicBezTo>
                  <a:lnTo>
                    <a:pt x="60871" y="109313"/>
                  </a:lnTo>
                  <a:lnTo>
                    <a:pt x="53623" y="97879"/>
                  </a:lnTo>
                  <a:cubicBezTo>
                    <a:pt x="53827" y="97726"/>
                    <a:pt x="53980" y="97445"/>
                    <a:pt x="53980" y="97164"/>
                  </a:cubicBezTo>
                  <a:cubicBezTo>
                    <a:pt x="53980" y="97088"/>
                    <a:pt x="53980" y="97037"/>
                    <a:pt x="53955" y="96986"/>
                  </a:cubicBezTo>
                  <a:lnTo>
                    <a:pt x="62071" y="94561"/>
                  </a:lnTo>
                  <a:close/>
                  <a:moveTo>
                    <a:pt x="115566" y="90095"/>
                  </a:moveTo>
                  <a:lnTo>
                    <a:pt x="119675" y="96041"/>
                  </a:lnTo>
                  <a:lnTo>
                    <a:pt x="128710" y="109109"/>
                  </a:lnTo>
                  <a:cubicBezTo>
                    <a:pt x="128633" y="109186"/>
                    <a:pt x="128557" y="109288"/>
                    <a:pt x="128531" y="109390"/>
                  </a:cubicBezTo>
                  <a:lnTo>
                    <a:pt x="108981" y="105944"/>
                  </a:lnTo>
                  <a:lnTo>
                    <a:pt x="114877" y="90197"/>
                  </a:lnTo>
                  <a:cubicBezTo>
                    <a:pt x="114953" y="90222"/>
                    <a:pt x="115030" y="90222"/>
                    <a:pt x="115107" y="90222"/>
                  </a:cubicBezTo>
                  <a:cubicBezTo>
                    <a:pt x="115260" y="90222"/>
                    <a:pt x="115413" y="90171"/>
                    <a:pt x="115566" y="90095"/>
                  </a:cubicBezTo>
                  <a:close/>
                  <a:moveTo>
                    <a:pt x="81136" y="89712"/>
                  </a:moveTo>
                  <a:lnTo>
                    <a:pt x="84173" y="93719"/>
                  </a:lnTo>
                  <a:lnTo>
                    <a:pt x="90681" y="102422"/>
                  </a:lnTo>
                  <a:cubicBezTo>
                    <a:pt x="90554" y="102550"/>
                    <a:pt x="90477" y="102703"/>
                    <a:pt x="90477" y="102881"/>
                  </a:cubicBezTo>
                  <a:cubicBezTo>
                    <a:pt x="90477" y="102984"/>
                    <a:pt x="90503" y="103086"/>
                    <a:pt x="90554" y="103162"/>
                  </a:cubicBezTo>
                  <a:lnTo>
                    <a:pt x="81136" y="109415"/>
                  </a:lnTo>
                  <a:lnTo>
                    <a:pt x="81008" y="102805"/>
                  </a:lnTo>
                  <a:lnTo>
                    <a:pt x="80779" y="89814"/>
                  </a:lnTo>
                  <a:cubicBezTo>
                    <a:pt x="80906" y="89814"/>
                    <a:pt x="81034" y="89763"/>
                    <a:pt x="81136" y="89712"/>
                  </a:cubicBezTo>
                  <a:close/>
                  <a:moveTo>
                    <a:pt x="62964" y="94867"/>
                  </a:moveTo>
                  <a:lnTo>
                    <a:pt x="80753" y="109492"/>
                  </a:lnTo>
                  <a:lnTo>
                    <a:pt x="61050" y="109492"/>
                  </a:lnTo>
                  <a:lnTo>
                    <a:pt x="61764" y="102805"/>
                  </a:lnTo>
                  <a:lnTo>
                    <a:pt x="62607" y="94944"/>
                  </a:lnTo>
                  <a:lnTo>
                    <a:pt x="62658" y="94944"/>
                  </a:lnTo>
                  <a:cubicBezTo>
                    <a:pt x="62760" y="94944"/>
                    <a:pt x="62862" y="94918"/>
                    <a:pt x="62964" y="94867"/>
                  </a:cubicBezTo>
                  <a:close/>
                  <a:moveTo>
                    <a:pt x="91779" y="103111"/>
                  </a:moveTo>
                  <a:lnTo>
                    <a:pt x="108726" y="106097"/>
                  </a:lnTo>
                  <a:lnTo>
                    <a:pt x="107450" y="109492"/>
                  </a:lnTo>
                  <a:lnTo>
                    <a:pt x="81366" y="109492"/>
                  </a:lnTo>
                  <a:lnTo>
                    <a:pt x="90656" y="103341"/>
                  </a:lnTo>
                  <a:cubicBezTo>
                    <a:pt x="90784" y="103468"/>
                    <a:pt x="90962" y="103571"/>
                    <a:pt x="91141" y="103571"/>
                  </a:cubicBezTo>
                  <a:cubicBezTo>
                    <a:pt x="91447" y="103571"/>
                    <a:pt x="91702" y="103366"/>
                    <a:pt x="91779" y="103111"/>
                  </a:cubicBezTo>
                  <a:close/>
                  <a:moveTo>
                    <a:pt x="108905" y="106123"/>
                  </a:moveTo>
                  <a:lnTo>
                    <a:pt x="128021" y="109492"/>
                  </a:lnTo>
                  <a:lnTo>
                    <a:pt x="107654" y="109492"/>
                  </a:lnTo>
                  <a:lnTo>
                    <a:pt x="108905" y="106123"/>
                  </a:lnTo>
                  <a:close/>
                  <a:moveTo>
                    <a:pt x="142160" y="103928"/>
                  </a:moveTo>
                  <a:cubicBezTo>
                    <a:pt x="142288" y="104107"/>
                    <a:pt x="142467" y="104234"/>
                    <a:pt x="142696" y="104260"/>
                  </a:cubicBezTo>
                  <a:lnTo>
                    <a:pt x="142696" y="109492"/>
                  </a:lnTo>
                  <a:lnTo>
                    <a:pt x="129833" y="109492"/>
                  </a:lnTo>
                  <a:cubicBezTo>
                    <a:pt x="129833" y="109466"/>
                    <a:pt x="129833" y="109441"/>
                    <a:pt x="129807" y="109415"/>
                  </a:cubicBezTo>
                  <a:lnTo>
                    <a:pt x="142160" y="103928"/>
                  </a:lnTo>
                  <a:close/>
                  <a:moveTo>
                    <a:pt x="944" y="1"/>
                  </a:moveTo>
                  <a:cubicBezTo>
                    <a:pt x="638" y="1"/>
                    <a:pt x="383" y="256"/>
                    <a:pt x="383" y="588"/>
                  </a:cubicBezTo>
                  <a:cubicBezTo>
                    <a:pt x="383" y="868"/>
                    <a:pt x="587" y="1098"/>
                    <a:pt x="842" y="1149"/>
                  </a:cubicBezTo>
                  <a:lnTo>
                    <a:pt x="842" y="16462"/>
                  </a:lnTo>
                  <a:cubicBezTo>
                    <a:pt x="357" y="16514"/>
                    <a:pt x="0" y="16922"/>
                    <a:pt x="0" y="17407"/>
                  </a:cubicBezTo>
                  <a:cubicBezTo>
                    <a:pt x="0" y="17892"/>
                    <a:pt x="357" y="18300"/>
                    <a:pt x="842" y="18351"/>
                  </a:cubicBezTo>
                  <a:lnTo>
                    <a:pt x="842" y="37748"/>
                  </a:lnTo>
                  <a:cubicBezTo>
                    <a:pt x="357" y="37799"/>
                    <a:pt x="0" y="38208"/>
                    <a:pt x="0" y="38693"/>
                  </a:cubicBezTo>
                  <a:cubicBezTo>
                    <a:pt x="0" y="39177"/>
                    <a:pt x="357" y="39560"/>
                    <a:pt x="842" y="39611"/>
                  </a:cubicBezTo>
                  <a:lnTo>
                    <a:pt x="842" y="62607"/>
                  </a:lnTo>
                  <a:cubicBezTo>
                    <a:pt x="357" y="62658"/>
                    <a:pt x="0" y="63066"/>
                    <a:pt x="0" y="63551"/>
                  </a:cubicBezTo>
                  <a:cubicBezTo>
                    <a:pt x="0" y="64036"/>
                    <a:pt x="357" y="64445"/>
                    <a:pt x="842" y="64496"/>
                  </a:cubicBezTo>
                  <a:lnTo>
                    <a:pt x="842" y="76057"/>
                  </a:lnTo>
                  <a:cubicBezTo>
                    <a:pt x="536" y="76108"/>
                    <a:pt x="306" y="76364"/>
                    <a:pt x="306" y="76695"/>
                  </a:cubicBezTo>
                  <a:cubicBezTo>
                    <a:pt x="306" y="77053"/>
                    <a:pt x="587" y="77333"/>
                    <a:pt x="944" y="77333"/>
                  </a:cubicBezTo>
                  <a:cubicBezTo>
                    <a:pt x="1225" y="77333"/>
                    <a:pt x="1455" y="77180"/>
                    <a:pt x="1557" y="76925"/>
                  </a:cubicBezTo>
                  <a:lnTo>
                    <a:pt x="27105" y="82821"/>
                  </a:lnTo>
                  <a:cubicBezTo>
                    <a:pt x="27105" y="82872"/>
                    <a:pt x="27079" y="82897"/>
                    <a:pt x="27079" y="82923"/>
                  </a:cubicBezTo>
                  <a:cubicBezTo>
                    <a:pt x="27079" y="83459"/>
                    <a:pt x="27513" y="83867"/>
                    <a:pt x="28024" y="83867"/>
                  </a:cubicBezTo>
                  <a:cubicBezTo>
                    <a:pt x="28458" y="83867"/>
                    <a:pt x="28815" y="83586"/>
                    <a:pt x="28943" y="83204"/>
                  </a:cubicBezTo>
                  <a:lnTo>
                    <a:pt x="45711" y="86598"/>
                  </a:lnTo>
                  <a:cubicBezTo>
                    <a:pt x="45711" y="86598"/>
                    <a:pt x="45711" y="86624"/>
                    <a:pt x="45711" y="86624"/>
                  </a:cubicBezTo>
                  <a:cubicBezTo>
                    <a:pt x="45711" y="86955"/>
                    <a:pt x="45992" y="87236"/>
                    <a:pt x="46323" y="87236"/>
                  </a:cubicBezTo>
                  <a:cubicBezTo>
                    <a:pt x="46425" y="87236"/>
                    <a:pt x="46502" y="87211"/>
                    <a:pt x="46579" y="87185"/>
                  </a:cubicBezTo>
                  <a:lnTo>
                    <a:pt x="52449" y="96424"/>
                  </a:lnTo>
                  <a:cubicBezTo>
                    <a:pt x="52219" y="96577"/>
                    <a:pt x="52091" y="96858"/>
                    <a:pt x="52091" y="97139"/>
                  </a:cubicBezTo>
                  <a:cubicBezTo>
                    <a:pt x="52091" y="97675"/>
                    <a:pt x="52500" y="98083"/>
                    <a:pt x="53036" y="98083"/>
                  </a:cubicBezTo>
                  <a:cubicBezTo>
                    <a:pt x="53163" y="98083"/>
                    <a:pt x="53317" y="98058"/>
                    <a:pt x="53444" y="97981"/>
                  </a:cubicBezTo>
                  <a:lnTo>
                    <a:pt x="60846" y="109619"/>
                  </a:lnTo>
                  <a:lnTo>
                    <a:pt x="60820" y="109696"/>
                  </a:lnTo>
                  <a:lnTo>
                    <a:pt x="60871" y="109696"/>
                  </a:lnTo>
                  <a:lnTo>
                    <a:pt x="60999" y="109900"/>
                  </a:lnTo>
                  <a:lnTo>
                    <a:pt x="61024" y="109696"/>
                  </a:lnTo>
                  <a:lnTo>
                    <a:pt x="80932" y="109696"/>
                  </a:lnTo>
                  <a:lnTo>
                    <a:pt x="80932" y="109773"/>
                  </a:lnTo>
                  <a:lnTo>
                    <a:pt x="81008" y="109747"/>
                  </a:lnTo>
                  <a:lnTo>
                    <a:pt x="81136" y="109977"/>
                  </a:lnTo>
                  <a:lnTo>
                    <a:pt x="81136" y="109696"/>
                  </a:lnTo>
                  <a:lnTo>
                    <a:pt x="128506" y="109696"/>
                  </a:lnTo>
                  <a:cubicBezTo>
                    <a:pt x="128531" y="110028"/>
                    <a:pt x="128812" y="110283"/>
                    <a:pt x="129169" y="110283"/>
                  </a:cubicBezTo>
                  <a:cubicBezTo>
                    <a:pt x="129501" y="110283"/>
                    <a:pt x="129782" y="110028"/>
                    <a:pt x="129807" y="109696"/>
                  </a:cubicBezTo>
                  <a:lnTo>
                    <a:pt x="142875" y="109696"/>
                  </a:lnTo>
                  <a:lnTo>
                    <a:pt x="142875" y="104260"/>
                  </a:lnTo>
                  <a:cubicBezTo>
                    <a:pt x="143232" y="104209"/>
                    <a:pt x="143513" y="103902"/>
                    <a:pt x="143513" y="103545"/>
                  </a:cubicBezTo>
                  <a:cubicBezTo>
                    <a:pt x="143513" y="103188"/>
                    <a:pt x="143232" y="102881"/>
                    <a:pt x="142875" y="102830"/>
                  </a:cubicBezTo>
                  <a:lnTo>
                    <a:pt x="142875" y="82642"/>
                  </a:lnTo>
                  <a:lnTo>
                    <a:pt x="142875" y="82438"/>
                  </a:lnTo>
                  <a:lnTo>
                    <a:pt x="142875" y="77997"/>
                  </a:lnTo>
                  <a:lnTo>
                    <a:pt x="142875" y="77716"/>
                  </a:lnTo>
                  <a:lnTo>
                    <a:pt x="142875" y="55180"/>
                  </a:lnTo>
                  <a:cubicBezTo>
                    <a:pt x="143360" y="55129"/>
                    <a:pt x="143717" y="54721"/>
                    <a:pt x="143717" y="54236"/>
                  </a:cubicBezTo>
                  <a:cubicBezTo>
                    <a:pt x="143717" y="53725"/>
                    <a:pt x="143309" y="53291"/>
                    <a:pt x="142773" y="53291"/>
                  </a:cubicBezTo>
                  <a:cubicBezTo>
                    <a:pt x="142262" y="53291"/>
                    <a:pt x="141829" y="53725"/>
                    <a:pt x="141829" y="54236"/>
                  </a:cubicBezTo>
                  <a:cubicBezTo>
                    <a:pt x="141829" y="54516"/>
                    <a:pt x="141956" y="54746"/>
                    <a:pt x="142135" y="54925"/>
                  </a:cubicBezTo>
                  <a:lnTo>
                    <a:pt x="127791" y="73046"/>
                  </a:lnTo>
                  <a:lnTo>
                    <a:pt x="120160" y="61637"/>
                  </a:lnTo>
                  <a:cubicBezTo>
                    <a:pt x="120288" y="61510"/>
                    <a:pt x="120390" y="61305"/>
                    <a:pt x="120390" y="61101"/>
                  </a:cubicBezTo>
                  <a:cubicBezTo>
                    <a:pt x="120390" y="60693"/>
                    <a:pt x="120058" y="60361"/>
                    <a:pt x="119675" y="60361"/>
                  </a:cubicBezTo>
                  <a:cubicBezTo>
                    <a:pt x="119394" y="60361"/>
                    <a:pt x="119190" y="60489"/>
                    <a:pt x="119037" y="60693"/>
                  </a:cubicBezTo>
                  <a:lnTo>
                    <a:pt x="99283" y="51428"/>
                  </a:lnTo>
                  <a:cubicBezTo>
                    <a:pt x="99308" y="51326"/>
                    <a:pt x="99334" y="51224"/>
                    <a:pt x="99334" y="51122"/>
                  </a:cubicBezTo>
                  <a:cubicBezTo>
                    <a:pt x="99334" y="50586"/>
                    <a:pt x="98900" y="50178"/>
                    <a:pt x="98389" y="50178"/>
                  </a:cubicBezTo>
                  <a:cubicBezTo>
                    <a:pt x="97879" y="50178"/>
                    <a:pt x="97445" y="50612"/>
                    <a:pt x="97445" y="51122"/>
                  </a:cubicBezTo>
                  <a:cubicBezTo>
                    <a:pt x="97445" y="51250"/>
                    <a:pt x="97470" y="51377"/>
                    <a:pt x="97522" y="51505"/>
                  </a:cubicBezTo>
                  <a:lnTo>
                    <a:pt x="80957" y="60999"/>
                  </a:lnTo>
                  <a:lnTo>
                    <a:pt x="75955" y="58804"/>
                  </a:lnTo>
                  <a:cubicBezTo>
                    <a:pt x="75955" y="58779"/>
                    <a:pt x="75981" y="58728"/>
                    <a:pt x="75981" y="58677"/>
                  </a:cubicBezTo>
                  <a:cubicBezTo>
                    <a:pt x="75981" y="58370"/>
                    <a:pt x="75725" y="58115"/>
                    <a:pt x="75419" y="58115"/>
                  </a:cubicBezTo>
                  <a:cubicBezTo>
                    <a:pt x="75266" y="58115"/>
                    <a:pt x="75138" y="58166"/>
                    <a:pt x="75036" y="58268"/>
                  </a:cubicBezTo>
                  <a:lnTo>
                    <a:pt x="54235" y="42061"/>
                  </a:lnTo>
                  <a:cubicBezTo>
                    <a:pt x="54312" y="41934"/>
                    <a:pt x="54363" y="41755"/>
                    <a:pt x="54363" y="41577"/>
                  </a:cubicBezTo>
                  <a:cubicBezTo>
                    <a:pt x="54363" y="41041"/>
                    <a:pt x="53955" y="40632"/>
                    <a:pt x="53419" y="40632"/>
                  </a:cubicBezTo>
                  <a:cubicBezTo>
                    <a:pt x="53342" y="40632"/>
                    <a:pt x="53265" y="40632"/>
                    <a:pt x="53189" y="40658"/>
                  </a:cubicBezTo>
                  <a:lnTo>
                    <a:pt x="46732" y="24247"/>
                  </a:lnTo>
                  <a:cubicBezTo>
                    <a:pt x="47012" y="24119"/>
                    <a:pt x="47191" y="23838"/>
                    <a:pt x="47191" y="23507"/>
                  </a:cubicBezTo>
                  <a:cubicBezTo>
                    <a:pt x="47191" y="23047"/>
                    <a:pt x="46808" y="22664"/>
                    <a:pt x="46349" y="22664"/>
                  </a:cubicBezTo>
                  <a:cubicBezTo>
                    <a:pt x="45889" y="22664"/>
                    <a:pt x="45507" y="23022"/>
                    <a:pt x="45481" y="23456"/>
                  </a:cubicBezTo>
                  <a:lnTo>
                    <a:pt x="20265" y="25064"/>
                  </a:lnTo>
                  <a:lnTo>
                    <a:pt x="18325" y="17534"/>
                  </a:lnTo>
                  <a:cubicBezTo>
                    <a:pt x="18529" y="17432"/>
                    <a:pt x="18708" y="17203"/>
                    <a:pt x="18708" y="16947"/>
                  </a:cubicBezTo>
                  <a:cubicBezTo>
                    <a:pt x="18708" y="16590"/>
                    <a:pt x="18402" y="16309"/>
                    <a:pt x="18070" y="16309"/>
                  </a:cubicBezTo>
                  <a:cubicBezTo>
                    <a:pt x="17917" y="16309"/>
                    <a:pt x="17789" y="16360"/>
                    <a:pt x="17687" y="16437"/>
                  </a:cubicBezTo>
                  <a:lnTo>
                    <a:pt x="1429" y="894"/>
                  </a:lnTo>
                  <a:cubicBezTo>
                    <a:pt x="1480" y="817"/>
                    <a:pt x="1506" y="690"/>
                    <a:pt x="1506" y="588"/>
                  </a:cubicBezTo>
                  <a:cubicBezTo>
                    <a:pt x="1506" y="256"/>
                    <a:pt x="1251" y="1"/>
                    <a:pt x="9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39"/>
            </a:p>
          </p:txBody>
        </p:sp>
        <p:sp>
          <p:nvSpPr>
            <p:cNvPr id="226" name="Google Shape;226;p27"/>
            <p:cNvSpPr/>
            <p:nvPr/>
          </p:nvSpPr>
          <p:spPr>
            <a:xfrm rot="-1203209" flipH="1">
              <a:off x="3720293" y="2268118"/>
              <a:ext cx="7047648" cy="5408061"/>
            </a:xfrm>
            <a:custGeom>
              <a:avLst/>
              <a:gdLst/>
              <a:ahLst/>
              <a:cxnLst/>
              <a:rect l="l" t="t" r="r" b="b"/>
              <a:pathLst>
                <a:path w="143718" h="110283" extrusionOk="0">
                  <a:moveTo>
                    <a:pt x="1276" y="1047"/>
                  </a:moveTo>
                  <a:lnTo>
                    <a:pt x="17534" y="16565"/>
                  </a:lnTo>
                  <a:cubicBezTo>
                    <a:pt x="17483" y="16667"/>
                    <a:pt x="17457" y="16743"/>
                    <a:pt x="17432" y="16845"/>
                  </a:cubicBezTo>
                  <a:lnTo>
                    <a:pt x="1889" y="17279"/>
                  </a:lnTo>
                  <a:cubicBezTo>
                    <a:pt x="1812" y="16845"/>
                    <a:pt x="1480" y="16514"/>
                    <a:pt x="1046" y="16462"/>
                  </a:cubicBezTo>
                  <a:lnTo>
                    <a:pt x="1046" y="1149"/>
                  </a:lnTo>
                  <a:cubicBezTo>
                    <a:pt x="1123" y="1124"/>
                    <a:pt x="1225" y="1098"/>
                    <a:pt x="1276" y="1047"/>
                  </a:cubicBezTo>
                  <a:close/>
                  <a:moveTo>
                    <a:pt x="17432" y="17050"/>
                  </a:moveTo>
                  <a:cubicBezTo>
                    <a:pt x="17457" y="17177"/>
                    <a:pt x="17508" y="17279"/>
                    <a:pt x="17585" y="17381"/>
                  </a:cubicBezTo>
                  <a:lnTo>
                    <a:pt x="11638" y="24936"/>
                  </a:lnTo>
                  <a:cubicBezTo>
                    <a:pt x="11485" y="24859"/>
                    <a:pt x="11306" y="24808"/>
                    <a:pt x="11128" y="24808"/>
                  </a:cubicBezTo>
                  <a:cubicBezTo>
                    <a:pt x="10873" y="24808"/>
                    <a:pt x="10643" y="24910"/>
                    <a:pt x="10464" y="25064"/>
                  </a:cubicBezTo>
                  <a:lnTo>
                    <a:pt x="1736" y="17917"/>
                  </a:lnTo>
                  <a:cubicBezTo>
                    <a:pt x="1812" y="17790"/>
                    <a:pt x="1863" y="17637"/>
                    <a:pt x="1889" y="17483"/>
                  </a:cubicBezTo>
                  <a:lnTo>
                    <a:pt x="17432" y="17050"/>
                  </a:lnTo>
                  <a:close/>
                  <a:moveTo>
                    <a:pt x="17764" y="17483"/>
                  </a:moveTo>
                  <a:cubicBezTo>
                    <a:pt x="17840" y="17534"/>
                    <a:pt x="17942" y="17585"/>
                    <a:pt x="18070" y="17585"/>
                  </a:cubicBezTo>
                  <a:cubicBezTo>
                    <a:pt x="18070" y="17585"/>
                    <a:pt x="18095" y="17560"/>
                    <a:pt x="18121" y="17560"/>
                  </a:cubicBezTo>
                  <a:lnTo>
                    <a:pt x="20061" y="25089"/>
                  </a:lnTo>
                  <a:lnTo>
                    <a:pt x="12047" y="25574"/>
                  </a:lnTo>
                  <a:cubicBezTo>
                    <a:pt x="12021" y="25395"/>
                    <a:pt x="11919" y="25191"/>
                    <a:pt x="11791" y="25064"/>
                  </a:cubicBezTo>
                  <a:lnTo>
                    <a:pt x="17764" y="17483"/>
                  </a:lnTo>
                  <a:close/>
                  <a:moveTo>
                    <a:pt x="20112" y="25268"/>
                  </a:moveTo>
                  <a:lnTo>
                    <a:pt x="22460" y="34405"/>
                  </a:lnTo>
                  <a:cubicBezTo>
                    <a:pt x="22332" y="34456"/>
                    <a:pt x="22230" y="34507"/>
                    <a:pt x="22128" y="34609"/>
                  </a:cubicBezTo>
                  <a:lnTo>
                    <a:pt x="14726" y="28560"/>
                  </a:lnTo>
                  <a:lnTo>
                    <a:pt x="11919" y="26263"/>
                  </a:lnTo>
                  <a:cubicBezTo>
                    <a:pt x="12021" y="26135"/>
                    <a:pt x="12072" y="25957"/>
                    <a:pt x="12072" y="25778"/>
                  </a:cubicBezTo>
                  <a:lnTo>
                    <a:pt x="20112" y="25268"/>
                  </a:lnTo>
                  <a:close/>
                  <a:moveTo>
                    <a:pt x="45507" y="23660"/>
                  </a:moveTo>
                  <a:cubicBezTo>
                    <a:pt x="45507" y="23711"/>
                    <a:pt x="45532" y="23762"/>
                    <a:pt x="45532" y="23787"/>
                  </a:cubicBezTo>
                  <a:lnTo>
                    <a:pt x="23583" y="34762"/>
                  </a:lnTo>
                  <a:cubicBezTo>
                    <a:pt x="23404" y="34507"/>
                    <a:pt x="23123" y="34328"/>
                    <a:pt x="22792" y="34328"/>
                  </a:cubicBezTo>
                  <a:cubicBezTo>
                    <a:pt x="22741" y="34328"/>
                    <a:pt x="22690" y="34328"/>
                    <a:pt x="22664" y="34354"/>
                  </a:cubicBezTo>
                  <a:lnTo>
                    <a:pt x="20316" y="25242"/>
                  </a:lnTo>
                  <a:lnTo>
                    <a:pt x="45507" y="23660"/>
                  </a:lnTo>
                  <a:close/>
                  <a:moveTo>
                    <a:pt x="45634" y="23966"/>
                  </a:moveTo>
                  <a:cubicBezTo>
                    <a:pt x="45634" y="23992"/>
                    <a:pt x="45634" y="23992"/>
                    <a:pt x="45634" y="23992"/>
                  </a:cubicBezTo>
                  <a:lnTo>
                    <a:pt x="30908" y="36855"/>
                  </a:lnTo>
                  <a:lnTo>
                    <a:pt x="23736" y="35375"/>
                  </a:lnTo>
                  <a:cubicBezTo>
                    <a:pt x="23736" y="35349"/>
                    <a:pt x="23736" y="35298"/>
                    <a:pt x="23736" y="35273"/>
                  </a:cubicBezTo>
                  <a:cubicBezTo>
                    <a:pt x="23736" y="35170"/>
                    <a:pt x="23710" y="35043"/>
                    <a:pt x="23685" y="34941"/>
                  </a:cubicBezTo>
                  <a:lnTo>
                    <a:pt x="45634" y="23966"/>
                  </a:lnTo>
                  <a:close/>
                  <a:moveTo>
                    <a:pt x="1608" y="18070"/>
                  </a:moveTo>
                  <a:lnTo>
                    <a:pt x="10337" y="25217"/>
                  </a:lnTo>
                  <a:cubicBezTo>
                    <a:pt x="10235" y="25370"/>
                    <a:pt x="10183" y="25548"/>
                    <a:pt x="10183" y="25753"/>
                  </a:cubicBezTo>
                  <a:cubicBezTo>
                    <a:pt x="10183" y="26008"/>
                    <a:pt x="10311" y="26238"/>
                    <a:pt x="10464" y="26416"/>
                  </a:cubicBezTo>
                  <a:lnTo>
                    <a:pt x="1455" y="37876"/>
                  </a:lnTo>
                  <a:cubicBezTo>
                    <a:pt x="1327" y="37799"/>
                    <a:pt x="1200" y="37774"/>
                    <a:pt x="1046" y="37748"/>
                  </a:cubicBezTo>
                  <a:lnTo>
                    <a:pt x="1046" y="18351"/>
                  </a:lnTo>
                  <a:cubicBezTo>
                    <a:pt x="1276" y="18326"/>
                    <a:pt x="1455" y="18224"/>
                    <a:pt x="1608" y="18070"/>
                  </a:cubicBezTo>
                  <a:close/>
                  <a:moveTo>
                    <a:pt x="11791" y="26416"/>
                  </a:moveTo>
                  <a:lnTo>
                    <a:pt x="21924" y="34686"/>
                  </a:lnTo>
                  <a:lnTo>
                    <a:pt x="22000" y="34762"/>
                  </a:lnTo>
                  <a:cubicBezTo>
                    <a:pt x="21898" y="34915"/>
                    <a:pt x="21847" y="35094"/>
                    <a:pt x="21847" y="35273"/>
                  </a:cubicBezTo>
                  <a:cubicBezTo>
                    <a:pt x="21847" y="35298"/>
                    <a:pt x="21847" y="35324"/>
                    <a:pt x="21847" y="35324"/>
                  </a:cubicBezTo>
                  <a:lnTo>
                    <a:pt x="10822" y="37034"/>
                  </a:lnTo>
                  <a:lnTo>
                    <a:pt x="1863" y="38437"/>
                  </a:lnTo>
                  <a:cubicBezTo>
                    <a:pt x="1812" y="38284"/>
                    <a:pt x="1736" y="38131"/>
                    <a:pt x="1608" y="38003"/>
                  </a:cubicBezTo>
                  <a:lnTo>
                    <a:pt x="10643" y="26544"/>
                  </a:lnTo>
                  <a:cubicBezTo>
                    <a:pt x="10770" y="26620"/>
                    <a:pt x="10949" y="26697"/>
                    <a:pt x="11128" y="26697"/>
                  </a:cubicBezTo>
                  <a:cubicBezTo>
                    <a:pt x="11383" y="26697"/>
                    <a:pt x="11638" y="26569"/>
                    <a:pt x="11791" y="26416"/>
                  </a:cubicBezTo>
                  <a:close/>
                  <a:moveTo>
                    <a:pt x="45762" y="24145"/>
                  </a:moveTo>
                  <a:cubicBezTo>
                    <a:pt x="45915" y="24272"/>
                    <a:pt x="46119" y="24349"/>
                    <a:pt x="46323" y="24349"/>
                  </a:cubicBezTo>
                  <a:cubicBezTo>
                    <a:pt x="46400" y="24349"/>
                    <a:pt x="46476" y="24349"/>
                    <a:pt x="46553" y="24323"/>
                  </a:cubicBezTo>
                  <a:lnTo>
                    <a:pt x="52985" y="40734"/>
                  </a:lnTo>
                  <a:cubicBezTo>
                    <a:pt x="52781" y="40836"/>
                    <a:pt x="52602" y="41041"/>
                    <a:pt x="52525" y="41270"/>
                  </a:cubicBezTo>
                  <a:lnTo>
                    <a:pt x="31163" y="36906"/>
                  </a:lnTo>
                  <a:lnTo>
                    <a:pt x="45762" y="24145"/>
                  </a:lnTo>
                  <a:close/>
                  <a:moveTo>
                    <a:pt x="23685" y="35579"/>
                  </a:moveTo>
                  <a:lnTo>
                    <a:pt x="23813" y="35604"/>
                  </a:lnTo>
                  <a:lnTo>
                    <a:pt x="30729" y="37008"/>
                  </a:lnTo>
                  <a:lnTo>
                    <a:pt x="18836" y="47396"/>
                  </a:lnTo>
                  <a:cubicBezTo>
                    <a:pt x="18810" y="47370"/>
                    <a:pt x="18759" y="47345"/>
                    <a:pt x="18734" y="47319"/>
                  </a:cubicBezTo>
                  <a:lnTo>
                    <a:pt x="21158" y="40275"/>
                  </a:lnTo>
                  <a:lnTo>
                    <a:pt x="22562" y="36191"/>
                  </a:lnTo>
                  <a:cubicBezTo>
                    <a:pt x="22638" y="36217"/>
                    <a:pt x="22715" y="36217"/>
                    <a:pt x="22792" y="36217"/>
                  </a:cubicBezTo>
                  <a:cubicBezTo>
                    <a:pt x="23200" y="36217"/>
                    <a:pt x="23557" y="35962"/>
                    <a:pt x="23685" y="35579"/>
                  </a:cubicBezTo>
                  <a:close/>
                  <a:moveTo>
                    <a:pt x="21873" y="35528"/>
                  </a:moveTo>
                  <a:cubicBezTo>
                    <a:pt x="21949" y="35783"/>
                    <a:pt x="22128" y="36013"/>
                    <a:pt x="22383" y="36140"/>
                  </a:cubicBezTo>
                  <a:lnTo>
                    <a:pt x="20980" y="40224"/>
                  </a:lnTo>
                  <a:lnTo>
                    <a:pt x="18555" y="47243"/>
                  </a:lnTo>
                  <a:lnTo>
                    <a:pt x="18453" y="47243"/>
                  </a:lnTo>
                  <a:cubicBezTo>
                    <a:pt x="18249" y="47243"/>
                    <a:pt x="18070" y="47345"/>
                    <a:pt x="17942" y="47498"/>
                  </a:cubicBezTo>
                  <a:lnTo>
                    <a:pt x="12404" y="44563"/>
                  </a:lnTo>
                  <a:lnTo>
                    <a:pt x="1812" y="39024"/>
                  </a:lnTo>
                  <a:cubicBezTo>
                    <a:pt x="1863" y="38922"/>
                    <a:pt x="1889" y="38820"/>
                    <a:pt x="1889" y="38693"/>
                  </a:cubicBezTo>
                  <a:cubicBezTo>
                    <a:pt x="1889" y="38667"/>
                    <a:pt x="1889" y="38641"/>
                    <a:pt x="1889" y="38641"/>
                  </a:cubicBezTo>
                  <a:lnTo>
                    <a:pt x="21873" y="35528"/>
                  </a:lnTo>
                  <a:close/>
                  <a:moveTo>
                    <a:pt x="30959" y="37059"/>
                  </a:moveTo>
                  <a:lnTo>
                    <a:pt x="52474" y="41474"/>
                  </a:lnTo>
                  <a:cubicBezTo>
                    <a:pt x="52474" y="41500"/>
                    <a:pt x="52474" y="41551"/>
                    <a:pt x="52474" y="41577"/>
                  </a:cubicBezTo>
                  <a:cubicBezTo>
                    <a:pt x="52474" y="41602"/>
                    <a:pt x="52474" y="41602"/>
                    <a:pt x="52500" y="41628"/>
                  </a:cubicBezTo>
                  <a:lnTo>
                    <a:pt x="44282" y="43108"/>
                  </a:lnTo>
                  <a:lnTo>
                    <a:pt x="19014" y="47651"/>
                  </a:lnTo>
                  <a:cubicBezTo>
                    <a:pt x="18989" y="47600"/>
                    <a:pt x="18989" y="47574"/>
                    <a:pt x="18963" y="47523"/>
                  </a:cubicBezTo>
                  <a:lnTo>
                    <a:pt x="30959" y="37059"/>
                  </a:lnTo>
                  <a:close/>
                  <a:moveTo>
                    <a:pt x="52653" y="42113"/>
                  </a:moveTo>
                  <a:cubicBezTo>
                    <a:pt x="52704" y="42189"/>
                    <a:pt x="52781" y="42240"/>
                    <a:pt x="52832" y="42317"/>
                  </a:cubicBezTo>
                  <a:lnTo>
                    <a:pt x="45992" y="53036"/>
                  </a:lnTo>
                  <a:cubicBezTo>
                    <a:pt x="45864" y="52985"/>
                    <a:pt x="45736" y="52934"/>
                    <a:pt x="45583" y="52934"/>
                  </a:cubicBezTo>
                  <a:cubicBezTo>
                    <a:pt x="45124" y="52934"/>
                    <a:pt x="44766" y="53240"/>
                    <a:pt x="44664" y="53623"/>
                  </a:cubicBezTo>
                  <a:lnTo>
                    <a:pt x="34864" y="52066"/>
                  </a:lnTo>
                  <a:lnTo>
                    <a:pt x="35604" y="51632"/>
                  </a:lnTo>
                  <a:lnTo>
                    <a:pt x="45966" y="45839"/>
                  </a:lnTo>
                  <a:lnTo>
                    <a:pt x="52653" y="42113"/>
                  </a:lnTo>
                  <a:close/>
                  <a:moveTo>
                    <a:pt x="53010" y="42419"/>
                  </a:moveTo>
                  <a:cubicBezTo>
                    <a:pt x="53138" y="42470"/>
                    <a:pt x="53265" y="42521"/>
                    <a:pt x="53419" y="42521"/>
                  </a:cubicBezTo>
                  <a:cubicBezTo>
                    <a:pt x="53546" y="42521"/>
                    <a:pt x="53648" y="42495"/>
                    <a:pt x="53750" y="42444"/>
                  </a:cubicBezTo>
                  <a:lnTo>
                    <a:pt x="60616" y="56201"/>
                  </a:lnTo>
                  <a:lnTo>
                    <a:pt x="60616" y="56201"/>
                  </a:lnTo>
                  <a:lnTo>
                    <a:pt x="51709" y="54772"/>
                  </a:lnTo>
                  <a:lnTo>
                    <a:pt x="46502" y="53929"/>
                  </a:lnTo>
                  <a:cubicBezTo>
                    <a:pt x="46502" y="53904"/>
                    <a:pt x="46528" y="53904"/>
                    <a:pt x="46528" y="53878"/>
                  </a:cubicBezTo>
                  <a:cubicBezTo>
                    <a:pt x="46528" y="53572"/>
                    <a:pt x="46374" y="53317"/>
                    <a:pt x="46170" y="53138"/>
                  </a:cubicBezTo>
                  <a:lnTo>
                    <a:pt x="46579" y="52500"/>
                  </a:lnTo>
                  <a:lnTo>
                    <a:pt x="53010" y="42419"/>
                  </a:lnTo>
                  <a:close/>
                  <a:moveTo>
                    <a:pt x="52525" y="41832"/>
                  </a:moveTo>
                  <a:cubicBezTo>
                    <a:pt x="52525" y="41857"/>
                    <a:pt x="52551" y="41908"/>
                    <a:pt x="52551" y="41934"/>
                  </a:cubicBezTo>
                  <a:lnTo>
                    <a:pt x="42163" y="47753"/>
                  </a:lnTo>
                  <a:lnTo>
                    <a:pt x="34557" y="51990"/>
                  </a:lnTo>
                  <a:lnTo>
                    <a:pt x="34430" y="51990"/>
                  </a:lnTo>
                  <a:lnTo>
                    <a:pt x="34455" y="52041"/>
                  </a:lnTo>
                  <a:lnTo>
                    <a:pt x="26901" y="56277"/>
                  </a:lnTo>
                  <a:lnTo>
                    <a:pt x="23557" y="58141"/>
                  </a:lnTo>
                  <a:cubicBezTo>
                    <a:pt x="23379" y="57911"/>
                    <a:pt x="23098" y="57732"/>
                    <a:pt x="22792" y="57732"/>
                  </a:cubicBezTo>
                  <a:cubicBezTo>
                    <a:pt x="22690" y="57732"/>
                    <a:pt x="22613" y="57758"/>
                    <a:pt x="22536" y="57783"/>
                  </a:cubicBezTo>
                  <a:lnTo>
                    <a:pt x="19857" y="51096"/>
                  </a:lnTo>
                  <a:lnTo>
                    <a:pt x="18759" y="48391"/>
                  </a:lnTo>
                  <a:cubicBezTo>
                    <a:pt x="18938" y="48263"/>
                    <a:pt x="19065" y="48085"/>
                    <a:pt x="19065" y="47855"/>
                  </a:cubicBezTo>
                  <a:lnTo>
                    <a:pt x="24987" y="46783"/>
                  </a:lnTo>
                  <a:lnTo>
                    <a:pt x="52525" y="41832"/>
                  </a:lnTo>
                  <a:close/>
                  <a:moveTo>
                    <a:pt x="54108" y="42215"/>
                  </a:moveTo>
                  <a:lnTo>
                    <a:pt x="74909" y="58421"/>
                  </a:lnTo>
                  <a:cubicBezTo>
                    <a:pt x="74909" y="58447"/>
                    <a:pt x="74883" y="58472"/>
                    <a:pt x="74883" y="58498"/>
                  </a:cubicBezTo>
                  <a:lnTo>
                    <a:pt x="60871" y="56226"/>
                  </a:lnTo>
                  <a:lnTo>
                    <a:pt x="53929" y="42368"/>
                  </a:lnTo>
                  <a:cubicBezTo>
                    <a:pt x="54006" y="42317"/>
                    <a:pt x="54057" y="42266"/>
                    <a:pt x="54108" y="42215"/>
                  </a:cubicBezTo>
                  <a:close/>
                  <a:moveTo>
                    <a:pt x="60973" y="56456"/>
                  </a:moveTo>
                  <a:lnTo>
                    <a:pt x="74858" y="58702"/>
                  </a:lnTo>
                  <a:lnTo>
                    <a:pt x="63321" y="61203"/>
                  </a:lnTo>
                  <a:lnTo>
                    <a:pt x="60973" y="56456"/>
                  </a:lnTo>
                  <a:close/>
                  <a:moveTo>
                    <a:pt x="46476" y="54134"/>
                  </a:moveTo>
                  <a:lnTo>
                    <a:pt x="60718" y="56405"/>
                  </a:lnTo>
                  <a:lnTo>
                    <a:pt x="63117" y="61229"/>
                  </a:lnTo>
                  <a:lnTo>
                    <a:pt x="58447" y="62250"/>
                  </a:lnTo>
                  <a:cubicBezTo>
                    <a:pt x="58370" y="61969"/>
                    <a:pt x="58115" y="61790"/>
                    <a:pt x="57808" y="61790"/>
                  </a:cubicBezTo>
                  <a:cubicBezTo>
                    <a:pt x="57604" y="61790"/>
                    <a:pt x="57426" y="61867"/>
                    <a:pt x="57298" y="61995"/>
                  </a:cubicBezTo>
                  <a:lnTo>
                    <a:pt x="46400" y="54338"/>
                  </a:lnTo>
                  <a:cubicBezTo>
                    <a:pt x="46425" y="54261"/>
                    <a:pt x="46451" y="54185"/>
                    <a:pt x="46476" y="54134"/>
                  </a:cubicBezTo>
                  <a:close/>
                  <a:moveTo>
                    <a:pt x="1736" y="39203"/>
                  </a:moveTo>
                  <a:lnTo>
                    <a:pt x="4543" y="40683"/>
                  </a:lnTo>
                  <a:lnTo>
                    <a:pt x="17866" y="47676"/>
                  </a:lnTo>
                  <a:cubicBezTo>
                    <a:pt x="17840" y="47727"/>
                    <a:pt x="17815" y="47779"/>
                    <a:pt x="17815" y="47855"/>
                  </a:cubicBezTo>
                  <a:cubicBezTo>
                    <a:pt x="17815" y="47983"/>
                    <a:pt x="17866" y="48085"/>
                    <a:pt x="17917" y="48187"/>
                  </a:cubicBezTo>
                  <a:lnTo>
                    <a:pt x="1940" y="62530"/>
                  </a:lnTo>
                  <a:lnTo>
                    <a:pt x="1582" y="62862"/>
                  </a:lnTo>
                  <a:cubicBezTo>
                    <a:pt x="1429" y="62735"/>
                    <a:pt x="1251" y="62633"/>
                    <a:pt x="1046" y="62607"/>
                  </a:cubicBezTo>
                  <a:lnTo>
                    <a:pt x="1046" y="39611"/>
                  </a:lnTo>
                  <a:cubicBezTo>
                    <a:pt x="1327" y="39586"/>
                    <a:pt x="1582" y="39433"/>
                    <a:pt x="1736" y="39203"/>
                  </a:cubicBezTo>
                  <a:close/>
                  <a:moveTo>
                    <a:pt x="18070" y="48340"/>
                  </a:moveTo>
                  <a:cubicBezTo>
                    <a:pt x="18172" y="48417"/>
                    <a:pt x="18300" y="48468"/>
                    <a:pt x="18453" y="48468"/>
                  </a:cubicBezTo>
                  <a:lnTo>
                    <a:pt x="18580" y="48468"/>
                  </a:lnTo>
                  <a:lnTo>
                    <a:pt x="22358" y="57860"/>
                  </a:lnTo>
                  <a:cubicBezTo>
                    <a:pt x="22051" y="58013"/>
                    <a:pt x="21847" y="58319"/>
                    <a:pt x="21847" y="58677"/>
                  </a:cubicBezTo>
                  <a:cubicBezTo>
                    <a:pt x="21847" y="58728"/>
                    <a:pt x="21847" y="58753"/>
                    <a:pt x="21847" y="58779"/>
                  </a:cubicBezTo>
                  <a:lnTo>
                    <a:pt x="1838" y="63245"/>
                  </a:lnTo>
                  <a:cubicBezTo>
                    <a:pt x="1812" y="63169"/>
                    <a:pt x="1761" y="63066"/>
                    <a:pt x="1710" y="62990"/>
                  </a:cubicBezTo>
                  <a:lnTo>
                    <a:pt x="7019" y="58243"/>
                  </a:lnTo>
                  <a:lnTo>
                    <a:pt x="18070" y="48340"/>
                  </a:lnTo>
                  <a:close/>
                  <a:moveTo>
                    <a:pt x="46272" y="54491"/>
                  </a:moveTo>
                  <a:lnTo>
                    <a:pt x="57196" y="62173"/>
                  </a:lnTo>
                  <a:cubicBezTo>
                    <a:pt x="57145" y="62275"/>
                    <a:pt x="57119" y="62377"/>
                    <a:pt x="57119" y="62479"/>
                  </a:cubicBezTo>
                  <a:cubicBezTo>
                    <a:pt x="57119" y="62505"/>
                    <a:pt x="57119" y="62505"/>
                    <a:pt x="57119" y="62530"/>
                  </a:cubicBezTo>
                  <a:lnTo>
                    <a:pt x="46732" y="64776"/>
                  </a:lnTo>
                  <a:cubicBezTo>
                    <a:pt x="46604" y="64419"/>
                    <a:pt x="46298" y="64164"/>
                    <a:pt x="45915" y="64113"/>
                  </a:cubicBezTo>
                  <a:lnTo>
                    <a:pt x="45685" y="54823"/>
                  </a:lnTo>
                  <a:cubicBezTo>
                    <a:pt x="45915" y="54797"/>
                    <a:pt x="46145" y="54670"/>
                    <a:pt x="46272" y="54491"/>
                  </a:cubicBezTo>
                  <a:close/>
                  <a:moveTo>
                    <a:pt x="99206" y="51607"/>
                  </a:moveTo>
                  <a:lnTo>
                    <a:pt x="118960" y="60872"/>
                  </a:lnTo>
                  <a:cubicBezTo>
                    <a:pt x="118935" y="60948"/>
                    <a:pt x="118935" y="61025"/>
                    <a:pt x="118935" y="61101"/>
                  </a:cubicBezTo>
                  <a:cubicBezTo>
                    <a:pt x="118935" y="61127"/>
                    <a:pt x="118935" y="61127"/>
                    <a:pt x="118935" y="61152"/>
                  </a:cubicBezTo>
                  <a:lnTo>
                    <a:pt x="103009" y="64802"/>
                  </a:lnTo>
                  <a:lnTo>
                    <a:pt x="98772" y="51990"/>
                  </a:lnTo>
                  <a:cubicBezTo>
                    <a:pt x="98951" y="51913"/>
                    <a:pt x="99104" y="51760"/>
                    <a:pt x="99206" y="51607"/>
                  </a:cubicBezTo>
                  <a:close/>
                  <a:moveTo>
                    <a:pt x="34685" y="52219"/>
                  </a:moveTo>
                  <a:lnTo>
                    <a:pt x="44639" y="53827"/>
                  </a:lnTo>
                  <a:cubicBezTo>
                    <a:pt x="44639" y="53853"/>
                    <a:pt x="44639" y="53853"/>
                    <a:pt x="44639" y="53878"/>
                  </a:cubicBezTo>
                  <a:cubicBezTo>
                    <a:pt x="44639" y="54185"/>
                    <a:pt x="44766" y="54440"/>
                    <a:pt x="44996" y="54619"/>
                  </a:cubicBezTo>
                  <a:lnTo>
                    <a:pt x="40989" y="60897"/>
                  </a:lnTo>
                  <a:lnTo>
                    <a:pt x="37493" y="66333"/>
                  </a:lnTo>
                  <a:cubicBezTo>
                    <a:pt x="37416" y="66308"/>
                    <a:pt x="37339" y="66282"/>
                    <a:pt x="37237" y="66257"/>
                  </a:cubicBezTo>
                  <a:lnTo>
                    <a:pt x="34685" y="52219"/>
                  </a:lnTo>
                  <a:close/>
                  <a:moveTo>
                    <a:pt x="34481" y="52270"/>
                  </a:moveTo>
                  <a:lnTo>
                    <a:pt x="37033" y="66282"/>
                  </a:lnTo>
                  <a:cubicBezTo>
                    <a:pt x="36906" y="66308"/>
                    <a:pt x="36778" y="66359"/>
                    <a:pt x="36676" y="66461"/>
                  </a:cubicBezTo>
                  <a:lnTo>
                    <a:pt x="23659" y="59059"/>
                  </a:lnTo>
                  <a:cubicBezTo>
                    <a:pt x="23710" y="58957"/>
                    <a:pt x="23736" y="58830"/>
                    <a:pt x="23736" y="58677"/>
                  </a:cubicBezTo>
                  <a:cubicBezTo>
                    <a:pt x="23736" y="58549"/>
                    <a:pt x="23710" y="58421"/>
                    <a:pt x="23659" y="58319"/>
                  </a:cubicBezTo>
                  <a:lnTo>
                    <a:pt x="34481" y="52270"/>
                  </a:lnTo>
                  <a:close/>
                  <a:moveTo>
                    <a:pt x="97624" y="51683"/>
                  </a:moveTo>
                  <a:cubicBezTo>
                    <a:pt x="97726" y="51811"/>
                    <a:pt x="97879" y="51939"/>
                    <a:pt x="98057" y="51990"/>
                  </a:cubicBezTo>
                  <a:lnTo>
                    <a:pt x="94229" y="66206"/>
                  </a:lnTo>
                  <a:lnTo>
                    <a:pt x="94127" y="66206"/>
                  </a:lnTo>
                  <a:cubicBezTo>
                    <a:pt x="93872" y="66206"/>
                    <a:pt x="93668" y="66333"/>
                    <a:pt x="93540" y="66538"/>
                  </a:cubicBezTo>
                  <a:lnTo>
                    <a:pt x="81162" y="61101"/>
                  </a:lnTo>
                  <a:lnTo>
                    <a:pt x="97624" y="51683"/>
                  </a:lnTo>
                  <a:close/>
                  <a:moveTo>
                    <a:pt x="98593" y="52041"/>
                  </a:moveTo>
                  <a:lnTo>
                    <a:pt x="102805" y="64828"/>
                  </a:lnTo>
                  <a:lnTo>
                    <a:pt x="94791" y="66665"/>
                  </a:lnTo>
                  <a:cubicBezTo>
                    <a:pt x="94714" y="66486"/>
                    <a:pt x="94586" y="66333"/>
                    <a:pt x="94408" y="66257"/>
                  </a:cubicBezTo>
                  <a:lnTo>
                    <a:pt x="98236" y="52041"/>
                  </a:lnTo>
                  <a:cubicBezTo>
                    <a:pt x="98287" y="52066"/>
                    <a:pt x="98338" y="52066"/>
                    <a:pt x="98389" y="52066"/>
                  </a:cubicBezTo>
                  <a:cubicBezTo>
                    <a:pt x="98466" y="52066"/>
                    <a:pt x="98517" y="52066"/>
                    <a:pt x="98593" y="52041"/>
                  </a:cubicBezTo>
                  <a:close/>
                  <a:moveTo>
                    <a:pt x="45149" y="54721"/>
                  </a:moveTo>
                  <a:cubicBezTo>
                    <a:pt x="45251" y="54772"/>
                    <a:pt x="45379" y="54797"/>
                    <a:pt x="45507" y="54823"/>
                  </a:cubicBezTo>
                  <a:lnTo>
                    <a:pt x="45711" y="64138"/>
                  </a:lnTo>
                  <a:cubicBezTo>
                    <a:pt x="45251" y="64189"/>
                    <a:pt x="44894" y="64572"/>
                    <a:pt x="44894" y="65057"/>
                  </a:cubicBezTo>
                  <a:cubicBezTo>
                    <a:pt x="44894" y="65108"/>
                    <a:pt x="44894" y="65134"/>
                    <a:pt x="44894" y="65159"/>
                  </a:cubicBezTo>
                  <a:lnTo>
                    <a:pt x="37850" y="66691"/>
                  </a:lnTo>
                  <a:cubicBezTo>
                    <a:pt x="37799" y="66589"/>
                    <a:pt x="37748" y="66512"/>
                    <a:pt x="37671" y="66461"/>
                  </a:cubicBezTo>
                  <a:lnTo>
                    <a:pt x="40223" y="62454"/>
                  </a:lnTo>
                  <a:lnTo>
                    <a:pt x="45149" y="54721"/>
                  </a:lnTo>
                  <a:close/>
                  <a:moveTo>
                    <a:pt x="74909" y="58906"/>
                  </a:moveTo>
                  <a:cubicBezTo>
                    <a:pt x="74909" y="58957"/>
                    <a:pt x="74960" y="59008"/>
                    <a:pt x="74985" y="59059"/>
                  </a:cubicBezTo>
                  <a:lnTo>
                    <a:pt x="67635" y="68248"/>
                  </a:lnTo>
                  <a:cubicBezTo>
                    <a:pt x="67507" y="68145"/>
                    <a:pt x="67328" y="68094"/>
                    <a:pt x="67150" y="68094"/>
                  </a:cubicBezTo>
                  <a:cubicBezTo>
                    <a:pt x="67022" y="68094"/>
                    <a:pt x="66920" y="68120"/>
                    <a:pt x="66818" y="68145"/>
                  </a:cubicBezTo>
                  <a:lnTo>
                    <a:pt x="63423" y="61382"/>
                  </a:lnTo>
                  <a:lnTo>
                    <a:pt x="74909" y="58906"/>
                  </a:lnTo>
                  <a:close/>
                  <a:moveTo>
                    <a:pt x="63219" y="61408"/>
                  </a:moveTo>
                  <a:lnTo>
                    <a:pt x="66614" y="68248"/>
                  </a:lnTo>
                  <a:cubicBezTo>
                    <a:pt x="66563" y="68299"/>
                    <a:pt x="66486" y="68350"/>
                    <a:pt x="66435" y="68426"/>
                  </a:cubicBezTo>
                  <a:lnTo>
                    <a:pt x="58421" y="62786"/>
                  </a:lnTo>
                  <a:cubicBezTo>
                    <a:pt x="58472" y="62709"/>
                    <a:pt x="58498" y="62582"/>
                    <a:pt x="58498" y="62479"/>
                  </a:cubicBezTo>
                  <a:cubicBezTo>
                    <a:pt x="58498" y="62454"/>
                    <a:pt x="58498" y="62454"/>
                    <a:pt x="58498" y="62428"/>
                  </a:cubicBezTo>
                  <a:lnTo>
                    <a:pt x="63219" y="61408"/>
                  </a:lnTo>
                  <a:close/>
                  <a:moveTo>
                    <a:pt x="75878" y="59008"/>
                  </a:moveTo>
                  <a:lnTo>
                    <a:pt x="80728" y="61127"/>
                  </a:lnTo>
                  <a:lnTo>
                    <a:pt x="67915" y="68477"/>
                  </a:lnTo>
                  <a:cubicBezTo>
                    <a:pt x="67864" y="68452"/>
                    <a:pt x="67839" y="68401"/>
                    <a:pt x="67813" y="68375"/>
                  </a:cubicBezTo>
                  <a:lnTo>
                    <a:pt x="75138" y="59187"/>
                  </a:lnTo>
                  <a:cubicBezTo>
                    <a:pt x="75215" y="59213"/>
                    <a:pt x="75317" y="59238"/>
                    <a:pt x="75419" y="59238"/>
                  </a:cubicBezTo>
                  <a:cubicBezTo>
                    <a:pt x="75598" y="59238"/>
                    <a:pt x="75776" y="59136"/>
                    <a:pt x="75878" y="59008"/>
                  </a:cubicBezTo>
                  <a:close/>
                  <a:moveTo>
                    <a:pt x="80957" y="61229"/>
                  </a:moveTo>
                  <a:lnTo>
                    <a:pt x="93463" y="66716"/>
                  </a:lnTo>
                  <a:cubicBezTo>
                    <a:pt x="93438" y="66767"/>
                    <a:pt x="93438" y="66818"/>
                    <a:pt x="93438" y="66869"/>
                  </a:cubicBezTo>
                  <a:lnTo>
                    <a:pt x="84964" y="67533"/>
                  </a:lnTo>
                  <a:lnTo>
                    <a:pt x="68069" y="68860"/>
                  </a:lnTo>
                  <a:cubicBezTo>
                    <a:pt x="68043" y="68783"/>
                    <a:pt x="68017" y="68732"/>
                    <a:pt x="67992" y="68656"/>
                  </a:cubicBezTo>
                  <a:lnTo>
                    <a:pt x="80957" y="61229"/>
                  </a:lnTo>
                  <a:close/>
                  <a:moveTo>
                    <a:pt x="118986" y="61356"/>
                  </a:moveTo>
                  <a:lnTo>
                    <a:pt x="110997" y="65746"/>
                  </a:lnTo>
                  <a:lnTo>
                    <a:pt x="104515" y="69345"/>
                  </a:lnTo>
                  <a:lnTo>
                    <a:pt x="103060" y="64981"/>
                  </a:lnTo>
                  <a:lnTo>
                    <a:pt x="118986" y="61356"/>
                  </a:lnTo>
                  <a:close/>
                  <a:moveTo>
                    <a:pt x="23557" y="59238"/>
                  </a:moveTo>
                  <a:lnTo>
                    <a:pt x="36548" y="66614"/>
                  </a:lnTo>
                  <a:cubicBezTo>
                    <a:pt x="36497" y="66742"/>
                    <a:pt x="36446" y="66844"/>
                    <a:pt x="36446" y="66997"/>
                  </a:cubicBezTo>
                  <a:cubicBezTo>
                    <a:pt x="36446" y="67227"/>
                    <a:pt x="36574" y="67456"/>
                    <a:pt x="36752" y="67584"/>
                  </a:cubicBezTo>
                  <a:lnTo>
                    <a:pt x="34175" y="72050"/>
                  </a:lnTo>
                  <a:lnTo>
                    <a:pt x="23481" y="59340"/>
                  </a:lnTo>
                  <a:cubicBezTo>
                    <a:pt x="23506" y="59315"/>
                    <a:pt x="23532" y="59264"/>
                    <a:pt x="23557" y="59238"/>
                  </a:cubicBezTo>
                  <a:close/>
                  <a:moveTo>
                    <a:pt x="119088" y="61535"/>
                  </a:moveTo>
                  <a:cubicBezTo>
                    <a:pt x="119088" y="61561"/>
                    <a:pt x="119114" y="61586"/>
                    <a:pt x="119139" y="61612"/>
                  </a:cubicBezTo>
                  <a:lnTo>
                    <a:pt x="111891" y="71412"/>
                  </a:lnTo>
                  <a:lnTo>
                    <a:pt x="107705" y="77078"/>
                  </a:lnTo>
                  <a:cubicBezTo>
                    <a:pt x="107552" y="77002"/>
                    <a:pt x="107399" y="76951"/>
                    <a:pt x="107220" y="76951"/>
                  </a:cubicBezTo>
                  <a:cubicBezTo>
                    <a:pt x="107143" y="76951"/>
                    <a:pt x="107092" y="76951"/>
                    <a:pt x="107016" y="76976"/>
                  </a:cubicBezTo>
                  <a:lnTo>
                    <a:pt x="104566" y="69524"/>
                  </a:lnTo>
                  <a:lnTo>
                    <a:pt x="111431" y="65746"/>
                  </a:lnTo>
                  <a:lnTo>
                    <a:pt x="119088" y="61535"/>
                  </a:lnTo>
                  <a:close/>
                  <a:moveTo>
                    <a:pt x="119981" y="61739"/>
                  </a:moveTo>
                  <a:lnTo>
                    <a:pt x="127664" y="73199"/>
                  </a:lnTo>
                  <a:lnTo>
                    <a:pt x="123172" y="78916"/>
                  </a:lnTo>
                  <a:lnTo>
                    <a:pt x="108164" y="77869"/>
                  </a:lnTo>
                  <a:cubicBezTo>
                    <a:pt x="108164" y="77614"/>
                    <a:pt x="108037" y="77385"/>
                    <a:pt x="107858" y="77206"/>
                  </a:cubicBezTo>
                  <a:lnTo>
                    <a:pt x="119318" y="61739"/>
                  </a:lnTo>
                  <a:cubicBezTo>
                    <a:pt x="119420" y="61790"/>
                    <a:pt x="119547" y="61816"/>
                    <a:pt x="119675" y="61816"/>
                  </a:cubicBezTo>
                  <a:cubicBezTo>
                    <a:pt x="119777" y="61816"/>
                    <a:pt x="119879" y="61790"/>
                    <a:pt x="119981" y="61739"/>
                  </a:cubicBezTo>
                  <a:close/>
                  <a:moveTo>
                    <a:pt x="142288" y="55027"/>
                  </a:moveTo>
                  <a:cubicBezTo>
                    <a:pt x="142288" y="55052"/>
                    <a:pt x="142314" y="55052"/>
                    <a:pt x="142339" y="55052"/>
                  </a:cubicBezTo>
                  <a:lnTo>
                    <a:pt x="132283" y="78916"/>
                  </a:lnTo>
                  <a:cubicBezTo>
                    <a:pt x="132232" y="78916"/>
                    <a:pt x="132156" y="78890"/>
                    <a:pt x="132105" y="78890"/>
                  </a:cubicBezTo>
                  <a:cubicBezTo>
                    <a:pt x="131977" y="78890"/>
                    <a:pt x="131875" y="78916"/>
                    <a:pt x="131773" y="78967"/>
                  </a:cubicBezTo>
                  <a:lnTo>
                    <a:pt x="127919" y="73224"/>
                  </a:lnTo>
                  <a:lnTo>
                    <a:pt x="142288" y="55027"/>
                  </a:lnTo>
                  <a:close/>
                  <a:moveTo>
                    <a:pt x="102881" y="65032"/>
                  </a:moveTo>
                  <a:lnTo>
                    <a:pt x="104336" y="69422"/>
                  </a:lnTo>
                  <a:lnTo>
                    <a:pt x="86955" y="78992"/>
                  </a:lnTo>
                  <a:cubicBezTo>
                    <a:pt x="86930" y="78967"/>
                    <a:pt x="86904" y="78941"/>
                    <a:pt x="86879" y="78916"/>
                  </a:cubicBezTo>
                  <a:lnTo>
                    <a:pt x="91268" y="71770"/>
                  </a:lnTo>
                  <a:lnTo>
                    <a:pt x="93846" y="67558"/>
                  </a:lnTo>
                  <a:cubicBezTo>
                    <a:pt x="93923" y="67609"/>
                    <a:pt x="94025" y="67609"/>
                    <a:pt x="94127" y="67609"/>
                  </a:cubicBezTo>
                  <a:cubicBezTo>
                    <a:pt x="94510" y="67609"/>
                    <a:pt x="94842" y="67303"/>
                    <a:pt x="94842" y="66920"/>
                  </a:cubicBezTo>
                  <a:cubicBezTo>
                    <a:pt x="94842" y="66895"/>
                    <a:pt x="94842" y="66869"/>
                    <a:pt x="94842" y="66844"/>
                  </a:cubicBezTo>
                  <a:lnTo>
                    <a:pt x="102881" y="65032"/>
                  </a:lnTo>
                  <a:close/>
                  <a:moveTo>
                    <a:pt x="104387" y="69626"/>
                  </a:moveTo>
                  <a:lnTo>
                    <a:pt x="106837" y="77053"/>
                  </a:lnTo>
                  <a:cubicBezTo>
                    <a:pt x="106531" y="77180"/>
                    <a:pt x="106301" y="77512"/>
                    <a:pt x="106276" y="77869"/>
                  </a:cubicBezTo>
                  <a:lnTo>
                    <a:pt x="87083" y="79222"/>
                  </a:lnTo>
                  <a:cubicBezTo>
                    <a:pt x="87083" y="79197"/>
                    <a:pt x="87057" y="79197"/>
                    <a:pt x="87057" y="79171"/>
                  </a:cubicBezTo>
                  <a:lnTo>
                    <a:pt x="104387" y="69626"/>
                  </a:lnTo>
                  <a:close/>
                  <a:moveTo>
                    <a:pt x="142518" y="55129"/>
                  </a:moveTo>
                  <a:cubicBezTo>
                    <a:pt x="142569" y="55155"/>
                    <a:pt x="142620" y="55180"/>
                    <a:pt x="142696" y="55180"/>
                  </a:cubicBezTo>
                  <a:lnTo>
                    <a:pt x="142696" y="77818"/>
                  </a:lnTo>
                  <a:lnTo>
                    <a:pt x="132794" y="79426"/>
                  </a:lnTo>
                  <a:cubicBezTo>
                    <a:pt x="132743" y="79248"/>
                    <a:pt x="132640" y="79095"/>
                    <a:pt x="132462" y="78992"/>
                  </a:cubicBezTo>
                  <a:lnTo>
                    <a:pt x="142518" y="55129"/>
                  </a:lnTo>
                  <a:close/>
                  <a:moveTo>
                    <a:pt x="127791" y="73378"/>
                  </a:moveTo>
                  <a:lnTo>
                    <a:pt x="131620" y="79069"/>
                  </a:lnTo>
                  <a:cubicBezTo>
                    <a:pt x="131492" y="79171"/>
                    <a:pt x="131415" y="79324"/>
                    <a:pt x="131364" y="79477"/>
                  </a:cubicBezTo>
                  <a:lnTo>
                    <a:pt x="128914" y="79299"/>
                  </a:lnTo>
                  <a:lnTo>
                    <a:pt x="123401" y="78916"/>
                  </a:lnTo>
                  <a:lnTo>
                    <a:pt x="127791" y="73378"/>
                  </a:lnTo>
                  <a:close/>
                  <a:moveTo>
                    <a:pt x="58319" y="62964"/>
                  </a:moveTo>
                  <a:lnTo>
                    <a:pt x="63959" y="66920"/>
                  </a:lnTo>
                  <a:lnTo>
                    <a:pt x="66307" y="68579"/>
                  </a:lnTo>
                  <a:cubicBezTo>
                    <a:pt x="66231" y="68707"/>
                    <a:pt x="66205" y="68860"/>
                    <a:pt x="66205" y="69039"/>
                  </a:cubicBezTo>
                  <a:cubicBezTo>
                    <a:pt x="66205" y="69447"/>
                    <a:pt x="66461" y="69779"/>
                    <a:pt x="66818" y="69906"/>
                  </a:cubicBezTo>
                  <a:lnTo>
                    <a:pt x="64674" y="78023"/>
                  </a:lnTo>
                  <a:lnTo>
                    <a:pt x="64113" y="80218"/>
                  </a:lnTo>
                  <a:lnTo>
                    <a:pt x="64010" y="80218"/>
                  </a:lnTo>
                  <a:cubicBezTo>
                    <a:pt x="63959" y="80218"/>
                    <a:pt x="63934" y="80218"/>
                    <a:pt x="63883" y="80243"/>
                  </a:cubicBezTo>
                  <a:lnTo>
                    <a:pt x="58115" y="63092"/>
                  </a:lnTo>
                  <a:cubicBezTo>
                    <a:pt x="58191" y="63066"/>
                    <a:pt x="58268" y="63015"/>
                    <a:pt x="58319" y="62964"/>
                  </a:cubicBezTo>
                  <a:close/>
                  <a:moveTo>
                    <a:pt x="57145" y="62735"/>
                  </a:moveTo>
                  <a:cubicBezTo>
                    <a:pt x="57247" y="62990"/>
                    <a:pt x="57502" y="63169"/>
                    <a:pt x="57808" y="63169"/>
                  </a:cubicBezTo>
                  <a:lnTo>
                    <a:pt x="57936" y="63169"/>
                  </a:lnTo>
                  <a:lnTo>
                    <a:pt x="63704" y="80294"/>
                  </a:lnTo>
                  <a:cubicBezTo>
                    <a:pt x="63628" y="80320"/>
                    <a:pt x="63577" y="80371"/>
                    <a:pt x="63551" y="80396"/>
                  </a:cubicBezTo>
                  <a:lnTo>
                    <a:pt x="46604" y="65619"/>
                  </a:lnTo>
                  <a:cubicBezTo>
                    <a:pt x="46706" y="65440"/>
                    <a:pt x="46783" y="65261"/>
                    <a:pt x="46783" y="65057"/>
                  </a:cubicBezTo>
                  <a:cubicBezTo>
                    <a:pt x="46783" y="65032"/>
                    <a:pt x="46783" y="65006"/>
                    <a:pt x="46757" y="64955"/>
                  </a:cubicBezTo>
                  <a:lnTo>
                    <a:pt x="57145" y="62735"/>
                  </a:lnTo>
                  <a:close/>
                  <a:moveTo>
                    <a:pt x="93438" y="67073"/>
                  </a:moveTo>
                  <a:cubicBezTo>
                    <a:pt x="93438" y="67073"/>
                    <a:pt x="93463" y="67099"/>
                    <a:pt x="93463" y="67125"/>
                  </a:cubicBezTo>
                  <a:lnTo>
                    <a:pt x="79426" y="73658"/>
                  </a:lnTo>
                  <a:lnTo>
                    <a:pt x="64623" y="80549"/>
                  </a:lnTo>
                  <a:cubicBezTo>
                    <a:pt x="64546" y="80422"/>
                    <a:pt x="64444" y="80320"/>
                    <a:pt x="64291" y="80269"/>
                  </a:cubicBezTo>
                  <a:lnTo>
                    <a:pt x="66205" y="72969"/>
                  </a:lnTo>
                  <a:lnTo>
                    <a:pt x="66997" y="69958"/>
                  </a:lnTo>
                  <a:cubicBezTo>
                    <a:pt x="67048" y="69983"/>
                    <a:pt x="67099" y="69983"/>
                    <a:pt x="67124" y="69983"/>
                  </a:cubicBezTo>
                  <a:cubicBezTo>
                    <a:pt x="67660" y="69983"/>
                    <a:pt x="68069" y="69575"/>
                    <a:pt x="68069" y="69064"/>
                  </a:cubicBezTo>
                  <a:lnTo>
                    <a:pt x="87670" y="67507"/>
                  </a:lnTo>
                  <a:lnTo>
                    <a:pt x="93438" y="67073"/>
                  </a:lnTo>
                  <a:close/>
                  <a:moveTo>
                    <a:pt x="93540" y="67303"/>
                  </a:moveTo>
                  <a:cubicBezTo>
                    <a:pt x="93566" y="67354"/>
                    <a:pt x="93617" y="67405"/>
                    <a:pt x="93693" y="67456"/>
                  </a:cubicBezTo>
                  <a:lnTo>
                    <a:pt x="86725" y="78814"/>
                  </a:lnTo>
                  <a:cubicBezTo>
                    <a:pt x="86649" y="78788"/>
                    <a:pt x="86572" y="78763"/>
                    <a:pt x="86496" y="78763"/>
                  </a:cubicBezTo>
                  <a:cubicBezTo>
                    <a:pt x="86190" y="78763"/>
                    <a:pt x="85934" y="78992"/>
                    <a:pt x="85909" y="79299"/>
                  </a:cubicBezTo>
                  <a:lnTo>
                    <a:pt x="64725" y="80805"/>
                  </a:lnTo>
                  <a:cubicBezTo>
                    <a:pt x="64725" y="80779"/>
                    <a:pt x="64725" y="80754"/>
                    <a:pt x="64700" y="80728"/>
                  </a:cubicBezTo>
                  <a:lnTo>
                    <a:pt x="79656" y="73760"/>
                  </a:lnTo>
                  <a:lnTo>
                    <a:pt x="93540" y="67303"/>
                  </a:lnTo>
                  <a:close/>
                  <a:moveTo>
                    <a:pt x="23328" y="59468"/>
                  </a:moveTo>
                  <a:lnTo>
                    <a:pt x="34073" y="72229"/>
                  </a:lnTo>
                  <a:lnTo>
                    <a:pt x="28432" y="82081"/>
                  </a:lnTo>
                  <a:cubicBezTo>
                    <a:pt x="28304" y="82030"/>
                    <a:pt x="28177" y="81979"/>
                    <a:pt x="28049" y="81979"/>
                  </a:cubicBezTo>
                  <a:cubicBezTo>
                    <a:pt x="27998" y="81979"/>
                    <a:pt x="27973" y="82004"/>
                    <a:pt x="27947" y="82004"/>
                  </a:cubicBezTo>
                  <a:lnTo>
                    <a:pt x="24323" y="65312"/>
                  </a:lnTo>
                  <a:lnTo>
                    <a:pt x="23072" y="59570"/>
                  </a:lnTo>
                  <a:cubicBezTo>
                    <a:pt x="23174" y="59544"/>
                    <a:pt x="23251" y="59519"/>
                    <a:pt x="23328" y="59468"/>
                  </a:cubicBezTo>
                  <a:close/>
                  <a:moveTo>
                    <a:pt x="21898" y="58983"/>
                  </a:moveTo>
                  <a:cubicBezTo>
                    <a:pt x="22026" y="59366"/>
                    <a:pt x="22383" y="59621"/>
                    <a:pt x="22792" y="59621"/>
                  </a:cubicBezTo>
                  <a:lnTo>
                    <a:pt x="22894" y="59621"/>
                  </a:lnTo>
                  <a:lnTo>
                    <a:pt x="27743" y="82055"/>
                  </a:lnTo>
                  <a:cubicBezTo>
                    <a:pt x="27590" y="82106"/>
                    <a:pt x="27437" y="82183"/>
                    <a:pt x="27335" y="82310"/>
                  </a:cubicBezTo>
                  <a:lnTo>
                    <a:pt x="1761" y="64011"/>
                  </a:lnTo>
                  <a:cubicBezTo>
                    <a:pt x="1838" y="63883"/>
                    <a:pt x="1889" y="63730"/>
                    <a:pt x="1889" y="63551"/>
                  </a:cubicBezTo>
                  <a:cubicBezTo>
                    <a:pt x="1889" y="63526"/>
                    <a:pt x="1889" y="63475"/>
                    <a:pt x="1889" y="63449"/>
                  </a:cubicBezTo>
                  <a:lnTo>
                    <a:pt x="21898" y="58983"/>
                  </a:lnTo>
                  <a:close/>
                  <a:moveTo>
                    <a:pt x="1659" y="64189"/>
                  </a:moveTo>
                  <a:lnTo>
                    <a:pt x="20061" y="77359"/>
                  </a:lnTo>
                  <a:lnTo>
                    <a:pt x="27207" y="82464"/>
                  </a:lnTo>
                  <a:cubicBezTo>
                    <a:pt x="27181" y="82515"/>
                    <a:pt x="27156" y="82566"/>
                    <a:pt x="27156" y="82617"/>
                  </a:cubicBezTo>
                  <a:lnTo>
                    <a:pt x="1582" y="76746"/>
                  </a:lnTo>
                  <a:cubicBezTo>
                    <a:pt x="1582" y="76721"/>
                    <a:pt x="1582" y="76721"/>
                    <a:pt x="1582" y="76695"/>
                  </a:cubicBezTo>
                  <a:cubicBezTo>
                    <a:pt x="1582" y="76389"/>
                    <a:pt x="1353" y="76108"/>
                    <a:pt x="1046" y="76057"/>
                  </a:cubicBezTo>
                  <a:lnTo>
                    <a:pt x="1046" y="64496"/>
                  </a:lnTo>
                  <a:cubicBezTo>
                    <a:pt x="1276" y="64470"/>
                    <a:pt x="1506" y="64343"/>
                    <a:pt x="1659" y="64189"/>
                  </a:cubicBezTo>
                  <a:close/>
                  <a:moveTo>
                    <a:pt x="142339" y="78074"/>
                  </a:moveTo>
                  <a:lnTo>
                    <a:pt x="132283" y="84684"/>
                  </a:lnTo>
                  <a:cubicBezTo>
                    <a:pt x="132130" y="84531"/>
                    <a:pt x="131951" y="84403"/>
                    <a:pt x="131747" y="84378"/>
                  </a:cubicBezTo>
                  <a:lnTo>
                    <a:pt x="132130" y="80371"/>
                  </a:lnTo>
                  <a:cubicBezTo>
                    <a:pt x="132513" y="80345"/>
                    <a:pt x="132845" y="80039"/>
                    <a:pt x="132845" y="79631"/>
                  </a:cubicBezTo>
                  <a:cubicBezTo>
                    <a:pt x="132819" y="79631"/>
                    <a:pt x="132819" y="79605"/>
                    <a:pt x="132819" y="79605"/>
                  </a:cubicBezTo>
                  <a:lnTo>
                    <a:pt x="142339" y="78074"/>
                  </a:lnTo>
                  <a:close/>
                  <a:moveTo>
                    <a:pt x="142671" y="78074"/>
                  </a:moveTo>
                  <a:lnTo>
                    <a:pt x="142671" y="82489"/>
                  </a:lnTo>
                  <a:lnTo>
                    <a:pt x="142696" y="82489"/>
                  </a:lnTo>
                  <a:lnTo>
                    <a:pt x="132436" y="84965"/>
                  </a:lnTo>
                  <a:cubicBezTo>
                    <a:pt x="132411" y="84939"/>
                    <a:pt x="132411" y="84888"/>
                    <a:pt x="132385" y="84863"/>
                  </a:cubicBezTo>
                  <a:lnTo>
                    <a:pt x="142671" y="78074"/>
                  </a:lnTo>
                  <a:close/>
                  <a:moveTo>
                    <a:pt x="106301" y="78074"/>
                  </a:moveTo>
                  <a:cubicBezTo>
                    <a:pt x="106301" y="78099"/>
                    <a:pt x="106327" y="78125"/>
                    <a:pt x="106327" y="78176"/>
                  </a:cubicBezTo>
                  <a:lnTo>
                    <a:pt x="87874" y="85807"/>
                  </a:lnTo>
                  <a:lnTo>
                    <a:pt x="86700" y="79937"/>
                  </a:lnTo>
                  <a:cubicBezTo>
                    <a:pt x="86904" y="79835"/>
                    <a:pt x="87057" y="79656"/>
                    <a:pt x="87083" y="79426"/>
                  </a:cubicBezTo>
                  <a:lnTo>
                    <a:pt x="94535" y="78890"/>
                  </a:lnTo>
                  <a:lnTo>
                    <a:pt x="106301" y="78074"/>
                  </a:lnTo>
                  <a:close/>
                  <a:moveTo>
                    <a:pt x="37493" y="67660"/>
                  </a:moveTo>
                  <a:lnTo>
                    <a:pt x="45941" y="86011"/>
                  </a:lnTo>
                  <a:lnTo>
                    <a:pt x="34328" y="72203"/>
                  </a:lnTo>
                  <a:lnTo>
                    <a:pt x="36931" y="67686"/>
                  </a:lnTo>
                  <a:cubicBezTo>
                    <a:pt x="37008" y="67712"/>
                    <a:pt x="37084" y="67737"/>
                    <a:pt x="37186" y="67737"/>
                  </a:cubicBezTo>
                  <a:cubicBezTo>
                    <a:pt x="37288" y="67737"/>
                    <a:pt x="37390" y="67712"/>
                    <a:pt x="37493" y="67660"/>
                  </a:cubicBezTo>
                  <a:close/>
                  <a:moveTo>
                    <a:pt x="44945" y="65363"/>
                  </a:moveTo>
                  <a:cubicBezTo>
                    <a:pt x="45047" y="65695"/>
                    <a:pt x="45379" y="65976"/>
                    <a:pt x="45762" y="66002"/>
                  </a:cubicBezTo>
                  <a:lnTo>
                    <a:pt x="46221" y="86011"/>
                  </a:lnTo>
                  <a:cubicBezTo>
                    <a:pt x="46196" y="86011"/>
                    <a:pt x="46196" y="86037"/>
                    <a:pt x="46170" y="86037"/>
                  </a:cubicBezTo>
                  <a:lnTo>
                    <a:pt x="37646" y="67533"/>
                  </a:lnTo>
                  <a:cubicBezTo>
                    <a:pt x="37824" y="67405"/>
                    <a:pt x="37901" y="67201"/>
                    <a:pt x="37901" y="66997"/>
                  </a:cubicBezTo>
                  <a:cubicBezTo>
                    <a:pt x="37901" y="66946"/>
                    <a:pt x="37901" y="66920"/>
                    <a:pt x="37901" y="66869"/>
                  </a:cubicBezTo>
                  <a:lnTo>
                    <a:pt x="44945" y="65363"/>
                  </a:lnTo>
                  <a:close/>
                  <a:moveTo>
                    <a:pt x="46476" y="65746"/>
                  </a:moveTo>
                  <a:lnTo>
                    <a:pt x="63398" y="80549"/>
                  </a:lnTo>
                  <a:cubicBezTo>
                    <a:pt x="63321" y="80651"/>
                    <a:pt x="63296" y="80805"/>
                    <a:pt x="63296" y="80958"/>
                  </a:cubicBezTo>
                  <a:cubicBezTo>
                    <a:pt x="63296" y="80983"/>
                    <a:pt x="63296" y="81034"/>
                    <a:pt x="63296" y="81085"/>
                  </a:cubicBezTo>
                  <a:lnTo>
                    <a:pt x="54031" y="84046"/>
                  </a:lnTo>
                  <a:lnTo>
                    <a:pt x="46885" y="86343"/>
                  </a:lnTo>
                  <a:cubicBezTo>
                    <a:pt x="46808" y="86164"/>
                    <a:pt x="46630" y="86037"/>
                    <a:pt x="46425" y="86011"/>
                  </a:cubicBezTo>
                  <a:lnTo>
                    <a:pt x="46272" y="80166"/>
                  </a:lnTo>
                  <a:lnTo>
                    <a:pt x="45941" y="66002"/>
                  </a:lnTo>
                  <a:cubicBezTo>
                    <a:pt x="46145" y="65976"/>
                    <a:pt x="46323" y="65874"/>
                    <a:pt x="46476" y="65746"/>
                  </a:cubicBezTo>
                  <a:close/>
                  <a:moveTo>
                    <a:pt x="34226" y="72408"/>
                  </a:moveTo>
                  <a:lnTo>
                    <a:pt x="45864" y="86215"/>
                  </a:lnTo>
                  <a:cubicBezTo>
                    <a:pt x="45813" y="86266"/>
                    <a:pt x="45787" y="86343"/>
                    <a:pt x="45762" y="86419"/>
                  </a:cubicBezTo>
                  <a:lnTo>
                    <a:pt x="28968" y="83025"/>
                  </a:lnTo>
                  <a:cubicBezTo>
                    <a:pt x="28968" y="82999"/>
                    <a:pt x="28994" y="82974"/>
                    <a:pt x="28994" y="82948"/>
                  </a:cubicBezTo>
                  <a:cubicBezTo>
                    <a:pt x="28994" y="82617"/>
                    <a:pt x="28815" y="82361"/>
                    <a:pt x="28585" y="82183"/>
                  </a:cubicBezTo>
                  <a:lnTo>
                    <a:pt x="34226" y="72408"/>
                  </a:lnTo>
                  <a:close/>
                  <a:moveTo>
                    <a:pt x="85909" y="79503"/>
                  </a:moveTo>
                  <a:cubicBezTo>
                    <a:pt x="85934" y="79631"/>
                    <a:pt x="86011" y="79733"/>
                    <a:pt x="86113" y="79809"/>
                  </a:cubicBezTo>
                  <a:lnTo>
                    <a:pt x="81059" y="88053"/>
                  </a:lnTo>
                  <a:cubicBezTo>
                    <a:pt x="80932" y="87976"/>
                    <a:pt x="80804" y="87951"/>
                    <a:pt x="80651" y="87951"/>
                  </a:cubicBezTo>
                  <a:cubicBezTo>
                    <a:pt x="80319" y="87951"/>
                    <a:pt x="80013" y="88129"/>
                    <a:pt x="79860" y="88410"/>
                  </a:cubicBezTo>
                  <a:lnTo>
                    <a:pt x="72509" y="84888"/>
                  </a:lnTo>
                  <a:lnTo>
                    <a:pt x="64700" y="81162"/>
                  </a:lnTo>
                  <a:cubicBezTo>
                    <a:pt x="64725" y="81111"/>
                    <a:pt x="64751" y="81060"/>
                    <a:pt x="64751" y="81009"/>
                  </a:cubicBezTo>
                  <a:lnTo>
                    <a:pt x="85909" y="79503"/>
                  </a:lnTo>
                  <a:close/>
                  <a:moveTo>
                    <a:pt x="86266" y="79911"/>
                  </a:moveTo>
                  <a:cubicBezTo>
                    <a:pt x="86343" y="79937"/>
                    <a:pt x="86419" y="79962"/>
                    <a:pt x="86496" y="79962"/>
                  </a:cubicBezTo>
                  <a:lnTo>
                    <a:pt x="86521" y="79962"/>
                  </a:lnTo>
                  <a:lnTo>
                    <a:pt x="87695" y="85884"/>
                  </a:lnTo>
                  <a:lnTo>
                    <a:pt x="84326" y="87262"/>
                  </a:lnTo>
                  <a:lnTo>
                    <a:pt x="81493" y="88436"/>
                  </a:lnTo>
                  <a:cubicBezTo>
                    <a:pt x="81417" y="88334"/>
                    <a:pt x="81340" y="88232"/>
                    <a:pt x="81238" y="88155"/>
                  </a:cubicBezTo>
                  <a:lnTo>
                    <a:pt x="86266" y="79911"/>
                  </a:lnTo>
                  <a:close/>
                  <a:moveTo>
                    <a:pt x="108164" y="78074"/>
                  </a:moveTo>
                  <a:lnTo>
                    <a:pt x="110793" y="78252"/>
                  </a:lnTo>
                  <a:lnTo>
                    <a:pt x="123018" y="79095"/>
                  </a:lnTo>
                  <a:lnTo>
                    <a:pt x="115617" y="88487"/>
                  </a:lnTo>
                  <a:cubicBezTo>
                    <a:pt x="115464" y="88385"/>
                    <a:pt x="115285" y="88334"/>
                    <a:pt x="115107" y="88334"/>
                  </a:cubicBezTo>
                  <a:cubicBezTo>
                    <a:pt x="114953" y="88334"/>
                    <a:pt x="114800" y="88385"/>
                    <a:pt x="114647" y="88461"/>
                  </a:cubicBezTo>
                  <a:lnTo>
                    <a:pt x="112912" y="85909"/>
                  </a:lnTo>
                  <a:lnTo>
                    <a:pt x="107858" y="78610"/>
                  </a:lnTo>
                  <a:cubicBezTo>
                    <a:pt x="108011" y="78482"/>
                    <a:pt x="108113" y="78278"/>
                    <a:pt x="108164" y="78074"/>
                  </a:cubicBezTo>
                  <a:close/>
                  <a:moveTo>
                    <a:pt x="123274" y="79120"/>
                  </a:moveTo>
                  <a:lnTo>
                    <a:pt x="131364" y="79682"/>
                  </a:lnTo>
                  <a:cubicBezTo>
                    <a:pt x="131364" y="79758"/>
                    <a:pt x="131390" y="79835"/>
                    <a:pt x="131415" y="79886"/>
                  </a:cubicBezTo>
                  <a:lnTo>
                    <a:pt x="124244" y="83969"/>
                  </a:lnTo>
                  <a:lnTo>
                    <a:pt x="115872" y="88742"/>
                  </a:lnTo>
                  <a:cubicBezTo>
                    <a:pt x="115847" y="88691"/>
                    <a:pt x="115796" y="88640"/>
                    <a:pt x="115770" y="88614"/>
                  </a:cubicBezTo>
                  <a:lnTo>
                    <a:pt x="123274" y="79120"/>
                  </a:lnTo>
                  <a:close/>
                  <a:moveTo>
                    <a:pt x="131517" y="80064"/>
                  </a:moveTo>
                  <a:cubicBezTo>
                    <a:pt x="131620" y="80192"/>
                    <a:pt x="131747" y="80294"/>
                    <a:pt x="131926" y="80345"/>
                  </a:cubicBezTo>
                  <a:lnTo>
                    <a:pt x="131543" y="84352"/>
                  </a:lnTo>
                  <a:cubicBezTo>
                    <a:pt x="131007" y="84352"/>
                    <a:pt x="130599" y="84761"/>
                    <a:pt x="130599" y="85296"/>
                  </a:cubicBezTo>
                  <a:cubicBezTo>
                    <a:pt x="130599" y="85322"/>
                    <a:pt x="130599" y="85373"/>
                    <a:pt x="130624" y="85424"/>
                  </a:cubicBezTo>
                  <a:lnTo>
                    <a:pt x="116000" y="88972"/>
                  </a:lnTo>
                  <a:cubicBezTo>
                    <a:pt x="115974" y="88946"/>
                    <a:pt x="115974" y="88921"/>
                    <a:pt x="115974" y="88895"/>
                  </a:cubicBezTo>
                  <a:lnTo>
                    <a:pt x="130190" y="80830"/>
                  </a:lnTo>
                  <a:lnTo>
                    <a:pt x="131517" y="80064"/>
                  </a:lnTo>
                  <a:close/>
                  <a:moveTo>
                    <a:pt x="64623" y="81341"/>
                  </a:moveTo>
                  <a:lnTo>
                    <a:pt x="68120" y="83025"/>
                  </a:lnTo>
                  <a:lnTo>
                    <a:pt x="79758" y="88589"/>
                  </a:lnTo>
                  <a:cubicBezTo>
                    <a:pt x="79732" y="88691"/>
                    <a:pt x="79707" y="88793"/>
                    <a:pt x="79707" y="88895"/>
                  </a:cubicBezTo>
                  <a:cubicBezTo>
                    <a:pt x="79707" y="88946"/>
                    <a:pt x="79732" y="88997"/>
                    <a:pt x="79732" y="89074"/>
                  </a:cubicBezTo>
                  <a:lnTo>
                    <a:pt x="70570" y="91805"/>
                  </a:lnTo>
                  <a:lnTo>
                    <a:pt x="64470" y="81519"/>
                  </a:lnTo>
                  <a:cubicBezTo>
                    <a:pt x="64521" y="81468"/>
                    <a:pt x="64572" y="81417"/>
                    <a:pt x="64623" y="81341"/>
                  </a:cubicBezTo>
                  <a:close/>
                  <a:moveTo>
                    <a:pt x="64291" y="81621"/>
                  </a:moveTo>
                  <a:lnTo>
                    <a:pt x="70391" y="91856"/>
                  </a:lnTo>
                  <a:lnTo>
                    <a:pt x="63194" y="94025"/>
                  </a:lnTo>
                  <a:cubicBezTo>
                    <a:pt x="63092" y="93847"/>
                    <a:pt x="62939" y="93744"/>
                    <a:pt x="62760" y="93719"/>
                  </a:cubicBezTo>
                  <a:lnTo>
                    <a:pt x="64036" y="81672"/>
                  </a:lnTo>
                  <a:cubicBezTo>
                    <a:pt x="64138" y="81672"/>
                    <a:pt x="64215" y="81672"/>
                    <a:pt x="64291" y="81621"/>
                  </a:cubicBezTo>
                  <a:close/>
                  <a:moveTo>
                    <a:pt x="63372" y="81264"/>
                  </a:moveTo>
                  <a:cubicBezTo>
                    <a:pt x="63398" y="81341"/>
                    <a:pt x="63449" y="81417"/>
                    <a:pt x="63526" y="81494"/>
                  </a:cubicBezTo>
                  <a:lnTo>
                    <a:pt x="53470" y="96322"/>
                  </a:lnTo>
                  <a:cubicBezTo>
                    <a:pt x="53342" y="96246"/>
                    <a:pt x="53189" y="96220"/>
                    <a:pt x="53036" y="96220"/>
                  </a:cubicBezTo>
                  <a:cubicBezTo>
                    <a:pt x="52883" y="96220"/>
                    <a:pt x="52730" y="96246"/>
                    <a:pt x="52602" y="96322"/>
                  </a:cubicBezTo>
                  <a:lnTo>
                    <a:pt x="46757" y="87083"/>
                  </a:lnTo>
                  <a:cubicBezTo>
                    <a:pt x="46885" y="86981"/>
                    <a:pt x="46961" y="86802"/>
                    <a:pt x="46961" y="86624"/>
                  </a:cubicBezTo>
                  <a:cubicBezTo>
                    <a:pt x="46961" y="86598"/>
                    <a:pt x="46961" y="86573"/>
                    <a:pt x="46961" y="86522"/>
                  </a:cubicBezTo>
                  <a:lnTo>
                    <a:pt x="54108" y="84225"/>
                  </a:lnTo>
                  <a:lnTo>
                    <a:pt x="63372" y="81264"/>
                  </a:lnTo>
                  <a:close/>
                  <a:moveTo>
                    <a:pt x="63704" y="81596"/>
                  </a:moveTo>
                  <a:cubicBezTo>
                    <a:pt x="63730" y="81621"/>
                    <a:pt x="63781" y="81647"/>
                    <a:pt x="63832" y="81672"/>
                  </a:cubicBezTo>
                  <a:lnTo>
                    <a:pt x="62556" y="93719"/>
                  </a:lnTo>
                  <a:cubicBezTo>
                    <a:pt x="62249" y="93770"/>
                    <a:pt x="62020" y="94025"/>
                    <a:pt x="62020" y="94331"/>
                  </a:cubicBezTo>
                  <a:cubicBezTo>
                    <a:pt x="62020" y="94331"/>
                    <a:pt x="62020" y="94357"/>
                    <a:pt x="62020" y="94357"/>
                  </a:cubicBezTo>
                  <a:lnTo>
                    <a:pt x="53904" y="96782"/>
                  </a:lnTo>
                  <a:cubicBezTo>
                    <a:pt x="53852" y="96654"/>
                    <a:pt x="53750" y="96526"/>
                    <a:pt x="53623" y="96424"/>
                  </a:cubicBezTo>
                  <a:lnTo>
                    <a:pt x="63704" y="81596"/>
                  </a:lnTo>
                  <a:close/>
                  <a:moveTo>
                    <a:pt x="130650" y="85603"/>
                  </a:moveTo>
                  <a:cubicBezTo>
                    <a:pt x="130777" y="85909"/>
                    <a:pt x="131033" y="86139"/>
                    <a:pt x="131364" y="86215"/>
                  </a:cubicBezTo>
                  <a:lnTo>
                    <a:pt x="130292" y="97011"/>
                  </a:lnTo>
                  <a:lnTo>
                    <a:pt x="115974" y="89635"/>
                  </a:lnTo>
                  <a:cubicBezTo>
                    <a:pt x="116025" y="89533"/>
                    <a:pt x="116051" y="89406"/>
                    <a:pt x="116051" y="89278"/>
                  </a:cubicBezTo>
                  <a:cubicBezTo>
                    <a:pt x="116051" y="89252"/>
                    <a:pt x="116051" y="89201"/>
                    <a:pt x="116025" y="89150"/>
                  </a:cubicBezTo>
                  <a:lnTo>
                    <a:pt x="130650" y="85603"/>
                  </a:lnTo>
                  <a:close/>
                  <a:moveTo>
                    <a:pt x="106403" y="78354"/>
                  </a:moveTo>
                  <a:cubicBezTo>
                    <a:pt x="106454" y="78456"/>
                    <a:pt x="106531" y="78559"/>
                    <a:pt x="106633" y="78635"/>
                  </a:cubicBezTo>
                  <a:lnTo>
                    <a:pt x="105357" y="80626"/>
                  </a:lnTo>
                  <a:lnTo>
                    <a:pt x="91422" y="102269"/>
                  </a:lnTo>
                  <a:cubicBezTo>
                    <a:pt x="91345" y="102243"/>
                    <a:pt x="91243" y="102218"/>
                    <a:pt x="91141" y="102218"/>
                  </a:cubicBezTo>
                  <a:lnTo>
                    <a:pt x="91115" y="102218"/>
                  </a:lnTo>
                  <a:lnTo>
                    <a:pt x="87925" y="86011"/>
                  </a:lnTo>
                  <a:lnTo>
                    <a:pt x="106403" y="78354"/>
                  </a:lnTo>
                  <a:close/>
                  <a:moveTo>
                    <a:pt x="87721" y="86088"/>
                  </a:moveTo>
                  <a:lnTo>
                    <a:pt x="89431" y="94689"/>
                  </a:lnTo>
                  <a:lnTo>
                    <a:pt x="90937" y="102269"/>
                  </a:lnTo>
                  <a:cubicBezTo>
                    <a:pt x="90886" y="102269"/>
                    <a:pt x="90860" y="102294"/>
                    <a:pt x="90835" y="102294"/>
                  </a:cubicBezTo>
                  <a:lnTo>
                    <a:pt x="84122" y="93336"/>
                  </a:lnTo>
                  <a:lnTo>
                    <a:pt x="81289" y="89584"/>
                  </a:lnTo>
                  <a:cubicBezTo>
                    <a:pt x="81493" y="89406"/>
                    <a:pt x="81595" y="89176"/>
                    <a:pt x="81595" y="88895"/>
                  </a:cubicBezTo>
                  <a:cubicBezTo>
                    <a:pt x="81595" y="88793"/>
                    <a:pt x="81595" y="88717"/>
                    <a:pt x="81570" y="88640"/>
                  </a:cubicBezTo>
                  <a:lnTo>
                    <a:pt x="86700" y="86522"/>
                  </a:lnTo>
                  <a:lnTo>
                    <a:pt x="87721" y="86088"/>
                  </a:lnTo>
                  <a:close/>
                  <a:moveTo>
                    <a:pt x="107679" y="78737"/>
                  </a:moveTo>
                  <a:lnTo>
                    <a:pt x="109185" y="80881"/>
                  </a:lnTo>
                  <a:lnTo>
                    <a:pt x="114494" y="88563"/>
                  </a:lnTo>
                  <a:cubicBezTo>
                    <a:pt x="114290" y="88742"/>
                    <a:pt x="114162" y="88997"/>
                    <a:pt x="114162" y="89278"/>
                  </a:cubicBezTo>
                  <a:cubicBezTo>
                    <a:pt x="114162" y="89431"/>
                    <a:pt x="114188" y="89559"/>
                    <a:pt x="114239" y="89661"/>
                  </a:cubicBezTo>
                  <a:lnTo>
                    <a:pt x="91677" y="102473"/>
                  </a:lnTo>
                  <a:cubicBezTo>
                    <a:pt x="91651" y="102448"/>
                    <a:pt x="91626" y="102422"/>
                    <a:pt x="91600" y="102397"/>
                  </a:cubicBezTo>
                  <a:lnTo>
                    <a:pt x="106812" y="78737"/>
                  </a:lnTo>
                  <a:cubicBezTo>
                    <a:pt x="106939" y="78814"/>
                    <a:pt x="107067" y="78839"/>
                    <a:pt x="107220" y="78839"/>
                  </a:cubicBezTo>
                  <a:cubicBezTo>
                    <a:pt x="107399" y="78839"/>
                    <a:pt x="107552" y="78814"/>
                    <a:pt x="107679" y="78737"/>
                  </a:cubicBezTo>
                  <a:close/>
                  <a:moveTo>
                    <a:pt x="142671" y="82693"/>
                  </a:moveTo>
                  <a:lnTo>
                    <a:pt x="142671" y="102830"/>
                  </a:lnTo>
                  <a:lnTo>
                    <a:pt x="142696" y="102830"/>
                  </a:lnTo>
                  <a:cubicBezTo>
                    <a:pt x="142492" y="102856"/>
                    <a:pt x="142314" y="102984"/>
                    <a:pt x="142186" y="103137"/>
                  </a:cubicBezTo>
                  <a:lnTo>
                    <a:pt x="130497" y="97113"/>
                  </a:lnTo>
                  <a:lnTo>
                    <a:pt x="131543" y="86241"/>
                  </a:lnTo>
                  <a:cubicBezTo>
                    <a:pt x="132079" y="86241"/>
                    <a:pt x="132487" y="85807"/>
                    <a:pt x="132487" y="85296"/>
                  </a:cubicBezTo>
                  <a:cubicBezTo>
                    <a:pt x="132487" y="85245"/>
                    <a:pt x="132487" y="85220"/>
                    <a:pt x="132462" y="85169"/>
                  </a:cubicBezTo>
                  <a:lnTo>
                    <a:pt x="142671" y="82693"/>
                  </a:lnTo>
                  <a:close/>
                  <a:moveTo>
                    <a:pt x="114341" y="89839"/>
                  </a:moveTo>
                  <a:cubicBezTo>
                    <a:pt x="114417" y="89942"/>
                    <a:pt x="114545" y="90044"/>
                    <a:pt x="114673" y="90120"/>
                  </a:cubicBezTo>
                  <a:lnTo>
                    <a:pt x="108802" y="105893"/>
                  </a:lnTo>
                  <a:lnTo>
                    <a:pt x="100074" y="104362"/>
                  </a:lnTo>
                  <a:lnTo>
                    <a:pt x="91830" y="102907"/>
                  </a:lnTo>
                  <a:cubicBezTo>
                    <a:pt x="91830" y="102907"/>
                    <a:pt x="91830" y="102907"/>
                    <a:pt x="91830" y="102881"/>
                  </a:cubicBezTo>
                  <a:cubicBezTo>
                    <a:pt x="91830" y="102805"/>
                    <a:pt x="91804" y="102728"/>
                    <a:pt x="91779" y="102652"/>
                  </a:cubicBezTo>
                  <a:lnTo>
                    <a:pt x="114341" y="89839"/>
                  </a:lnTo>
                  <a:close/>
                  <a:moveTo>
                    <a:pt x="115898" y="89814"/>
                  </a:moveTo>
                  <a:lnTo>
                    <a:pt x="130267" y="97215"/>
                  </a:lnTo>
                  <a:lnTo>
                    <a:pt x="129144" y="108930"/>
                  </a:lnTo>
                  <a:cubicBezTo>
                    <a:pt x="129042" y="108930"/>
                    <a:pt x="128940" y="108956"/>
                    <a:pt x="128863" y="109007"/>
                  </a:cubicBezTo>
                  <a:lnTo>
                    <a:pt x="115719" y="89993"/>
                  </a:lnTo>
                  <a:cubicBezTo>
                    <a:pt x="115770" y="89942"/>
                    <a:pt x="115847" y="89865"/>
                    <a:pt x="115898" y="89814"/>
                  </a:cubicBezTo>
                  <a:close/>
                  <a:moveTo>
                    <a:pt x="70493" y="92034"/>
                  </a:moveTo>
                  <a:lnTo>
                    <a:pt x="80651" y="109160"/>
                  </a:lnTo>
                  <a:lnTo>
                    <a:pt x="63117" y="94740"/>
                  </a:lnTo>
                  <a:cubicBezTo>
                    <a:pt x="63219" y="94638"/>
                    <a:pt x="63270" y="94485"/>
                    <a:pt x="63270" y="94331"/>
                  </a:cubicBezTo>
                  <a:cubicBezTo>
                    <a:pt x="63270" y="94280"/>
                    <a:pt x="63270" y="94229"/>
                    <a:pt x="63270" y="94204"/>
                  </a:cubicBezTo>
                  <a:lnTo>
                    <a:pt x="70493" y="92034"/>
                  </a:lnTo>
                  <a:close/>
                  <a:moveTo>
                    <a:pt x="79783" y="89252"/>
                  </a:moveTo>
                  <a:cubicBezTo>
                    <a:pt x="79911" y="89584"/>
                    <a:pt x="80217" y="89814"/>
                    <a:pt x="80575" y="89839"/>
                  </a:cubicBezTo>
                  <a:lnTo>
                    <a:pt x="80804" y="102728"/>
                  </a:lnTo>
                  <a:lnTo>
                    <a:pt x="80932" y="109237"/>
                  </a:lnTo>
                  <a:lnTo>
                    <a:pt x="70672" y="91983"/>
                  </a:lnTo>
                  <a:lnTo>
                    <a:pt x="79783" y="89252"/>
                  </a:lnTo>
                  <a:close/>
                  <a:moveTo>
                    <a:pt x="130471" y="97318"/>
                  </a:moveTo>
                  <a:lnTo>
                    <a:pt x="142109" y="103315"/>
                  </a:lnTo>
                  <a:cubicBezTo>
                    <a:pt x="142084" y="103392"/>
                    <a:pt x="142058" y="103468"/>
                    <a:pt x="142058" y="103545"/>
                  </a:cubicBezTo>
                  <a:cubicBezTo>
                    <a:pt x="142058" y="103622"/>
                    <a:pt x="142058" y="103698"/>
                    <a:pt x="142084" y="103749"/>
                  </a:cubicBezTo>
                  <a:lnTo>
                    <a:pt x="129731" y="109237"/>
                  </a:lnTo>
                  <a:cubicBezTo>
                    <a:pt x="129654" y="109109"/>
                    <a:pt x="129501" y="109007"/>
                    <a:pt x="129323" y="108956"/>
                  </a:cubicBezTo>
                  <a:lnTo>
                    <a:pt x="130471" y="97318"/>
                  </a:lnTo>
                  <a:close/>
                  <a:moveTo>
                    <a:pt x="62071" y="94561"/>
                  </a:moveTo>
                  <a:cubicBezTo>
                    <a:pt x="62122" y="94714"/>
                    <a:pt x="62249" y="94842"/>
                    <a:pt x="62428" y="94918"/>
                  </a:cubicBezTo>
                  <a:lnTo>
                    <a:pt x="60871" y="109313"/>
                  </a:lnTo>
                  <a:lnTo>
                    <a:pt x="53623" y="97879"/>
                  </a:lnTo>
                  <a:cubicBezTo>
                    <a:pt x="53827" y="97726"/>
                    <a:pt x="53980" y="97445"/>
                    <a:pt x="53980" y="97164"/>
                  </a:cubicBezTo>
                  <a:cubicBezTo>
                    <a:pt x="53980" y="97088"/>
                    <a:pt x="53980" y="97037"/>
                    <a:pt x="53955" y="96986"/>
                  </a:cubicBezTo>
                  <a:lnTo>
                    <a:pt x="62071" y="94561"/>
                  </a:lnTo>
                  <a:close/>
                  <a:moveTo>
                    <a:pt x="115566" y="90095"/>
                  </a:moveTo>
                  <a:lnTo>
                    <a:pt x="119675" y="96041"/>
                  </a:lnTo>
                  <a:lnTo>
                    <a:pt x="128710" y="109109"/>
                  </a:lnTo>
                  <a:cubicBezTo>
                    <a:pt x="128633" y="109186"/>
                    <a:pt x="128557" y="109288"/>
                    <a:pt x="128531" y="109390"/>
                  </a:cubicBezTo>
                  <a:lnTo>
                    <a:pt x="108981" y="105944"/>
                  </a:lnTo>
                  <a:lnTo>
                    <a:pt x="114877" y="90197"/>
                  </a:lnTo>
                  <a:cubicBezTo>
                    <a:pt x="114953" y="90222"/>
                    <a:pt x="115030" y="90222"/>
                    <a:pt x="115107" y="90222"/>
                  </a:cubicBezTo>
                  <a:cubicBezTo>
                    <a:pt x="115260" y="90222"/>
                    <a:pt x="115413" y="90171"/>
                    <a:pt x="115566" y="90095"/>
                  </a:cubicBezTo>
                  <a:close/>
                  <a:moveTo>
                    <a:pt x="81136" y="89712"/>
                  </a:moveTo>
                  <a:lnTo>
                    <a:pt x="84173" y="93719"/>
                  </a:lnTo>
                  <a:lnTo>
                    <a:pt x="90681" y="102422"/>
                  </a:lnTo>
                  <a:cubicBezTo>
                    <a:pt x="90554" y="102550"/>
                    <a:pt x="90477" y="102703"/>
                    <a:pt x="90477" y="102881"/>
                  </a:cubicBezTo>
                  <a:cubicBezTo>
                    <a:pt x="90477" y="102984"/>
                    <a:pt x="90503" y="103086"/>
                    <a:pt x="90554" y="103162"/>
                  </a:cubicBezTo>
                  <a:lnTo>
                    <a:pt x="81136" y="109415"/>
                  </a:lnTo>
                  <a:lnTo>
                    <a:pt x="81008" y="102805"/>
                  </a:lnTo>
                  <a:lnTo>
                    <a:pt x="80779" y="89814"/>
                  </a:lnTo>
                  <a:cubicBezTo>
                    <a:pt x="80906" y="89814"/>
                    <a:pt x="81034" y="89763"/>
                    <a:pt x="81136" y="89712"/>
                  </a:cubicBezTo>
                  <a:close/>
                  <a:moveTo>
                    <a:pt x="62964" y="94867"/>
                  </a:moveTo>
                  <a:lnTo>
                    <a:pt x="80753" y="109492"/>
                  </a:lnTo>
                  <a:lnTo>
                    <a:pt x="61050" y="109492"/>
                  </a:lnTo>
                  <a:lnTo>
                    <a:pt x="61764" y="102805"/>
                  </a:lnTo>
                  <a:lnTo>
                    <a:pt x="62607" y="94944"/>
                  </a:lnTo>
                  <a:lnTo>
                    <a:pt x="62658" y="94944"/>
                  </a:lnTo>
                  <a:cubicBezTo>
                    <a:pt x="62760" y="94944"/>
                    <a:pt x="62862" y="94918"/>
                    <a:pt x="62964" y="94867"/>
                  </a:cubicBezTo>
                  <a:close/>
                  <a:moveTo>
                    <a:pt x="91779" y="103111"/>
                  </a:moveTo>
                  <a:lnTo>
                    <a:pt x="108726" y="106097"/>
                  </a:lnTo>
                  <a:lnTo>
                    <a:pt x="107450" y="109492"/>
                  </a:lnTo>
                  <a:lnTo>
                    <a:pt x="81366" y="109492"/>
                  </a:lnTo>
                  <a:lnTo>
                    <a:pt x="90656" y="103341"/>
                  </a:lnTo>
                  <a:cubicBezTo>
                    <a:pt x="90784" y="103468"/>
                    <a:pt x="90962" y="103571"/>
                    <a:pt x="91141" y="103571"/>
                  </a:cubicBezTo>
                  <a:cubicBezTo>
                    <a:pt x="91447" y="103571"/>
                    <a:pt x="91702" y="103366"/>
                    <a:pt x="91779" y="103111"/>
                  </a:cubicBezTo>
                  <a:close/>
                  <a:moveTo>
                    <a:pt x="108905" y="106123"/>
                  </a:moveTo>
                  <a:lnTo>
                    <a:pt x="128021" y="109492"/>
                  </a:lnTo>
                  <a:lnTo>
                    <a:pt x="107654" y="109492"/>
                  </a:lnTo>
                  <a:lnTo>
                    <a:pt x="108905" y="106123"/>
                  </a:lnTo>
                  <a:close/>
                  <a:moveTo>
                    <a:pt x="142160" y="103928"/>
                  </a:moveTo>
                  <a:cubicBezTo>
                    <a:pt x="142288" y="104107"/>
                    <a:pt x="142467" y="104234"/>
                    <a:pt x="142696" y="104260"/>
                  </a:cubicBezTo>
                  <a:lnTo>
                    <a:pt x="142696" y="109492"/>
                  </a:lnTo>
                  <a:lnTo>
                    <a:pt x="129833" y="109492"/>
                  </a:lnTo>
                  <a:cubicBezTo>
                    <a:pt x="129833" y="109466"/>
                    <a:pt x="129833" y="109441"/>
                    <a:pt x="129807" y="109415"/>
                  </a:cubicBezTo>
                  <a:lnTo>
                    <a:pt x="142160" y="103928"/>
                  </a:lnTo>
                  <a:close/>
                  <a:moveTo>
                    <a:pt x="944" y="1"/>
                  </a:moveTo>
                  <a:cubicBezTo>
                    <a:pt x="638" y="1"/>
                    <a:pt x="383" y="256"/>
                    <a:pt x="383" y="588"/>
                  </a:cubicBezTo>
                  <a:cubicBezTo>
                    <a:pt x="383" y="868"/>
                    <a:pt x="587" y="1098"/>
                    <a:pt x="842" y="1149"/>
                  </a:cubicBezTo>
                  <a:lnTo>
                    <a:pt x="842" y="16462"/>
                  </a:lnTo>
                  <a:cubicBezTo>
                    <a:pt x="357" y="16514"/>
                    <a:pt x="0" y="16922"/>
                    <a:pt x="0" y="17407"/>
                  </a:cubicBezTo>
                  <a:cubicBezTo>
                    <a:pt x="0" y="17892"/>
                    <a:pt x="357" y="18300"/>
                    <a:pt x="842" y="18351"/>
                  </a:cubicBezTo>
                  <a:lnTo>
                    <a:pt x="842" y="37748"/>
                  </a:lnTo>
                  <a:cubicBezTo>
                    <a:pt x="357" y="37799"/>
                    <a:pt x="0" y="38208"/>
                    <a:pt x="0" y="38693"/>
                  </a:cubicBezTo>
                  <a:cubicBezTo>
                    <a:pt x="0" y="39177"/>
                    <a:pt x="357" y="39560"/>
                    <a:pt x="842" y="39611"/>
                  </a:cubicBezTo>
                  <a:lnTo>
                    <a:pt x="842" y="62607"/>
                  </a:lnTo>
                  <a:cubicBezTo>
                    <a:pt x="357" y="62658"/>
                    <a:pt x="0" y="63066"/>
                    <a:pt x="0" y="63551"/>
                  </a:cubicBezTo>
                  <a:cubicBezTo>
                    <a:pt x="0" y="64036"/>
                    <a:pt x="357" y="64445"/>
                    <a:pt x="842" y="64496"/>
                  </a:cubicBezTo>
                  <a:lnTo>
                    <a:pt x="842" y="76057"/>
                  </a:lnTo>
                  <a:cubicBezTo>
                    <a:pt x="536" y="76108"/>
                    <a:pt x="306" y="76364"/>
                    <a:pt x="306" y="76695"/>
                  </a:cubicBezTo>
                  <a:cubicBezTo>
                    <a:pt x="306" y="77053"/>
                    <a:pt x="587" y="77333"/>
                    <a:pt x="944" y="77333"/>
                  </a:cubicBezTo>
                  <a:cubicBezTo>
                    <a:pt x="1225" y="77333"/>
                    <a:pt x="1455" y="77180"/>
                    <a:pt x="1557" y="76925"/>
                  </a:cubicBezTo>
                  <a:lnTo>
                    <a:pt x="27105" y="82821"/>
                  </a:lnTo>
                  <a:cubicBezTo>
                    <a:pt x="27105" y="82872"/>
                    <a:pt x="27079" y="82897"/>
                    <a:pt x="27079" y="82923"/>
                  </a:cubicBezTo>
                  <a:cubicBezTo>
                    <a:pt x="27079" y="83459"/>
                    <a:pt x="27513" y="83867"/>
                    <a:pt x="28024" y="83867"/>
                  </a:cubicBezTo>
                  <a:cubicBezTo>
                    <a:pt x="28458" y="83867"/>
                    <a:pt x="28815" y="83586"/>
                    <a:pt x="28943" y="83204"/>
                  </a:cubicBezTo>
                  <a:lnTo>
                    <a:pt x="45711" y="86598"/>
                  </a:lnTo>
                  <a:cubicBezTo>
                    <a:pt x="45711" y="86598"/>
                    <a:pt x="45711" y="86624"/>
                    <a:pt x="45711" y="86624"/>
                  </a:cubicBezTo>
                  <a:cubicBezTo>
                    <a:pt x="45711" y="86955"/>
                    <a:pt x="45992" y="87236"/>
                    <a:pt x="46323" y="87236"/>
                  </a:cubicBezTo>
                  <a:cubicBezTo>
                    <a:pt x="46425" y="87236"/>
                    <a:pt x="46502" y="87211"/>
                    <a:pt x="46579" y="87185"/>
                  </a:cubicBezTo>
                  <a:lnTo>
                    <a:pt x="52449" y="96424"/>
                  </a:lnTo>
                  <a:cubicBezTo>
                    <a:pt x="52219" y="96577"/>
                    <a:pt x="52091" y="96858"/>
                    <a:pt x="52091" y="97139"/>
                  </a:cubicBezTo>
                  <a:cubicBezTo>
                    <a:pt x="52091" y="97675"/>
                    <a:pt x="52500" y="98083"/>
                    <a:pt x="53036" y="98083"/>
                  </a:cubicBezTo>
                  <a:cubicBezTo>
                    <a:pt x="53163" y="98083"/>
                    <a:pt x="53317" y="98058"/>
                    <a:pt x="53444" y="97981"/>
                  </a:cubicBezTo>
                  <a:lnTo>
                    <a:pt x="60846" y="109619"/>
                  </a:lnTo>
                  <a:lnTo>
                    <a:pt x="60820" y="109696"/>
                  </a:lnTo>
                  <a:lnTo>
                    <a:pt x="60871" y="109696"/>
                  </a:lnTo>
                  <a:lnTo>
                    <a:pt x="60999" y="109900"/>
                  </a:lnTo>
                  <a:lnTo>
                    <a:pt x="61024" y="109696"/>
                  </a:lnTo>
                  <a:lnTo>
                    <a:pt x="80932" y="109696"/>
                  </a:lnTo>
                  <a:lnTo>
                    <a:pt x="80932" y="109773"/>
                  </a:lnTo>
                  <a:lnTo>
                    <a:pt x="81008" y="109747"/>
                  </a:lnTo>
                  <a:lnTo>
                    <a:pt x="81136" y="109977"/>
                  </a:lnTo>
                  <a:lnTo>
                    <a:pt x="81136" y="109696"/>
                  </a:lnTo>
                  <a:lnTo>
                    <a:pt x="128506" y="109696"/>
                  </a:lnTo>
                  <a:cubicBezTo>
                    <a:pt x="128531" y="110028"/>
                    <a:pt x="128812" y="110283"/>
                    <a:pt x="129169" y="110283"/>
                  </a:cubicBezTo>
                  <a:cubicBezTo>
                    <a:pt x="129501" y="110283"/>
                    <a:pt x="129782" y="110028"/>
                    <a:pt x="129807" y="109696"/>
                  </a:cubicBezTo>
                  <a:lnTo>
                    <a:pt x="142875" y="109696"/>
                  </a:lnTo>
                  <a:lnTo>
                    <a:pt x="142875" y="104260"/>
                  </a:lnTo>
                  <a:cubicBezTo>
                    <a:pt x="143232" y="104209"/>
                    <a:pt x="143513" y="103902"/>
                    <a:pt x="143513" y="103545"/>
                  </a:cubicBezTo>
                  <a:cubicBezTo>
                    <a:pt x="143513" y="103188"/>
                    <a:pt x="143232" y="102881"/>
                    <a:pt x="142875" y="102830"/>
                  </a:cubicBezTo>
                  <a:lnTo>
                    <a:pt x="142875" y="82642"/>
                  </a:lnTo>
                  <a:lnTo>
                    <a:pt x="142875" y="82438"/>
                  </a:lnTo>
                  <a:lnTo>
                    <a:pt x="142875" y="77997"/>
                  </a:lnTo>
                  <a:lnTo>
                    <a:pt x="142875" y="77716"/>
                  </a:lnTo>
                  <a:lnTo>
                    <a:pt x="142875" y="55180"/>
                  </a:lnTo>
                  <a:cubicBezTo>
                    <a:pt x="143360" y="55129"/>
                    <a:pt x="143717" y="54721"/>
                    <a:pt x="143717" y="54236"/>
                  </a:cubicBezTo>
                  <a:cubicBezTo>
                    <a:pt x="143717" y="53725"/>
                    <a:pt x="143309" y="53291"/>
                    <a:pt x="142773" y="53291"/>
                  </a:cubicBezTo>
                  <a:cubicBezTo>
                    <a:pt x="142262" y="53291"/>
                    <a:pt x="141829" y="53725"/>
                    <a:pt x="141829" y="54236"/>
                  </a:cubicBezTo>
                  <a:cubicBezTo>
                    <a:pt x="141829" y="54516"/>
                    <a:pt x="141956" y="54746"/>
                    <a:pt x="142135" y="54925"/>
                  </a:cubicBezTo>
                  <a:lnTo>
                    <a:pt x="127791" y="73046"/>
                  </a:lnTo>
                  <a:lnTo>
                    <a:pt x="120160" y="61637"/>
                  </a:lnTo>
                  <a:cubicBezTo>
                    <a:pt x="120288" y="61510"/>
                    <a:pt x="120390" y="61305"/>
                    <a:pt x="120390" y="61101"/>
                  </a:cubicBezTo>
                  <a:cubicBezTo>
                    <a:pt x="120390" y="60693"/>
                    <a:pt x="120058" y="60361"/>
                    <a:pt x="119675" y="60361"/>
                  </a:cubicBezTo>
                  <a:cubicBezTo>
                    <a:pt x="119394" y="60361"/>
                    <a:pt x="119190" y="60489"/>
                    <a:pt x="119037" y="60693"/>
                  </a:cubicBezTo>
                  <a:lnTo>
                    <a:pt x="99283" y="51428"/>
                  </a:lnTo>
                  <a:cubicBezTo>
                    <a:pt x="99308" y="51326"/>
                    <a:pt x="99334" y="51224"/>
                    <a:pt x="99334" y="51122"/>
                  </a:cubicBezTo>
                  <a:cubicBezTo>
                    <a:pt x="99334" y="50586"/>
                    <a:pt x="98900" y="50178"/>
                    <a:pt x="98389" y="50178"/>
                  </a:cubicBezTo>
                  <a:cubicBezTo>
                    <a:pt x="97879" y="50178"/>
                    <a:pt x="97445" y="50612"/>
                    <a:pt x="97445" y="51122"/>
                  </a:cubicBezTo>
                  <a:cubicBezTo>
                    <a:pt x="97445" y="51250"/>
                    <a:pt x="97470" y="51377"/>
                    <a:pt x="97522" y="51505"/>
                  </a:cubicBezTo>
                  <a:lnTo>
                    <a:pt x="80957" y="60999"/>
                  </a:lnTo>
                  <a:lnTo>
                    <a:pt x="75955" y="58804"/>
                  </a:lnTo>
                  <a:cubicBezTo>
                    <a:pt x="75955" y="58779"/>
                    <a:pt x="75981" y="58728"/>
                    <a:pt x="75981" y="58677"/>
                  </a:cubicBezTo>
                  <a:cubicBezTo>
                    <a:pt x="75981" y="58370"/>
                    <a:pt x="75725" y="58115"/>
                    <a:pt x="75419" y="58115"/>
                  </a:cubicBezTo>
                  <a:cubicBezTo>
                    <a:pt x="75266" y="58115"/>
                    <a:pt x="75138" y="58166"/>
                    <a:pt x="75036" y="58268"/>
                  </a:cubicBezTo>
                  <a:lnTo>
                    <a:pt x="54235" y="42061"/>
                  </a:lnTo>
                  <a:cubicBezTo>
                    <a:pt x="54312" y="41934"/>
                    <a:pt x="54363" y="41755"/>
                    <a:pt x="54363" y="41577"/>
                  </a:cubicBezTo>
                  <a:cubicBezTo>
                    <a:pt x="54363" y="41041"/>
                    <a:pt x="53955" y="40632"/>
                    <a:pt x="53419" y="40632"/>
                  </a:cubicBezTo>
                  <a:cubicBezTo>
                    <a:pt x="53342" y="40632"/>
                    <a:pt x="53265" y="40632"/>
                    <a:pt x="53189" y="40658"/>
                  </a:cubicBezTo>
                  <a:lnTo>
                    <a:pt x="46732" y="24247"/>
                  </a:lnTo>
                  <a:cubicBezTo>
                    <a:pt x="47012" y="24119"/>
                    <a:pt x="47191" y="23838"/>
                    <a:pt x="47191" y="23507"/>
                  </a:cubicBezTo>
                  <a:cubicBezTo>
                    <a:pt x="47191" y="23047"/>
                    <a:pt x="46808" y="22664"/>
                    <a:pt x="46349" y="22664"/>
                  </a:cubicBezTo>
                  <a:cubicBezTo>
                    <a:pt x="45889" y="22664"/>
                    <a:pt x="45507" y="23022"/>
                    <a:pt x="45481" y="23456"/>
                  </a:cubicBezTo>
                  <a:lnTo>
                    <a:pt x="20265" y="25064"/>
                  </a:lnTo>
                  <a:lnTo>
                    <a:pt x="18325" y="17534"/>
                  </a:lnTo>
                  <a:cubicBezTo>
                    <a:pt x="18529" y="17432"/>
                    <a:pt x="18708" y="17203"/>
                    <a:pt x="18708" y="16947"/>
                  </a:cubicBezTo>
                  <a:cubicBezTo>
                    <a:pt x="18708" y="16590"/>
                    <a:pt x="18402" y="16309"/>
                    <a:pt x="18070" y="16309"/>
                  </a:cubicBezTo>
                  <a:cubicBezTo>
                    <a:pt x="17917" y="16309"/>
                    <a:pt x="17789" y="16360"/>
                    <a:pt x="17687" y="16437"/>
                  </a:cubicBezTo>
                  <a:lnTo>
                    <a:pt x="1429" y="894"/>
                  </a:lnTo>
                  <a:cubicBezTo>
                    <a:pt x="1480" y="817"/>
                    <a:pt x="1506" y="690"/>
                    <a:pt x="1506" y="588"/>
                  </a:cubicBezTo>
                  <a:cubicBezTo>
                    <a:pt x="1506" y="256"/>
                    <a:pt x="1251" y="1"/>
                    <a:pt x="94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239"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143043" y="712727"/>
            <a:ext cx="12330187" cy="917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ra"/>
              <a:buNone/>
              <a:defRPr sz="35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ra"/>
              <a:buNone/>
              <a:defRPr sz="35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ra"/>
              <a:buNone/>
              <a:defRPr sz="35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ra"/>
              <a:buNone/>
              <a:defRPr sz="35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ra"/>
              <a:buNone/>
              <a:defRPr sz="35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ra"/>
              <a:buNone/>
              <a:defRPr sz="35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ra"/>
              <a:buNone/>
              <a:defRPr sz="35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ra"/>
              <a:buNone/>
              <a:defRPr sz="35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143043" y="1845738"/>
            <a:ext cx="12330187" cy="5471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●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○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Char char="■"/>
              <a:defRPr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8" r:id="rId9"/>
    <p:sldLayoutId id="2147483659" r:id="rId10"/>
    <p:sldLayoutId id="2147483668" r:id="rId11"/>
    <p:sldLayoutId id="2147483669" r:id="rId12"/>
    <p:sldLayoutId id="2147483672" r:id="rId13"/>
    <p:sldLayoutId id="2147483673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37;p31"/>
          <p:cNvSpPr txBox="1">
            <a:spLocks/>
          </p:cNvSpPr>
          <p:nvPr/>
        </p:nvSpPr>
        <p:spPr>
          <a:xfrm>
            <a:off x="3076832" y="2716473"/>
            <a:ext cx="8090956" cy="1042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ra"/>
              <a:buNone/>
              <a:defRPr sz="30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ra"/>
              <a:buNone/>
              <a:defRPr sz="35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ra"/>
              <a:buNone/>
              <a:defRPr sz="35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ra"/>
              <a:buNone/>
              <a:defRPr sz="35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ra"/>
              <a:buNone/>
              <a:defRPr sz="35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ra"/>
              <a:buNone/>
              <a:defRPr sz="35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ra"/>
              <a:buNone/>
              <a:defRPr sz="35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ra"/>
              <a:buNone/>
              <a:defRPr sz="35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ra"/>
              <a:buNone/>
              <a:defRPr sz="3500" b="0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du rapport de stage d’initiation au sein de la Province de Rhamna </a:t>
            </a:r>
            <a:endParaRPr lang="fr-FR" sz="32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Google Shape;239;p31"/>
          <p:cNvCxnSpPr/>
          <p:nvPr/>
        </p:nvCxnSpPr>
        <p:spPr>
          <a:xfrm>
            <a:off x="3197869" y="3827918"/>
            <a:ext cx="7969919" cy="28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" name="image1.pn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52109" y="24657"/>
            <a:ext cx="3145760" cy="1371600"/>
          </a:xfrm>
          <a:prstGeom prst="rect">
            <a:avLst/>
          </a:prstGeom>
          <a:ln/>
        </p:spPr>
      </p:pic>
      <p:pic>
        <p:nvPicPr>
          <p:cNvPr id="7" name="Image 6"/>
          <p:cNvPicPr/>
          <p:nvPr/>
        </p:nvPicPr>
        <p:blipFill>
          <a:blip r:embed="rId3"/>
          <a:stretch>
            <a:fillRect/>
          </a:stretch>
        </p:blipFill>
        <p:spPr>
          <a:xfrm>
            <a:off x="11837773" y="24657"/>
            <a:ext cx="2315927" cy="1371600"/>
          </a:xfrm>
          <a:prstGeom prst="rect">
            <a:avLst/>
          </a:prstGeom>
        </p:spPr>
      </p:pic>
      <p:sp>
        <p:nvSpPr>
          <p:cNvPr id="8" name="Google Shape;237;p31"/>
          <p:cNvSpPr txBox="1">
            <a:spLocks/>
          </p:cNvSpPr>
          <p:nvPr/>
        </p:nvSpPr>
        <p:spPr>
          <a:xfrm>
            <a:off x="4915701" y="1362441"/>
            <a:ext cx="4818908" cy="574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ora"/>
              <a:buNone/>
              <a:defRPr sz="55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ora"/>
              <a:buNone/>
              <a:defRPr sz="5200" b="0" i="0" u="none" strike="noStrike" cap="none">
                <a:solidFill>
                  <a:srgbClr val="191919"/>
                </a:solidFill>
                <a:latin typeface="Sora"/>
                <a:ea typeface="Sora"/>
                <a:cs typeface="Sora"/>
                <a:sym typeface="Sora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ora"/>
              <a:buNone/>
              <a:defRPr sz="5200" b="0" i="0" u="none" strike="noStrike" cap="none">
                <a:solidFill>
                  <a:srgbClr val="191919"/>
                </a:solidFill>
                <a:latin typeface="Sora"/>
                <a:ea typeface="Sora"/>
                <a:cs typeface="Sora"/>
                <a:sym typeface="Sora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ora"/>
              <a:buNone/>
              <a:defRPr sz="5200" b="0" i="0" u="none" strike="noStrike" cap="none">
                <a:solidFill>
                  <a:srgbClr val="191919"/>
                </a:solidFill>
                <a:latin typeface="Sora"/>
                <a:ea typeface="Sora"/>
                <a:cs typeface="Sora"/>
                <a:sym typeface="Sora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ora"/>
              <a:buNone/>
              <a:defRPr sz="5200" b="0" i="0" u="none" strike="noStrike" cap="none">
                <a:solidFill>
                  <a:srgbClr val="191919"/>
                </a:solidFill>
                <a:latin typeface="Sora"/>
                <a:ea typeface="Sora"/>
                <a:cs typeface="Sora"/>
                <a:sym typeface="Sora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ora"/>
              <a:buNone/>
              <a:defRPr sz="5200" b="0" i="0" u="none" strike="noStrike" cap="none">
                <a:solidFill>
                  <a:srgbClr val="191919"/>
                </a:solidFill>
                <a:latin typeface="Sora"/>
                <a:ea typeface="Sora"/>
                <a:cs typeface="Sora"/>
                <a:sym typeface="Sora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ora"/>
              <a:buNone/>
              <a:defRPr sz="5200" b="0" i="0" u="none" strike="noStrike" cap="none">
                <a:solidFill>
                  <a:srgbClr val="191919"/>
                </a:solidFill>
                <a:latin typeface="Sora"/>
                <a:ea typeface="Sora"/>
                <a:cs typeface="Sora"/>
                <a:sym typeface="Sora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ora"/>
              <a:buNone/>
              <a:defRPr sz="5200" b="0" i="0" u="none" strike="noStrike" cap="none">
                <a:solidFill>
                  <a:srgbClr val="191919"/>
                </a:solidFill>
                <a:latin typeface="Sora"/>
                <a:ea typeface="Sora"/>
                <a:cs typeface="Sora"/>
                <a:sym typeface="Sora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Sora"/>
              <a:buNone/>
              <a:defRPr sz="5200" b="0" i="0" u="none" strike="noStrike" cap="none">
                <a:solidFill>
                  <a:srgbClr val="191919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algn="ctr"/>
            <a:r>
              <a:rPr lang="fr-FR" sz="2800" dirty="0" smtClean="0">
                <a:latin typeface="Times New Roman" panose="02020603050405020304" pitchFamily="18" charset="0"/>
                <a:ea typeface="Sora ExtraBold"/>
                <a:cs typeface="Times New Roman" panose="02020603050405020304" pitchFamily="18" charset="0"/>
                <a:sym typeface="Sora ExtraBold"/>
              </a:rPr>
              <a:t>Filière: </a:t>
            </a: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Ingénierie des données</a:t>
            </a:r>
            <a:endParaRPr lang="fr-FR" sz="2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278902" y="7581228"/>
            <a:ext cx="4444486" cy="5799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22960" marR="429260" indent="-822960" algn="ctr">
              <a:lnSpc>
                <a:spcPct val="150000"/>
              </a:lnSpc>
              <a:spcBef>
                <a:spcPts val="805"/>
              </a:spcBef>
              <a:spcAft>
                <a:spcPts val="800"/>
              </a:spcAft>
            </a:pPr>
            <a:r>
              <a:rPr lang="fr-FR" sz="2400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Année </a:t>
            </a:r>
            <a:r>
              <a:rPr lang="fr-FR" sz="2400" dirty="0" smtClean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universitaire 2023-2024</a:t>
            </a:r>
            <a:endParaRPr lang="fr-FR" sz="12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661049" y="6972022"/>
            <a:ext cx="3402535" cy="5799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22960" marR="429260" indent="-822960" algn="ctr">
              <a:lnSpc>
                <a:spcPct val="150000"/>
              </a:lnSpc>
              <a:spcBef>
                <a:spcPts val="805"/>
              </a:spcBef>
              <a:spcAft>
                <a:spcPts val="800"/>
              </a:spcAft>
            </a:pP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Soutenu le 11/09/2024</a:t>
            </a:r>
            <a:endParaRPr lang="fr-FR" sz="1200" dirty="0">
              <a:solidFill>
                <a:srgbClr val="0070C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556846" y="24657"/>
            <a:ext cx="7610942" cy="13029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Université Cadi Ayyad</a:t>
            </a:r>
            <a:endParaRPr lang="fr-FR" sz="1800" dirty="0">
              <a:latin typeface="Cambria" panose="020405030504060302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fr-FR" sz="24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École Supérieure de Technologie d’El Kelâa des Sraghna </a:t>
            </a:r>
            <a:endParaRPr lang="fr-FR" sz="1800" dirty="0">
              <a:effectLst/>
              <a:latin typeface="Cambria" panose="02040503050406030204" pitchFamily="18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pSp>
        <p:nvGrpSpPr>
          <p:cNvPr id="35" name="Groupe 34"/>
          <p:cNvGrpSpPr/>
          <p:nvPr/>
        </p:nvGrpSpPr>
        <p:grpSpPr>
          <a:xfrm>
            <a:off x="222424" y="5092267"/>
            <a:ext cx="3904733" cy="1551594"/>
            <a:chOff x="222424" y="5092267"/>
            <a:chExt cx="3904733" cy="1551594"/>
          </a:xfrm>
        </p:grpSpPr>
        <p:sp>
          <p:nvSpPr>
            <p:cNvPr id="4" name="Google Shape;238;p31"/>
            <p:cNvSpPr txBox="1">
              <a:spLocks/>
            </p:cNvSpPr>
            <p:nvPr/>
          </p:nvSpPr>
          <p:spPr>
            <a:xfrm>
              <a:off x="675339" y="5465895"/>
              <a:ext cx="3451818" cy="1177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Open Sans"/>
                <a:buChar char="●"/>
                <a:defRPr sz="1200" b="0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  <a:lvl2pPr marL="914400" marR="0" lvl="1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Open Sans"/>
                <a:buChar char="○"/>
                <a:defRPr sz="1200" b="0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defRPr>
              </a:lvl2pPr>
              <a:lvl3pPr marL="1371600" marR="0" lvl="2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Open Sans"/>
                <a:buChar char="■"/>
                <a:defRPr sz="1200" b="0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defRPr>
              </a:lvl3pPr>
              <a:lvl4pPr marL="1828800" marR="0" lvl="3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Open Sans"/>
                <a:buChar char="●"/>
                <a:defRPr sz="1200" b="0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defRPr>
              </a:lvl4pPr>
              <a:lvl5pPr marL="2286000" marR="0" lvl="4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Open Sans"/>
                <a:buChar char="○"/>
                <a:defRPr sz="1200" b="0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defRPr>
              </a:lvl5pPr>
              <a:lvl6pPr marL="2743200" marR="0" lvl="5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Open Sans"/>
                <a:buChar char="■"/>
                <a:defRPr sz="1200" b="0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defRPr>
              </a:lvl6pPr>
              <a:lvl7pPr marL="3200400" marR="0" lvl="6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Open Sans"/>
                <a:buChar char="●"/>
                <a:defRPr sz="1200" b="0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defRPr>
              </a:lvl7pPr>
              <a:lvl8pPr marL="3657600" marR="0" lvl="7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Open Sans"/>
                <a:buChar char="○"/>
                <a:defRPr sz="1200" b="0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defRPr>
              </a:lvl8pPr>
              <a:lvl9pPr marL="4114800" marR="0" lvl="8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Open Sans"/>
                <a:buChar char="■"/>
                <a:defRPr sz="1200" b="0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defRPr>
              </a:lvl9pPr>
            </a:lstStyle>
            <a:p>
              <a:pPr marL="152400" indent="0">
                <a:lnSpc>
                  <a:spcPct val="150000"/>
                </a:lnSpc>
                <a:spcAft>
                  <a:spcPts val="800"/>
                </a:spcAft>
                <a:buNone/>
              </a:pPr>
              <a:r>
                <a: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Présenté par :  </a:t>
              </a:r>
              <a:endParaRPr lang="en-US" sz="2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152400" indent="0">
                <a:lnSpc>
                  <a:spcPct val="150000"/>
                </a:lnSpc>
                <a:spcAft>
                  <a:spcPts val="800"/>
                </a:spcAft>
                <a:buNone/>
              </a:pPr>
              <a:r>
                <a:rPr lang="fr-FR" sz="2000" b="1" dirty="0" smtClean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M.  Azeddine SAFRIOUI</a:t>
              </a:r>
              <a:endParaRPr lang="fr-FR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152400" indent="0" algn="just">
                <a:lnSpc>
                  <a:spcPct val="150000"/>
                </a:lnSpc>
                <a:spcAft>
                  <a:spcPts val="800"/>
                </a:spcAft>
                <a:buNone/>
              </a:pPr>
              <a:endParaRPr lang="en-US" dirty="0">
                <a:ea typeface="Times New Roman" panose="02020603050405020304" pitchFamily="18" charset="0"/>
                <a:cs typeface="Arial" panose="020B0604020202020204" pitchFamily="34" charset="0"/>
              </a:endParaRPr>
            </a:p>
            <a:p>
              <a:pPr marL="152400" indent="0" algn="just">
                <a:lnSpc>
                  <a:spcPct val="150000"/>
                </a:lnSpc>
                <a:spcAft>
                  <a:spcPts val="800"/>
                </a:spcAft>
                <a:buNone/>
              </a:pPr>
              <a:endParaRPr lang="fr-FR" dirty="0"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cxnSp>
          <p:nvCxnSpPr>
            <p:cNvPr id="13" name="Connecteur droit 12"/>
            <p:cNvCxnSpPr/>
            <p:nvPr/>
          </p:nvCxnSpPr>
          <p:spPr>
            <a:xfrm>
              <a:off x="675339" y="5092267"/>
              <a:ext cx="1" cy="1173891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Connecteur droit 15"/>
            <p:cNvCxnSpPr>
              <a:stCxn id="4" idx="0"/>
            </p:cNvCxnSpPr>
            <p:nvPr/>
          </p:nvCxnSpPr>
          <p:spPr>
            <a:xfrm flipH="1">
              <a:off x="222424" y="5465895"/>
              <a:ext cx="2178824" cy="1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6" name="Groupe 35"/>
          <p:cNvGrpSpPr/>
          <p:nvPr/>
        </p:nvGrpSpPr>
        <p:grpSpPr>
          <a:xfrm>
            <a:off x="9930095" y="5092267"/>
            <a:ext cx="3869095" cy="1635211"/>
            <a:chOff x="9930095" y="5092267"/>
            <a:chExt cx="3869095" cy="1635211"/>
          </a:xfrm>
        </p:grpSpPr>
        <p:sp>
          <p:nvSpPr>
            <p:cNvPr id="11" name="Google Shape;238;p31"/>
            <p:cNvSpPr txBox="1">
              <a:spLocks/>
            </p:cNvSpPr>
            <p:nvPr/>
          </p:nvSpPr>
          <p:spPr>
            <a:xfrm>
              <a:off x="10602098" y="5465895"/>
              <a:ext cx="3197092" cy="126158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Open Sans"/>
                <a:buChar char="●"/>
                <a:defRPr sz="1200" b="0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  <a:lvl2pPr marL="914400" marR="0" lvl="1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Open Sans"/>
                <a:buChar char="○"/>
                <a:defRPr sz="1200" b="0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defRPr>
              </a:lvl2pPr>
              <a:lvl3pPr marL="1371600" marR="0" lvl="2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Open Sans"/>
                <a:buChar char="■"/>
                <a:defRPr sz="1200" b="0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defRPr>
              </a:lvl3pPr>
              <a:lvl4pPr marL="1828800" marR="0" lvl="3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Open Sans"/>
                <a:buChar char="●"/>
                <a:defRPr sz="1200" b="0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defRPr>
              </a:lvl4pPr>
              <a:lvl5pPr marL="2286000" marR="0" lvl="4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Open Sans"/>
                <a:buChar char="○"/>
                <a:defRPr sz="1200" b="0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defRPr>
              </a:lvl5pPr>
              <a:lvl6pPr marL="2743200" marR="0" lvl="5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Open Sans"/>
                <a:buChar char="■"/>
                <a:defRPr sz="1200" b="0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defRPr>
              </a:lvl6pPr>
              <a:lvl7pPr marL="3200400" marR="0" lvl="6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Open Sans"/>
                <a:buChar char="●"/>
                <a:defRPr sz="1200" b="0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defRPr>
              </a:lvl7pPr>
              <a:lvl8pPr marL="3657600" marR="0" lvl="7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Open Sans"/>
                <a:buChar char="○"/>
                <a:defRPr sz="1200" b="0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defRPr>
              </a:lvl8pPr>
              <a:lvl9pPr marL="4114800" marR="0" lvl="8" indent="-3048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Open Sans"/>
                <a:buChar char="■"/>
                <a:defRPr sz="1200" b="0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defRPr>
              </a:lvl9pPr>
            </a:lstStyle>
            <a:p>
              <a:pPr marL="152400" indent="0" algn="just">
                <a:lnSpc>
                  <a:spcPct val="150000"/>
                </a:lnSpc>
                <a:spcAft>
                  <a:spcPts val="800"/>
                </a:spcAft>
                <a:buNone/>
              </a:pPr>
              <a:r>
                <a:rPr lang="en-US" sz="20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Encadré par :  </a:t>
              </a:r>
              <a:endParaRPr lang="fr-FR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152400" indent="0">
                <a:lnSpc>
                  <a:spcPct val="150000"/>
                </a:lnSpc>
                <a:spcAft>
                  <a:spcPts val="800"/>
                </a:spcAft>
                <a:buNone/>
              </a:pPr>
              <a:r>
                <a:rPr lang="fr-FR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Pr. Hakim EL MASSARI</a:t>
              </a:r>
              <a:endParaRPr lang="fr-FR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152400" indent="0" algn="just">
                <a:lnSpc>
                  <a:spcPct val="150000"/>
                </a:lnSpc>
                <a:spcAft>
                  <a:spcPts val="800"/>
                </a:spcAft>
                <a:buNone/>
              </a:pPr>
              <a:endParaRPr lang="en-US" dirty="0">
                <a:ea typeface="Times New Roman" panose="02020603050405020304" pitchFamily="18" charset="0"/>
                <a:cs typeface="Arial" panose="020B0604020202020204" pitchFamily="34" charset="0"/>
              </a:endParaRPr>
            </a:p>
            <a:p>
              <a:pPr marL="152400" indent="0" algn="just">
                <a:lnSpc>
                  <a:spcPct val="150000"/>
                </a:lnSpc>
                <a:spcAft>
                  <a:spcPts val="800"/>
                </a:spcAft>
                <a:buNone/>
              </a:pPr>
              <a:endParaRPr lang="fr-FR" dirty="0"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cxnSp>
          <p:nvCxnSpPr>
            <p:cNvPr id="28" name="Connecteur droit 27"/>
            <p:cNvCxnSpPr/>
            <p:nvPr/>
          </p:nvCxnSpPr>
          <p:spPr>
            <a:xfrm flipH="1">
              <a:off x="9930095" y="5465895"/>
              <a:ext cx="2178824" cy="1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Connecteur droit 28"/>
            <p:cNvCxnSpPr/>
            <p:nvPr/>
          </p:nvCxnSpPr>
          <p:spPr>
            <a:xfrm flipV="1">
              <a:off x="10602098" y="5092267"/>
              <a:ext cx="0" cy="1210962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5483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égende encadrée avec une bordure 1 5"/>
          <p:cNvSpPr/>
          <p:nvPr/>
        </p:nvSpPr>
        <p:spPr>
          <a:xfrm>
            <a:off x="4249074" y="1229873"/>
            <a:ext cx="4019482" cy="838200"/>
          </a:xfrm>
          <a:prstGeom prst="accentBorderCallout1">
            <a:avLst>
              <a:gd name="adj1" fmla="val 18750"/>
              <a:gd name="adj2" fmla="val -8333"/>
              <a:gd name="adj3" fmla="val 185182"/>
              <a:gd name="adj4" fmla="val -51967"/>
            </a:avLst>
          </a:prstGeom>
          <a:ln>
            <a:prstDash val="solid"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>
                <a:solidFill>
                  <a:schemeClr val="tx1"/>
                </a:solidFill>
                <a:latin typeface="Arial Black" panose="020B0A04020102020204" pitchFamily="34" charset="0"/>
              </a:rPr>
              <a:t>Introduction</a:t>
            </a:r>
          </a:p>
        </p:txBody>
      </p:sp>
      <p:sp>
        <p:nvSpPr>
          <p:cNvPr id="12" name="Légende encadrée avec une bordure 1 11"/>
          <p:cNvSpPr/>
          <p:nvPr/>
        </p:nvSpPr>
        <p:spPr>
          <a:xfrm>
            <a:off x="4792771" y="2615192"/>
            <a:ext cx="4819582" cy="942788"/>
          </a:xfrm>
          <a:prstGeom prst="accentBorderCallout1">
            <a:avLst>
              <a:gd name="adj1" fmla="val 19077"/>
              <a:gd name="adj2" fmla="val -6994"/>
              <a:gd name="adj3" fmla="val 93142"/>
              <a:gd name="adj4" fmla="val -27573"/>
            </a:avLst>
          </a:prstGeom>
          <a:ln>
            <a:prstDash val="solid"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chemeClr val="tx1"/>
                </a:solidFill>
                <a:latin typeface="Arial Black" panose="020B0A04020102020204" pitchFamily="34" charset="0"/>
              </a:rPr>
              <a:t>Contexte générale du stage </a:t>
            </a:r>
          </a:p>
        </p:txBody>
      </p:sp>
      <p:sp>
        <p:nvSpPr>
          <p:cNvPr id="13" name="Légende encadrée avec une bordure 1 12"/>
          <p:cNvSpPr/>
          <p:nvPr/>
        </p:nvSpPr>
        <p:spPr>
          <a:xfrm>
            <a:off x="4793713" y="4322301"/>
            <a:ext cx="4819582" cy="894562"/>
          </a:xfrm>
          <a:prstGeom prst="accentBorderCallout1">
            <a:avLst>
              <a:gd name="adj1" fmla="val 42528"/>
              <a:gd name="adj2" fmla="val -6626"/>
              <a:gd name="adj3" fmla="val 41231"/>
              <a:gd name="adj4" fmla="val -22272"/>
            </a:avLst>
          </a:prstGeom>
          <a:ln>
            <a:prstDash val="solid"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dirty="0">
                <a:solidFill>
                  <a:schemeClr val="tx1"/>
                </a:solidFill>
                <a:latin typeface="Arial Black" panose="020B0A04020102020204" pitchFamily="34" charset="0"/>
              </a:rPr>
              <a:t>Taches effectuées </a:t>
            </a:r>
          </a:p>
        </p:txBody>
      </p:sp>
      <p:sp>
        <p:nvSpPr>
          <p:cNvPr id="16" name="Légende encadrée avec une bordure 1 15"/>
          <p:cNvSpPr/>
          <p:nvPr/>
        </p:nvSpPr>
        <p:spPr>
          <a:xfrm>
            <a:off x="4792771" y="5702642"/>
            <a:ext cx="4819582" cy="908377"/>
          </a:xfrm>
          <a:prstGeom prst="accentBorderCallout1">
            <a:avLst>
              <a:gd name="adj1" fmla="val 78178"/>
              <a:gd name="adj2" fmla="val -9556"/>
              <a:gd name="adj3" fmla="val -34355"/>
              <a:gd name="adj4" fmla="val -30781"/>
            </a:avLst>
          </a:prstGeom>
          <a:ln>
            <a:prstDash val="solid"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800" dirty="0" smtClean="0">
              <a:solidFill>
                <a:schemeClr val="tx1"/>
              </a:solidFill>
              <a:latin typeface="Arial Black" panose="020B0A04020102020204" pitchFamily="34" charset="0"/>
            </a:endParaRPr>
          </a:p>
          <a:p>
            <a:pPr algn="ctr"/>
            <a:r>
              <a:rPr lang="fr-FR" sz="24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Observations </a:t>
            </a:r>
            <a:r>
              <a:rPr lang="fr-FR" sz="2400" dirty="0">
                <a:solidFill>
                  <a:schemeClr val="tx1"/>
                </a:solidFill>
                <a:latin typeface="Arial Black" panose="020B0A04020102020204" pitchFamily="34" charset="0"/>
              </a:rPr>
              <a:t>et difficultés rencontrées </a:t>
            </a:r>
          </a:p>
          <a:p>
            <a:pPr algn="ctr"/>
            <a:endParaRPr lang="fr-FR" sz="28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grpSp>
        <p:nvGrpSpPr>
          <p:cNvPr id="2" name="Groupe 1"/>
          <p:cNvGrpSpPr/>
          <p:nvPr/>
        </p:nvGrpSpPr>
        <p:grpSpPr>
          <a:xfrm>
            <a:off x="617839" y="2792626"/>
            <a:ext cx="3125065" cy="3059351"/>
            <a:chOff x="152400" y="1286933"/>
            <a:chExt cx="3115733" cy="2379134"/>
          </a:xfrm>
        </p:grpSpPr>
        <p:sp>
          <p:nvSpPr>
            <p:cNvPr id="3" name="Organigramme : Connecteur 2"/>
            <p:cNvSpPr/>
            <p:nvPr/>
          </p:nvSpPr>
          <p:spPr>
            <a:xfrm>
              <a:off x="397933" y="1515534"/>
              <a:ext cx="2633134" cy="1930400"/>
            </a:xfrm>
            <a:prstGeom prst="flowChartConnector">
              <a:avLst/>
            </a:prstGeom>
            <a:solidFill>
              <a:srgbClr val="002060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fr-FR" sz="5000" dirty="0">
                  <a:latin typeface="+mj-lt"/>
                </a:rPr>
                <a:t>PLAN</a:t>
              </a:r>
            </a:p>
          </p:txBody>
        </p:sp>
        <p:sp>
          <p:nvSpPr>
            <p:cNvPr id="5" name="Bouée 4"/>
            <p:cNvSpPr/>
            <p:nvPr/>
          </p:nvSpPr>
          <p:spPr>
            <a:xfrm>
              <a:off x="152400" y="1286933"/>
              <a:ext cx="3115733" cy="2379134"/>
            </a:xfrm>
            <a:prstGeom prst="donut">
              <a:avLst>
                <a:gd name="adj" fmla="val 7748"/>
              </a:avLst>
            </a:prstGeom>
            <a:solidFill>
              <a:srgbClr val="002060"/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sp>
        <p:nvSpPr>
          <p:cNvPr id="40" name="Légende encadrée avec une bordure 1 39"/>
          <p:cNvSpPr/>
          <p:nvPr/>
        </p:nvSpPr>
        <p:spPr>
          <a:xfrm>
            <a:off x="3842951" y="6969211"/>
            <a:ext cx="4425605" cy="1006025"/>
          </a:xfrm>
          <a:prstGeom prst="accentBorderCallout1">
            <a:avLst>
              <a:gd name="adj1" fmla="val 90874"/>
              <a:gd name="adj2" fmla="val -6370"/>
              <a:gd name="adj3" fmla="val -112229"/>
              <a:gd name="adj4" fmla="val -39211"/>
            </a:avLst>
          </a:prstGeom>
          <a:ln>
            <a:prstDash val="solid"/>
          </a:ln>
          <a:effectLst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chemeClr val="tx1"/>
                </a:solidFill>
                <a:latin typeface="Arial Black" panose="020B0A04020102020204" pitchFamily="34" charset="0"/>
              </a:rPr>
              <a:t>Conclusion générale</a:t>
            </a:r>
            <a:endParaRPr lang="fr-FR" sz="28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 animBg="1"/>
      <p:bldP spid="13" grpId="0" animBg="1"/>
      <p:bldP spid="16" grpId="0" animBg="1"/>
      <p:bldP spid="4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775;p59"/>
          <p:cNvPicPr preferRelativeResize="0"/>
          <p:nvPr/>
        </p:nvPicPr>
        <p:blipFill rotWithShape="1">
          <a:blip r:embed="rId2">
            <a:alphaModFix/>
          </a:blip>
          <a:srcRect t="16547" b="16540"/>
          <a:stretch/>
        </p:blipFill>
        <p:spPr>
          <a:xfrm>
            <a:off x="3565134" y="3212978"/>
            <a:ext cx="9354455" cy="507772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77;p35"/>
          <p:cNvSpPr txBox="1">
            <a:spLocks noGrp="1"/>
          </p:cNvSpPr>
          <p:nvPr>
            <p:ph type="title"/>
          </p:nvPr>
        </p:nvSpPr>
        <p:spPr>
          <a:xfrm>
            <a:off x="736601" y="1409720"/>
            <a:ext cx="6126802" cy="12825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Google Shape;278;p35"/>
          <p:cNvSpPr txBox="1">
            <a:spLocks/>
          </p:cNvSpPr>
          <p:nvPr/>
        </p:nvSpPr>
        <p:spPr>
          <a:xfrm>
            <a:off x="1280268" y="521511"/>
            <a:ext cx="1381328" cy="130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7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lang="en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Google Shape;279;p35"/>
          <p:cNvCxnSpPr/>
          <p:nvPr/>
        </p:nvCxnSpPr>
        <p:spPr>
          <a:xfrm>
            <a:off x="1505902" y="2978176"/>
            <a:ext cx="4588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object 6"/>
          <p:cNvSpPr txBox="1">
            <a:spLocks/>
          </p:cNvSpPr>
          <p:nvPr/>
        </p:nvSpPr>
        <p:spPr>
          <a:xfrm>
            <a:off x="13201110" y="7789963"/>
            <a:ext cx="500514" cy="190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>
              <a:lnSpc>
                <a:spcPts val="1330"/>
              </a:lnSpc>
            </a:pPr>
            <a:r>
              <a:rPr lang="fr-FR" spc="-25" dirty="0" smtClean="0"/>
              <a:t>01</a:t>
            </a:r>
            <a:endParaRPr lang="fr-FR" spc="-25" dirty="0"/>
          </a:p>
        </p:txBody>
      </p:sp>
    </p:spTree>
    <p:extLst>
      <p:ext uri="{BB962C8B-B14F-4D97-AF65-F5344CB8AC3E}">
        <p14:creationId xmlns:p14="http://schemas.microsoft.com/office/powerpoint/2010/main" val="2396304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/>
          <p:cNvGrpSpPr/>
          <p:nvPr/>
        </p:nvGrpSpPr>
        <p:grpSpPr>
          <a:xfrm>
            <a:off x="1836138" y="1774621"/>
            <a:ext cx="3417099" cy="2458126"/>
            <a:chOff x="1836138" y="1774621"/>
            <a:chExt cx="3417099" cy="2458126"/>
          </a:xfrm>
        </p:grpSpPr>
        <p:grpSp>
          <p:nvGrpSpPr>
            <p:cNvPr id="17" name="Groupe 16"/>
            <p:cNvGrpSpPr/>
            <p:nvPr/>
          </p:nvGrpSpPr>
          <p:grpSpPr>
            <a:xfrm>
              <a:off x="1836138" y="1774621"/>
              <a:ext cx="486319" cy="563865"/>
              <a:chOff x="408382" y="1598446"/>
              <a:chExt cx="445056" cy="468226"/>
            </a:xfrm>
          </p:grpSpPr>
          <p:sp>
            <p:nvSpPr>
              <p:cNvPr id="29" name="Shape 1"/>
              <p:cNvSpPr/>
              <p:nvPr/>
            </p:nvSpPr>
            <p:spPr>
              <a:xfrm>
                <a:off x="408382" y="1621616"/>
                <a:ext cx="445056" cy="445056"/>
              </a:xfrm>
              <a:prstGeom prst="roundRect">
                <a:avLst>
                  <a:gd name="adj" fmla="val 18668"/>
                </a:avLst>
              </a:prstGeom>
              <a:solidFill>
                <a:srgbClr val="D5DCF6"/>
              </a:solidFill>
              <a:ln w="7620">
                <a:solidFill>
                  <a:srgbClr val="BBC2DC"/>
                </a:solidFill>
                <a:prstDash val="solid"/>
              </a:ln>
            </p:spPr>
          </p:sp>
          <p:sp>
            <p:nvSpPr>
              <p:cNvPr id="30" name="Text 2"/>
              <p:cNvSpPr/>
              <p:nvPr/>
            </p:nvSpPr>
            <p:spPr>
              <a:xfrm>
                <a:off x="526489" y="1598446"/>
                <a:ext cx="122753" cy="312301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>
                  <a:lnSpc>
                    <a:spcPct val="150000"/>
                  </a:lnSpc>
                </a:pPr>
                <a:r>
                  <a:rPr lang="en-US" sz="2450" dirty="0">
                    <a:solidFill>
                      <a:srgbClr val="3B3535"/>
                    </a:solidFill>
                    <a:latin typeface="Times New Roman" panose="02020603050405020304" pitchFamily="18" charset="0"/>
                    <a:ea typeface="Alexandria" pitchFamily="34" charset="-122"/>
                    <a:cs typeface="Times New Roman" panose="02020603050405020304" pitchFamily="18" charset="0"/>
                  </a:rPr>
                  <a:t>1</a:t>
                </a:r>
                <a:endParaRPr lang="en-US" sz="245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1" name="Text 3"/>
            <p:cNvSpPr/>
            <p:nvPr/>
          </p:nvSpPr>
          <p:spPr>
            <a:xfrm>
              <a:off x="2322457" y="3724268"/>
              <a:ext cx="2930780" cy="50847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ct val="150000"/>
                </a:lnSpc>
              </a:pPr>
              <a:r>
                <a:rPr lang="en-US" sz="2800" dirty="0">
                  <a:solidFill>
                    <a:srgbClr val="0070C0"/>
                  </a:solidFill>
                  <a:latin typeface="Times New Roman" panose="02020603050405020304" pitchFamily="18" charset="0"/>
                  <a:ea typeface="Alexandria" pitchFamily="34" charset="-122"/>
                  <a:cs typeface="Times New Roman" panose="02020603050405020304" pitchFamily="18" charset="0"/>
                </a:rPr>
                <a:t>Objectifs du Stage</a:t>
              </a:r>
              <a:endParaRPr lang="en-US" sz="28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Groupe 17"/>
          <p:cNvGrpSpPr/>
          <p:nvPr/>
        </p:nvGrpSpPr>
        <p:grpSpPr>
          <a:xfrm>
            <a:off x="1836138" y="3776101"/>
            <a:ext cx="486319" cy="535963"/>
            <a:chOff x="724627" y="4160280"/>
            <a:chExt cx="445056" cy="445056"/>
          </a:xfrm>
        </p:grpSpPr>
        <p:sp>
          <p:nvSpPr>
            <p:cNvPr id="33" name="Shape 5"/>
            <p:cNvSpPr/>
            <p:nvPr/>
          </p:nvSpPr>
          <p:spPr>
            <a:xfrm>
              <a:off x="724627" y="4160280"/>
              <a:ext cx="445056" cy="445056"/>
            </a:xfrm>
            <a:prstGeom prst="roundRect">
              <a:avLst>
                <a:gd name="adj" fmla="val 18668"/>
              </a:avLst>
            </a:prstGeom>
            <a:solidFill>
              <a:srgbClr val="D5DCF6"/>
            </a:solidFill>
            <a:ln w="7620">
              <a:solidFill>
                <a:srgbClr val="BBC2DC"/>
              </a:solidFill>
              <a:prstDash val="solid"/>
            </a:ln>
          </p:spPr>
        </p:sp>
        <p:sp>
          <p:nvSpPr>
            <p:cNvPr id="34" name="Text 6"/>
            <p:cNvSpPr/>
            <p:nvPr/>
          </p:nvSpPr>
          <p:spPr>
            <a:xfrm>
              <a:off x="842733" y="4160280"/>
              <a:ext cx="175170" cy="20955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>
                <a:lnSpc>
                  <a:spcPct val="150000"/>
                </a:lnSpc>
              </a:pPr>
              <a:r>
                <a:rPr lang="en-US" sz="2450" dirty="0">
                  <a:solidFill>
                    <a:srgbClr val="3B3535"/>
                  </a:solidFill>
                  <a:latin typeface="Times New Roman" panose="02020603050405020304" pitchFamily="18" charset="0"/>
                  <a:ea typeface="Alexandria" pitchFamily="34" charset="-122"/>
                  <a:cs typeface="Times New Roman" panose="02020603050405020304" pitchFamily="18" charset="0"/>
                </a:rPr>
                <a:t>2</a:t>
              </a:r>
              <a:endParaRPr lang="en-US" sz="24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5" name="Text 7"/>
          <p:cNvSpPr/>
          <p:nvPr/>
        </p:nvSpPr>
        <p:spPr>
          <a:xfrm>
            <a:off x="2322457" y="1707159"/>
            <a:ext cx="4695871" cy="391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Aperçu de l’Organisme d’Accueil</a:t>
            </a:r>
            <a:endParaRPr lang="en-US" sz="28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 8"/>
          <p:cNvSpPr/>
          <p:nvPr/>
        </p:nvSpPr>
        <p:spPr>
          <a:xfrm>
            <a:off x="2700833" y="2383953"/>
            <a:ext cx="11349061" cy="1843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solidFill>
                  <a:srgbClr val="3B3535"/>
                </a:solidFill>
                <a:latin typeface="Times New Roman" panose="02020603050405020304" pitchFamily="18" charset="0"/>
                <a:ea typeface="Sora" pitchFamily="34" charset="-122"/>
                <a:cs typeface="Times New Roman" panose="02020603050405020304" pitchFamily="18" charset="0"/>
              </a:rPr>
              <a:t>La Province de Rhamna </a:t>
            </a:r>
            <a:r>
              <a:rPr lang="en-US" sz="2400" dirty="0">
                <a:solidFill>
                  <a:srgbClr val="3B3535"/>
                </a:solidFill>
                <a:latin typeface="Times New Roman" panose="02020603050405020304" pitchFamily="18" charset="0"/>
                <a:ea typeface="Sora" pitchFamily="34" charset="-122"/>
                <a:cs typeface="Times New Roman" panose="02020603050405020304" pitchFamily="18" charset="0"/>
              </a:rPr>
              <a:t>est une institution publique, dont le </a:t>
            </a:r>
            <a:r>
              <a:rPr lang="en-US" sz="2400" b="1" dirty="0">
                <a:solidFill>
                  <a:srgbClr val="3B3535"/>
                </a:solidFill>
                <a:latin typeface="Times New Roman" panose="02020603050405020304" pitchFamily="18" charset="0"/>
                <a:ea typeface="Sora" pitchFamily="34" charset="-122"/>
                <a:cs typeface="Times New Roman" panose="02020603050405020304" pitchFamily="18" charset="0"/>
              </a:rPr>
              <a:t>service des systèmes d’information et de communication (SIC</a:t>
            </a:r>
            <a:r>
              <a:rPr lang="en-US" sz="2400" b="1" dirty="0" smtClean="0">
                <a:solidFill>
                  <a:srgbClr val="3B3535"/>
                </a:solidFill>
                <a:latin typeface="Times New Roman" panose="02020603050405020304" pitchFamily="18" charset="0"/>
                <a:ea typeface="Sora" pitchFamily="34" charset="-122"/>
                <a:cs typeface="Times New Roman" panose="02020603050405020304" pitchFamily="18" charset="0"/>
              </a:rPr>
              <a:t>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9" name="Groupe 18"/>
          <p:cNvGrpSpPr/>
          <p:nvPr/>
        </p:nvGrpSpPr>
        <p:grpSpPr>
          <a:xfrm>
            <a:off x="1836138" y="5534078"/>
            <a:ext cx="486319" cy="586259"/>
            <a:chOff x="542035" y="6524174"/>
            <a:chExt cx="445056" cy="486821"/>
          </a:xfrm>
        </p:grpSpPr>
        <p:sp>
          <p:nvSpPr>
            <p:cNvPr id="37" name="Shape 9"/>
            <p:cNvSpPr/>
            <p:nvPr/>
          </p:nvSpPr>
          <p:spPr>
            <a:xfrm>
              <a:off x="542035" y="6565939"/>
              <a:ext cx="445056" cy="445056"/>
            </a:xfrm>
            <a:prstGeom prst="roundRect">
              <a:avLst>
                <a:gd name="adj" fmla="val 18668"/>
              </a:avLst>
            </a:prstGeom>
            <a:solidFill>
              <a:srgbClr val="D5DCF6"/>
            </a:solidFill>
            <a:ln w="7620">
              <a:solidFill>
                <a:srgbClr val="BBC2DC"/>
              </a:solidFill>
              <a:prstDash val="solid"/>
            </a:ln>
          </p:spPr>
        </p:sp>
        <p:sp>
          <p:nvSpPr>
            <p:cNvPr id="38" name="Text 10"/>
            <p:cNvSpPr/>
            <p:nvPr/>
          </p:nvSpPr>
          <p:spPr>
            <a:xfrm>
              <a:off x="646121" y="6524174"/>
              <a:ext cx="186809" cy="31230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algn="ctr">
                <a:lnSpc>
                  <a:spcPct val="150000"/>
                </a:lnSpc>
              </a:pPr>
              <a:r>
                <a:rPr lang="en-US" sz="2450" dirty="0">
                  <a:solidFill>
                    <a:srgbClr val="3B3535"/>
                  </a:solidFill>
                  <a:latin typeface="Times New Roman" panose="02020603050405020304" pitchFamily="18" charset="0"/>
                  <a:ea typeface="Alexandria" pitchFamily="34" charset="-122"/>
                  <a:cs typeface="Times New Roman" panose="02020603050405020304" pitchFamily="18" charset="0"/>
                </a:rPr>
                <a:t>3</a:t>
              </a:r>
              <a:endParaRPr lang="en-US" sz="245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9" name="Text 11"/>
          <p:cNvSpPr/>
          <p:nvPr/>
        </p:nvSpPr>
        <p:spPr>
          <a:xfrm>
            <a:off x="2436194" y="5571193"/>
            <a:ext cx="3610800" cy="705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0070C0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Présentation du Projet</a:t>
            </a:r>
            <a:endParaRPr lang="en-US" sz="28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12"/>
          <p:cNvSpPr/>
          <p:nvPr/>
        </p:nvSpPr>
        <p:spPr>
          <a:xfrm>
            <a:off x="2322457" y="6291631"/>
            <a:ext cx="11530890" cy="1058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>
              <a:lnSpc>
                <a:spcPct val="150000"/>
              </a:lnSpc>
            </a:pP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de gestion des ressources humaines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Automatiser la gestion des fonctionnaires, des demandes.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741335" y="4380359"/>
            <a:ext cx="1192458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1" algn="just">
              <a:lnSpc>
                <a:spcPct val="150000"/>
              </a:lnSpc>
              <a:spcAft>
                <a:spcPts val="800"/>
              </a:spcAft>
              <a:buSzPts val="1000"/>
              <a:tabLst>
                <a:tab pos="914400" algn="l"/>
              </a:tabLst>
            </a:pPr>
            <a:r>
              <a:rPr lang="fr-FR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Acquérir des compétences en développement d'applications et gestion de bases de données</a:t>
            </a:r>
            <a:r>
              <a:rPr lang="fr-FR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Google Shape;277;p35"/>
          <p:cNvSpPr txBox="1">
            <a:spLocks noGrp="1"/>
          </p:cNvSpPr>
          <p:nvPr>
            <p:ph type="title"/>
          </p:nvPr>
        </p:nvSpPr>
        <p:spPr>
          <a:xfrm>
            <a:off x="1741335" y="508333"/>
            <a:ext cx="5850503" cy="11038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Google Shape;278;p35"/>
          <p:cNvSpPr txBox="1">
            <a:spLocks/>
          </p:cNvSpPr>
          <p:nvPr/>
        </p:nvSpPr>
        <p:spPr>
          <a:xfrm>
            <a:off x="1314214" y="390411"/>
            <a:ext cx="1381328" cy="130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6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  <a:endParaRPr lang="en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object 6"/>
          <p:cNvSpPr txBox="1">
            <a:spLocks/>
          </p:cNvSpPr>
          <p:nvPr/>
        </p:nvSpPr>
        <p:spPr>
          <a:xfrm>
            <a:off x="14002604" y="7902415"/>
            <a:ext cx="500514" cy="190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>
              <a:lnSpc>
                <a:spcPts val="1330"/>
              </a:lnSpc>
            </a:pPr>
            <a:r>
              <a:rPr lang="fr-FR" spc="-25" dirty="0" smtClean="0"/>
              <a:t>02</a:t>
            </a:r>
            <a:endParaRPr lang="fr-FR" spc="-25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506666" y="1277555"/>
            <a:ext cx="114884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Contexte générale du stage </a:t>
            </a:r>
          </a:p>
        </p:txBody>
      </p:sp>
      <p:sp>
        <p:nvSpPr>
          <p:cNvPr id="10" name="Google Shape;278;p35"/>
          <p:cNvSpPr txBox="1">
            <a:spLocks/>
          </p:cNvSpPr>
          <p:nvPr/>
        </p:nvSpPr>
        <p:spPr>
          <a:xfrm>
            <a:off x="594468" y="0"/>
            <a:ext cx="1381328" cy="130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7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lang="en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Google Shape;279;p35"/>
          <p:cNvCxnSpPr/>
          <p:nvPr/>
        </p:nvCxnSpPr>
        <p:spPr>
          <a:xfrm flipV="1">
            <a:off x="594468" y="2489200"/>
            <a:ext cx="9286132" cy="40477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4" name="Google Shape;781;p59"/>
          <p:cNvPicPr preferRelativeResize="0"/>
          <p:nvPr/>
        </p:nvPicPr>
        <p:blipFill rotWithShape="1">
          <a:blip r:embed="rId2">
            <a:alphaModFix/>
          </a:blip>
          <a:srcRect t="6377" b="6377"/>
          <a:stretch/>
        </p:blipFill>
        <p:spPr>
          <a:xfrm>
            <a:off x="3810000" y="2489201"/>
            <a:ext cx="9042400" cy="574833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object 6"/>
          <p:cNvSpPr txBox="1">
            <a:spLocks/>
          </p:cNvSpPr>
          <p:nvPr/>
        </p:nvSpPr>
        <p:spPr>
          <a:xfrm>
            <a:off x="12852400" y="7821038"/>
            <a:ext cx="778213" cy="190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>
              <a:lnSpc>
                <a:spcPts val="1330"/>
              </a:lnSpc>
            </a:pPr>
            <a:r>
              <a:rPr lang="fr-FR" spc="-25" dirty="0" smtClean="0"/>
              <a:t>03</a:t>
            </a:r>
            <a:endParaRPr lang="fr-FR" spc="-25" dirty="0"/>
          </a:p>
        </p:txBody>
      </p:sp>
    </p:spTree>
    <p:extLst>
      <p:ext uri="{BB962C8B-B14F-4D97-AF65-F5344CB8AC3E}">
        <p14:creationId xmlns:p14="http://schemas.microsoft.com/office/powerpoint/2010/main" val="61866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1381328" y="498602"/>
            <a:ext cx="8025963" cy="886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6350"/>
              </a:lnSpc>
            </a:pPr>
            <a:r>
              <a:rPr lang="en-US" sz="6000" b="1" dirty="0">
                <a:solidFill>
                  <a:srgbClr val="1F1E1E"/>
                </a:solidFill>
                <a:latin typeface="Times New Roman" panose="02020603050405020304" pitchFamily="18" charset="0"/>
                <a:ea typeface="Alexandria" pitchFamily="34" charset="-122"/>
                <a:cs typeface="Times New Roman" panose="02020603050405020304" pitchFamily="18" charset="0"/>
              </a:rPr>
              <a:t>Contexte Général du Stage</a:t>
            </a:r>
            <a:endParaRPr lang="en-US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ous-titre 5"/>
          <p:cNvSpPr>
            <a:spLocks noGrp="1"/>
          </p:cNvSpPr>
          <p:nvPr>
            <p:ph type="subTitle" idx="1"/>
          </p:nvPr>
        </p:nvSpPr>
        <p:spPr>
          <a:xfrm>
            <a:off x="6820384" y="3655704"/>
            <a:ext cx="6463816" cy="3240396"/>
          </a:xfrm>
        </p:spPr>
        <p:txBody>
          <a:bodyPr/>
          <a:lstStyle/>
          <a:p>
            <a:pPr marL="781050" lvl="1" indent="-171450" algn="l">
              <a:buFont typeface="Wingdings" panose="05000000000000000000" pitchFamily="2" charset="2"/>
              <a:buChar char="v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Développement d'une 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de gestion des ressources humaines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avec une équipe de 4 personnes.</a:t>
            </a:r>
          </a:p>
          <a:p>
            <a:pPr marL="609600" lvl="1" indent="0" algn="l"/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81050" lvl="1" indent="-171450" algn="l">
              <a:buFont typeface="Wingdings" panose="05000000000000000000" pitchFamily="2" charset="2"/>
              <a:buChar char="v"/>
            </a:pP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Objectifs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Automatiser les processus RH et améliorer l’efficacité de la gestion des </a:t>
            </a:r>
            <a:r>
              <a:rPr lang="fr-F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fonctionnaires.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9600" lvl="1" indent="0" algn="l"/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81050" lvl="1" indent="-171450" algn="l">
              <a:buFont typeface="Wingdings" panose="05000000000000000000" pitchFamily="2" charset="2"/>
              <a:buChar char="v"/>
            </a:pP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 rôle 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Conception de la base de données, p</a:t>
            </a:r>
            <a:r>
              <a:rPr lang="fr-F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articiper 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activement au </a:t>
            </a:r>
            <a:r>
              <a:rPr lang="fr-F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développement 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l'application, analyse des besoins fonctionnels</a:t>
            </a:r>
            <a:r>
              <a:rPr lang="fr-FR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ous-titre 13"/>
          <p:cNvSpPr>
            <a:spLocks noGrp="1"/>
          </p:cNvSpPr>
          <p:nvPr>
            <p:ph type="subTitle" idx="3"/>
          </p:nvPr>
        </p:nvSpPr>
        <p:spPr>
          <a:xfrm>
            <a:off x="1009402" y="1757553"/>
            <a:ext cx="4180113" cy="1068128"/>
          </a:xfrm>
        </p:spPr>
        <p:txBody>
          <a:bodyPr>
            <a:noAutofit/>
          </a:bodyPr>
          <a:lstStyle/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de l'organisme d'accueil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ous-titre 14"/>
          <p:cNvSpPr>
            <a:spLocks noGrp="1"/>
          </p:cNvSpPr>
          <p:nvPr>
            <p:ph type="subTitle" idx="4"/>
          </p:nvPr>
        </p:nvSpPr>
        <p:spPr>
          <a:xfrm>
            <a:off x="8041343" y="1714717"/>
            <a:ext cx="3972857" cy="1130819"/>
          </a:xfrm>
        </p:spPr>
        <p:txBody>
          <a:bodyPr/>
          <a:lstStyle/>
          <a:p>
            <a:pPr lvl="0"/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du projet de stage </a:t>
            </a:r>
          </a:p>
        </p:txBody>
      </p:sp>
      <p:grpSp>
        <p:nvGrpSpPr>
          <p:cNvPr id="23" name="Groupe 22"/>
          <p:cNvGrpSpPr/>
          <p:nvPr/>
        </p:nvGrpSpPr>
        <p:grpSpPr>
          <a:xfrm>
            <a:off x="331771" y="2873829"/>
            <a:ext cx="5764713" cy="3913691"/>
            <a:chOff x="331771" y="2873829"/>
            <a:chExt cx="5764713" cy="3913691"/>
          </a:xfrm>
        </p:grpSpPr>
        <p:sp>
          <p:nvSpPr>
            <p:cNvPr id="19" name="Google Shape;7695;p64"/>
            <p:cNvSpPr/>
            <p:nvPr/>
          </p:nvSpPr>
          <p:spPr>
            <a:xfrm rot="10800000">
              <a:off x="331771" y="2873829"/>
              <a:ext cx="5764713" cy="3913691"/>
            </a:xfrm>
            <a:custGeom>
              <a:avLst/>
              <a:gdLst/>
              <a:ahLst/>
              <a:cxnLst/>
              <a:rect l="l" t="t" r="r" b="b"/>
              <a:pathLst>
                <a:path w="4733" h="5225" extrusionOk="0">
                  <a:moveTo>
                    <a:pt x="346" y="0"/>
                  </a:moveTo>
                  <a:cubicBezTo>
                    <a:pt x="148" y="0"/>
                    <a:pt x="1" y="148"/>
                    <a:pt x="1" y="333"/>
                  </a:cubicBezTo>
                  <a:lnTo>
                    <a:pt x="1" y="4423"/>
                  </a:lnTo>
                  <a:cubicBezTo>
                    <a:pt x="1" y="4608"/>
                    <a:pt x="148" y="4756"/>
                    <a:pt x="346" y="4756"/>
                  </a:cubicBezTo>
                  <a:lnTo>
                    <a:pt x="2046" y="4756"/>
                  </a:lnTo>
                  <a:lnTo>
                    <a:pt x="2366" y="5224"/>
                  </a:lnTo>
                  <a:lnTo>
                    <a:pt x="2674" y="4756"/>
                  </a:lnTo>
                  <a:lnTo>
                    <a:pt x="4387" y="4756"/>
                  </a:lnTo>
                  <a:cubicBezTo>
                    <a:pt x="4394" y="4757"/>
                    <a:pt x="4400" y="4757"/>
                    <a:pt x="4407" y="4757"/>
                  </a:cubicBezTo>
                  <a:cubicBezTo>
                    <a:pt x="4583" y="4757"/>
                    <a:pt x="4732" y="4602"/>
                    <a:pt x="4732" y="4423"/>
                  </a:cubicBezTo>
                  <a:lnTo>
                    <a:pt x="4732" y="333"/>
                  </a:lnTo>
                  <a:cubicBezTo>
                    <a:pt x="4732" y="148"/>
                    <a:pt x="4572" y="0"/>
                    <a:pt x="4387" y="0"/>
                  </a:cubicBezTo>
                  <a:close/>
                </a:path>
              </a:pathLst>
            </a:custGeom>
            <a:noFill/>
            <a:ln w="76200" cap="flat" cmpd="sng">
              <a:solidFill>
                <a:srgbClr val="A5B7C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457200" lvl="1"/>
              <a:r>
                <a:rPr lang="fr-FR" sz="18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fr-FR" sz="1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Sous-titre 9"/>
            <p:cNvSpPr txBox="1">
              <a:spLocks/>
            </p:cNvSpPr>
            <p:nvPr/>
          </p:nvSpPr>
          <p:spPr>
            <a:xfrm>
              <a:off x="623327" y="3264765"/>
              <a:ext cx="5234046" cy="35227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Open Sans"/>
                <a:buNone/>
                <a:defRPr sz="1200" b="0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  <a:lvl2pPr marL="914400" marR="0" lvl="1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Open Sans"/>
                <a:buNone/>
                <a:defRPr sz="1200" b="0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defRPr>
              </a:lvl2pPr>
              <a:lvl3pPr marL="1371600" marR="0" lvl="2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Open Sans"/>
                <a:buNone/>
                <a:defRPr sz="1200" b="0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defRPr>
              </a:lvl3pPr>
              <a:lvl4pPr marL="1828800" marR="0" lvl="3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Open Sans"/>
                <a:buNone/>
                <a:defRPr sz="1200" b="0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defRPr>
              </a:lvl4pPr>
              <a:lvl5pPr marL="2286000" marR="0" lvl="4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Open Sans"/>
                <a:buNone/>
                <a:defRPr sz="1200" b="0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defRPr>
              </a:lvl5pPr>
              <a:lvl6pPr marL="2743200" marR="0" lvl="5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Open Sans"/>
                <a:buNone/>
                <a:defRPr sz="1200" b="0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defRPr>
              </a:lvl6pPr>
              <a:lvl7pPr marL="3200400" marR="0" lvl="6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Open Sans"/>
                <a:buNone/>
                <a:defRPr sz="1200" b="0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defRPr>
              </a:lvl7pPr>
              <a:lvl8pPr marL="3657600" marR="0" lvl="7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Open Sans"/>
                <a:buNone/>
                <a:defRPr sz="1200" b="0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defRPr>
              </a:lvl8pPr>
              <a:lvl9pPr marL="4114800" marR="0" lvl="8" indent="-3048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200"/>
                <a:buFont typeface="Open Sans"/>
                <a:buNone/>
                <a:defRPr sz="1200" b="0" i="0" u="none" strike="noStrike" cap="none">
                  <a:solidFill>
                    <a:schemeClr val="dk1"/>
                  </a:solidFill>
                  <a:latin typeface="Open Sans"/>
                  <a:ea typeface="Open Sans"/>
                  <a:cs typeface="Open Sans"/>
                  <a:sym typeface="Open Sans"/>
                </a:defRPr>
              </a:lvl9pPr>
            </a:lstStyle>
            <a:p>
              <a:pPr marL="457200" lvl="1" algn="l"/>
              <a:r>
                <a:rPr lang="fr-FR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Province de Rhamna</a:t>
              </a:r>
              <a:r>
                <a:rPr lang="fr-FR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fr-FR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Entité administrative publique située dans la région de </a:t>
              </a:r>
              <a:r>
                <a:rPr lang="fr-FR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Marrakech-Safi, qui </a:t>
              </a:r>
              <a:r>
                <a:rPr lang="fr-FR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Assurer </a:t>
              </a:r>
              <a:r>
                <a:rPr lang="fr-FR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 développement </a:t>
              </a:r>
              <a:r>
                <a:rPr lang="fr-FR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économique et social de la région</a:t>
              </a:r>
              <a:endParaRPr lang="fr-FR" sz="2000" dirty="0" smtClean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457200" lvl="1" algn="l"/>
              <a:r>
                <a:rPr lang="en-US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Date de creation : </a:t>
              </a:r>
              <a:r>
                <a:rPr lang="fr-FR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1810</a:t>
              </a:r>
            </a:p>
            <a:p>
              <a:pPr marL="457200" lvl="1" algn="l"/>
              <a:endParaRPr lang="fr-FR" sz="2000" dirty="0" smtClean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457200" lvl="1" algn="l"/>
              <a:r>
                <a:rPr lang="fr-FR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 Service (SIC) </a:t>
              </a:r>
              <a:r>
                <a:rPr lang="fr-FR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 Gère la maintenance des infrastructures informatiques, développe des applications internes, et assure la sécurité des données.</a:t>
              </a:r>
            </a:p>
            <a:p>
              <a:pPr marL="457200" lvl="1" algn="l"/>
              <a:endParaRPr lang="en-US" sz="1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7" name="Google Shape;278;p35"/>
          <p:cNvSpPr txBox="1">
            <a:spLocks/>
          </p:cNvSpPr>
          <p:nvPr/>
        </p:nvSpPr>
        <p:spPr>
          <a:xfrm>
            <a:off x="0" y="145328"/>
            <a:ext cx="1381328" cy="130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7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lang="en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Google Shape;7695;p64"/>
          <p:cNvSpPr/>
          <p:nvPr/>
        </p:nvSpPr>
        <p:spPr>
          <a:xfrm rot="10800000">
            <a:off x="6489700" y="2825681"/>
            <a:ext cx="7426827" cy="4222820"/>
          </a:xfrm>
          <a:custGeom>
            <a:avLst/>
            <a:gdLst/>
            <a:ahLst/>
            <a:cxnLst/>
            <a:rect l="l" t="t" r="r" b="b"/>
            <a:pathLst>
              <a:path w="4733" h="5225" extrusionOk="0">
                <a:moveTo>
                  <a:pt x="346" y="0"/>
                </a:moveTo>
                <a:cubicBezTo>
                  <a:pt x="148" y="0"/>
                  <a:pt x="1" y="148"/>
                  <a:pt x="1" y="333"/>
                </a:cubicBezTo>
                <a:lnTo>
                  <a:pt x="1" y="4423"/>
                </a:lnTo>
                <a:cubicBezTo>
                  <a:pt x="1" y="4608"/>
                  <a:pt x="148" y="4756"/>
                  <a:pt x="346" y="4756"/>
                </a:cubicBezTo>
                <a:lnTo>
                  <a:pt x="2046" y="4756"/>
                </a:lnTo>
                <a:lnTo>
                  <a:pt x="2366" y="5224"/>
                </a:lnTo>
                <a:lnTo>
                  <a:pt x="2674" y="4756"/>
                </a:lnTo>
                <a:lnTo>
                  <a:pt x="4387" y="4756"/>
                </a:lnTo>
                <a:cubicBezTo>
                  <a:pt x="4394" y="4757"/>
                  <a:pt x="4400" y="4757"/>
                  <a:pt x="4407" y="4757"/>
                </a:cubicBezTo>
                <a:cubicBezTo>
                  <a:pt x="4583" y="4757"/>
                  <a:pt x="4732" y="4602"/>
                  <a:pt x="4732" y="4423"/>
                </a:cubicBezTo>
                <a:lnTo>
                  <a:pt x="4732" y="333"/>
                </a:lnTo>
                <a:cubicBezTo>
                  <a:pt x="4732" y="148"/>
                  <a:pt x="4572" y="0"/>
                  <a:pt x="4387" y="0"/>
                </a:cubicBezTo>
                <a:close/>
              </a:path>
            </a:pathLst>
          </a:custGeom>
          <a:noFill/>
          <a:ln w="76200" cap="flat" cmpd="sng">
            <a:solidFill>
              <a:srgbClr val="A5B7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1"/>
            <a:r>
              <a:rPr lang="fr-FR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fr-F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object 6"/>
          <p:cNvSpPr txBox="1">
            <a:spLocks/>
          </p:cNvSpPr>
          <p:nvPr/>
        </p:nvSpPr>
        <p:spPr>
          <a:xfrm>
            <a:off x="12783686" y="7992754"/>
            <a:ext cx="500514" cy="190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>
              <a:lnSpc>
                <a:spcPts val="1330"/>
              </a:lnSpc>
            </a:pPr>
            <a:r>
              <a:rPr lang="fr-FR" spc="-25" dirty="0" smtClean="0"/>
              <a:t>04</a:t>
            </a:r>
            <a:endParaRPr lang="fr-FR" spc="-25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14" grpId="0" build="p"/>
      <p:bldP spid="15" grpId="0" build="p"/>
      <p:bldP spid="3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5"/>
          <p:cNvSpPr txBox="1">
            <a:spLocks noGrp="1"/>
          </p:cNvSpPr>
          <p:nvPr>
            <p:ph type="title"/>
          </p:nvPr>
        </p:nvSpPr>
        <p:spPr>
          <a:xfrm>
            <a:off x="732876" y="2944208"/>
            <a:ext cx="7181089" cy="119233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6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Taches effectuées </a:t>
            </a:r>
            <a:endParaRPr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9" name="Google Shape;279;p35"/>
          <p:cNvCxnSpPr/>
          <p:nvPr/>
        </p:nvCxnSpPr>
        <p:spPr>
          <a:xfrm>
            <a:off x="1035081" y="4136542"/>
            <a:ext cx="6576681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Google Shape;278;p35"/>
          <p:cNvSpPr txBox="1">
            <a:spLocks/>
          </p:cNvSpPr>
          <p:nvPr/>
        </p:nvSpPr>
        <p:spPr>
          <a:xfrm>
            <a:off x="1035081" y="1694491"/>
            <a:ext cx="1381328" cy="130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7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lang="en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Google Shape;775;p59"/>
          <p:cNvPicPr preferRelativeResize="0"/>
          <p:nvPr/>
        </p:nvPicPr>
        <p:blipFill rotWithShape="1">
          <a:blip r:embed="rId3">
            <a:alphaModFix/>
          </a:blip>
          <a:srcRect t="16547" b="16540"/>
          <a:stretch/>
        </p:blipFill>
        <p:spPr>
          <a:xfrm>
            <a:off x="7203201" y="3855308"/>
            <a:ext cx="7004350" cy="438223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object 6"/>
          <p:cNvSpPr txBox="1">
            <a:spLocks/>
          </p:cNvSpPr>
          <p:nvPr/>
        </p:nvSpPr>
        <p:spPr>
          <a:xfrm>
            <a:off x="13957294" y="7848329"/>
            <a:ext cx="500514" cy="190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>
              <a:lnSpc>
                <a:spcPts val="1330"/>
              </a:lnSpc>
            </a:pPr>
            <a:r>
              <a:rPr lang="fr-FR" spc="-25" dirty="0" smtClean="0"/>
              <a:t>05</a:t>
            </a:r>
            <a:endParaRPr lang="fr-FR" spc="-25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Oval 34">
            <a:extLst>
              <a:ext uri="{FF2B5EF4-FFF2-40B4-BE49-F238E27FC236}">
                <a16:creationId xmlns:a16="http://schemas.microsoft.com/office/drawing/2014/main" id="{5DDABBE8-7360-452B-B856-38FEBE0D7B6C}"/>
              </a:ext>
            </a:extLst>
          </p:cNvPr>
          <p:cNvSpPr/>
          <p:nvPr/>
        </p:nvSpPr>
        <p:spPr>
          <a:xfrm flipV="1">
            <a:off x="5673611" y="6176814"/>
            <a:ext cx="3284585" cy="360551"/>
          </a:xfrm>
          <a:prstGeom prst="ellipse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096183">
              <a:buClrTx/>
              <a:defRPr/>
            </a:pPr>
            <a:endParaRPr lang="en-US" sz="2158" kern="120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reeform 5"/>
          <p:cNvSpPr>
            <a:spLocks/>
          </p:cNvSpPr>
          <p:nvPr/>
        </p:nvSpPr>
        <p:spPr bwMode="auto">
          <a:xfrm>
            <a:off x="4804159" y="4616643"/>
            <a:ext cx="4175490" cy="1493134"/>
          </a:xfrm>
          <a:custGeom>
            <a:avLst/>
            <a:gdLst>
              <a:gd name="T0" fmla="*/ 451 w 629"/>
              <a:gd name="T1" fmla="*/ 74 h 225"/>
              <a:gd name="T2" fmla="*/ 466 w 629"/>
              <a:gd name="T3" fmla="*/ 74 h 225"/>
              <a:gd name="T4" fmla="*/ 503 w 629"/>
              <a:gd name="T5" fmla="*/ 64 h 225"/>
              <a:gd name="T6" fmla="*/ 583 w 629"/>
              <a:gd name="T7" fmla="*/ 15 h 225"/>
              <a:gd name="T8" fmla="*/ 600 w 629"/>
              <a:gd name="T9" fmla="*/ 4 h 225"/>
              <a:gd name="T10" fmla="*/ 621 w 629"/>
              <a:gd name="T11" fmla="*/ 9 h 225"/>
              <a:gd name="T12" fmla="*/ 627 w 629"/>
              <a:gd name="T13" fmla="*/ 19 h 225"/>
              <a:gd name="T14" fmla="*/ 626 w 629"/>
              <a:gd name="T15" fmla="*/ 26 h 225"/>
              <a:gd name="T16" fmla="*/ 588 w 629"/>
              <a:gd name="T17" fmla="*/ 67 h 225"/>
              <a:gd name="T18" fmla="*/ 547 w 629"/>
              <a:gd name="T19" fmla="*/ 105 h 225"/>
              <a:gd name="T20" fmla="*/ 516 w 629"/>
              <a:gd name="T21" fmla="*/ 135 h 225"/>
              <a:gd name="T22" fmla="*/ 497 w 629"/>
              <a:gd name="T23" fmla="*/ 148 h 225"/>
              <a:gd name="T24" fmla="*/ 447 w 629"/>
              <a:gd name="T25" fmla="*/ 179 h 225"/>
              <a:gd name="T26" fmla="*/ 393 w 629"/>
              <a:gd name="T27" fmla="*/ 219 h 225"/>
              <a:gd name="T28" fmla="*/ 371 w 629"/>
              <a:gd name="T29" fmla="*/ 223 h 225"/>
              <a:gd name="T30" fmla="*/ 329 w 629"/>
              <a:gd name="T31" fmla="*/ 212 h 225"/>
              <a:gd name="T32" fmla="*/ 285 w 629"/>
              <a:gd name="T33" fmla="*/ 201 h 225"/>
              <a:gd name="T34" fmla="*/ 225 w 629"/>
              <a:gd name="T35" fmla="*/ 189 h 225"/>
              <a:gd name="T36" fmla="*/ 186 w 629"/>
              <a:gd name="T37" fmla="*/ 181 h 225"/>
              <a:gd name="T38" fmla="*/ 169 w 629"/>
              <a:gd name="T39" fmla="*/ 180 h 225"/>
              <a:gd name="T40" fmla="*/ 121 w 629"/>
              <a:gd name="T41" fmla="*/ 170 h 225"/>
              <a:gd name="T42" fmla="*/ 66 w 629"/>
              <a:gd name="T43" fmla="*/ 157 h 225"/>
              <a:gd name="T44" fmla="*/ 23 w 629"/>
              <a:gd name="T45" fmla="*/ 149 h 225"/>
              <a:gd name="T46" fmla="*/ 9 w 629"/>
              <a:gd name="T47" fmla="*/ 145 h 225"/>
              <a:gd name="T48" fmla="*/ 4 w 629"/>
              <a:gd name="T49" fmla="*/ 140 h 225"/>
              <a:gd name="T50" fmla="*/ 3 w 629"/>
              <a:gd name="T51" fmla="*/ 94 h 225"/>
              <a:gd name="T52" fmla="*/ 21 w 629"/>
              <a:gd name="T53" fmla="*/ 29 h 225"/>
              <a:gd name="T54" fmla="*/ 39 w 629"/>
              <a:gd name="T55" fmla="*/ 4 h 225"/>
              <a:gd name="T56" fmla="*/ 45 w 629"/>
              <a:gd name="T57" fmla="*/ 2 h 225"/>
              <a:gd name="T58" fmla="*/ 106 w 629"/>
              <a:gd name="T59" fmla="*/ 21 h 225"/>
              <a:gd name="T60" fmla="*/ 125 w 629"/>
              <a:gd name="T61" fmla="*/ 27 h 225"/>
              <a:gd name="T62" fmla="*/ 135 w 629"/>
              <a:gd name="T63" fmla="*/ 27 h 225"/>
              <a:gd name="T64" fmla="*/ 175 w 629"/>
              <a:gd name="T65" fmla="*/ 17 h 225"/>
              <a:gd name="T66" fmla="*/ 231 w 629"/>
              <a:gd name="T67" fmla="*/ 11 h 225"/>
              <a:gd name="T68" fmla="*/ 274 w 629"/>
              <a:gd name="T69" fmla="*/ 24 h 225"/>
              <a:gd name="T70" fmla="*/ 329 w 629"/>
              <a:gd name="T71" fmla="*/ 52 h 225"/>
              <a:gd name="T72" fmla="*/ 356 w 629"/>
              <a:gd name="T73" fmla="*/ 57 h 225"/>
              <a:gd name="T74" fmla="*/ 417 w 629"/>
              <a:gd name="T75" fmla="*/ 71 h 225"/>
              <a:gd name="T76" fmla="*/ 433 w 629"/>
              <a:gd name="T77" fmla="*/ 87 h 225"/>
              <a:gd name="T78" fmla="*/ 422 w 629"/>
              <a:gd name="T79" fmla="*/ 112 h 225"/>
              <a:gd name="T80" fmla="*/ 386 w 629"/>
              <a:gd name="T81" fmla="*/ 113 h 225"/>
              <a:gd name="T82" fmla="*/ 309 w 629"/>
              <a:gd name="T83" fmla="*/ 113 h 225"/>
              <a:gd name="T84" fmla="*/ 279 w 629"/>
              <a:gd name="T85" fmla="*/ 120 h 225"/>
              <a:gd name="T86" fmla="*/ 272 w 629"/>
              <a:gd name="T87" fmla="*/ 134 h 225"/>
              <a:gd name="T88" fmla="*/ 285 w 629"/>
              <a:gd name="T89" fmla="*/ 141 h 225"/>
              <a:gd name="T90" fmla="*/ 296 w 629"/>
              <a:gd name="T91" fmla="*/ 137 h 225"/>
              <a:gd name="T92" fmla="*/ 366 w 629"/>
              <a:gd name="T93" fmla="*/ 134 h 225"/>
              <a:gd name="T94" fmla="*/ 409 w 629"/>
              <a:gd name="T95" fmla="*/ 136 h 225"/>
              <a:gd name="T96" fmla="*/ 437 w 629"/>
              <a:gd name="T97" fmla="*/ 130 h 225"/>
              <a:gd name="T98" fmla="*/ 453 w 629"/>
              <a:gd name="T99" fmla="*/ 77 h 225"/>
              <a:gd name="T100" fmla="*/ 451 w 629"/>
              <a:gd name="T101" fmla="*/ 74 h 22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629" h="225">
                <a:moveTo>
                  <a:pt x="451" y="74"/>
                </a:moveTo>
                <a:cubicBezTo>
                  <a:pt x="457" y="74"/>
                  <a:pt x="462" y="74"/>
                  <a:pt x="466" y="74"/>
                </a:cubicBezTo>
                <a:cubicBezTo>
                  <a:pt x="480" y="73"/>
                  <a:pt x="491" y="68"/>
                  <a:pt x="503" y="64"/>
                </a:cubicBezTo>
                <a:cubicBezTo>
                  <a:pt x="533" y="52"/>
                  <a:pt x="557" y="33"/>
                  <a:pt x="583" y="15"/>
                </a:cubicBezTo>
                <a:cubicBezTo>
                  <a:pt x="589" y="11"/>
                  <a:pt x="594" y="7"/>
                  <a:pt x="600" y="4"/>
                </a:cubicBezTo>
                <a:cubicBezTo>
                  <a:pt x="608" y="0"/>
                  <a:pt x="615" y="2"/>
                  <a:pt x="621" y="9"/>
                </a:cubicBezTo>
                <a:cubicBezTo>
                  <a:pt x="623" y="12"/>
                  <a:pt x="625" y="16"/>
                  <a:pt x="627" y="19"/>
                </a:cubicBezTo>
                <a:cubicBezTo>
                  <a:pt x="629" y="22"/>
                  <a:pt x="628" y="24"/>
                  <a:pt x="626" y="26"/>
                </a:cubicBezTo>
                <a:cubicBezTo>
                  <a:pt x="613" y="40"/>
                  <a:pt x="601" y="54"/>
                  <a:pt x="588" y="67"/>
                </a:cubicBezTo>
                <a:cubicBezTo>
                  <a:pt x="575" y="80"/>
                  <a:pt x="560" y="92"/>
                  <a:pt x="547" y="105"/>
                </a:cubicBezTo>
                <a:cubicBezTo>
                  <a:pt x="536" y="115"/>
                  <a:pt x="527" y="126"/>
                  <a:pt x="516" y="135"/>
                </a:cubicBezTo>
                <a:cubicBezTo>
                  <a:pt x="511" y="140"/>
                  <a:pt x="503" y="144"/>
                  <a:pt x="497" y="148"/>
                </a:cubicBezTo>
                <a:cubicBezTo>
                  <a:pt x="480" y="158"/>
                  <a:pt x="464" y="169"/>
                  <a:pt x="447" y="179"/>
                </a:cubicBezTo>
                <a:cubicBezTo>
                  <a:pt x="427" y="190"/>
                  <a:pt x="411" y="205"/>
                  <a:pt x="393" y="219"/>
                </a:cubicBezTo>
                <a:cubicBezTo>
                  <a:pt x="386" y="225"/>
                  <a:pt x="379" y="225"/>
                  <a:pt x="371" y="223"/>
                </a:cubicBezTo>
                <a:cubicBezTo>
                  <a:pt x="357" y="219"/>
                  <a:pt x="343" y="216"/>
                  <a:pt x="329" y="212"/>
                </a:cubicBezTo>
                <a:cubicBezTo>
                  <a:pt x="314" y="208"/>
                  <a:pt x="300" y="205"/>
                  <a:pt x="285" y="201"/>
                </a:cubicBezTo>
                <a:cubicBezTo>
                  <a:pt x="265" y="197"/>
                  <a:pt x="245" y="193"/>
                  <a:pt x="225" y="189"/>
                </a:cubicBezTo>
                <a:cubicBezTo>
                  <a:pt x="212" y="186"/>
                  <a:pt x="199" y="183"/>
                  <a:pt x="186" y="181"/>
                </a:cubicBezTo>
                <a:cubicBezTo>
                  <a:pt x="180" y="180"/>
                  <a:pt x="174" y="180"/>
                  <a:pt x="169" y="180"/>
                </a:cubicBezTo>
                <a:cubicBezTo>
                  <a:pt x="152" y="180"/>
                  <a:pt x="137" y="175"/>
                  <a:pt x="121" y="170"/>
                </a:cubicBezTo>
                <a:cubicBezTo>
                  <a:pt x="103" y="165"/>
                  <a:pt x="85" y="161"/>
                  <a:pt x="66" y="157"/>
                </a:cubicBezTo>
                <a:cubicBezTo>
                  <a:pt x="52" y="154"/>
                  <a:pt x="38" y="152"/>
                  <a:pt x="23" y="149"/>
                </a:cubicBezTo>
                <a:cubicBezTo>
                  <a:pt x="18" y="148"/>
                  <a:pt x="13" y="147"/>
                  <a:pt x="9" y="145"/>
                </a:cubicBezTo>
                <a:cubicBezTo>
                  <a:pt x="7" y="144"/>
                  <a:pt x="5" y="142"/>
                  <a:pt x="4" y="140"/>
                </a:cubicBezTo>
                <a:cubicBezTo>
                  <a:pt x="0" y="125"/>
                  <a:pt x="1" y="109"/>
                  <a:pt x="3" y="94"/>
                </a:cubicBezTo>
                <a:cubicBezTo>
                  <a:pt x="6" y="72"/>
                  <a:pt x="12" y="50"/>
                  <a:pt x="21" y="29"/>
                </a:cubicBezTo>
                <a:cubicBezTo>
                  <a:pt x="26" y="20"/>
                  <a:pt x="30" y="10"/>
                  <a:pt x="39" y="4"/>
                </a:cubicBezTo>
                <a:cubicBezTo>
                  <a:pt x="40" y="3"/>
                  <a:pt x="43" y="2"/>
                  <a:pt x="45" y="2"/>
                </a:cubicBezTo>
                <a:cubicBezTo>
                  <a:pt x="66" y="8"/>
                  <a:pt x="86" y="15"/>
                  <a:pt x="106" y="21"/>
                </a:cubicBezTo>
                <a:cubicBezTo>
                  <a:pt x="113" y="23"/>
                  <a:pt x="119" y="25"/>
                  <a:pt x="125" y="27"/>
                </a:cubicBezTo>
                <a:cubicBezTo>
                  <a:pt x="129" y="28"/>
                  <a:pt x="132" y="28"/>
                  <a:pt x="135" y="27"/>
                </a:cubicBezTo>
                <a:cubicBezTo>
                  <a:pt x="149" y="24"/>
                  <a:pt x="162" y="20"/>
                  <a:pt x="175" y="17"/>
                </a:cubicBezTo>
                <a:cubicBezTo>
                  <a:pt x="193" y="13"/>
                  <a:pt x="212" y="9"/>
                  <a:pt x="231" y="11"/>
                </a:cubicBezTo>
                <a:cubicBezTo>
                  <a:pt x="246" y="13"/>
                  <a:pt x="261" y="17"/>
                  <a:pt x="274" y="24"/>
                </a:cubicBezTo>
                <a:cubicBezTo>
                  <a:pt x="293" y="33"/>
                  <a:pt x="311" y="42"/>
                  <a:pt x="329" y="52"/>
                </a:cubicBezTo>
                <a:cubicBezTo>
                  <a:pt x="337" y="56"/>
                  <a:pt x="347" y="56"/>
                  <a:pt x="356" y="57"/>
                </a:cubicBezTo>
                <a:cubicBezTo>
                  <a:pt x="377" y="60"/>
                  <a:pt x="398" y="62"/>
                  <a:pt x="417" y="71"/>
                </a:cubicBezTo>
                <a:cubicBezTo>
                  <a:pt x="425" y="74"/>
                  <a:pt x="428" y="81"/>
                  <a:pt x="433" y="87"/>
                </a:cubicBezTo>
                <a:cubicBezTo>
                  <a:pt x="440" y="96"/>
                  <a:pt x="435" y="111"/>
                  <a:pt x="422" y="112"/>
                </a:cubicBezTo>
                <a:cubicBezTo>
                  <a:pt x="410" y="113"/>
                  <a:pt x="398" y="114"/>
                  <a:pt x="386" y="113"/>
                </a:cubicBezTo>
                <a:cubicBezTo>
                  <a:pt x="360" y="111"/>
                  <a:pt x="334" y="109"/>
                  <a:pt x="309" y="113"/>
                </a:cubicBezTo>
                <a:cubicBezTo>
                  <a:pt x="299" y="114"/>
                  <a:pt x="289" y="117"/>
                  <a:pt x="279" y="120"/>
                </a:cubicBezTo>
                <a:cubicBezTo>
                  <a:pt x="273" y="122"/>
                  <a:pt x="270" y="128"/>
                  <a:pt x="272" y="134"/>
                </a:cubicBezTo>
                <a:cubicBezTo>
                  <a:pt x="274" y="139"/>
                  <a:pt x="279" y="142"/>
                  <a:pt x="285" y="141"/>
                </a:cubicBezTo>
                <a:cubicBezTo>
                  <a:pt x="289" y="140"/>
                  <a:pt x="292" y="138"/>
                  <a:pt x="296" y="137"/>
                </a:cubicBezTo>
                <a:cubicBezTo>
                  <a:pt x="319" y="131"/>
                  <a:pt x="343" y="132"/>
                  <a:pt x="366" y="134"/>
                </a:cubicBezTo>
                <a:cubicBezTo>
                  <a:pt x="381" y="135"/>
                  <a:pt x="395" y="136"/>
                  <a:pt x="409" y="136"/>
                </a:cubicBezTo>
                <a:cubicBezTo>
                  <a:pt x="418" y="136"/>
                  <a:pt x="428" y="134"/>
                  <a:pt x="437" y="130"/>
                </a:cubicBezTo>
                <a:cubicBezTo>
                  <a:pt x="454" y="122"/>
                  <a:pt x="465" y="96"/>
                  <a:pt x="453" y="77"/>
                </a:cubicBezTo>
                <a:cubicBezTo>
                  <a:pt x="452" y="76"/>
                  <a:pt x="452" y="76"/>
                  <a:pt x="451" y="74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109621" tIns="54810" rIns="109621" bIns="54810" numCol="1" anchor="t" anchorCtr="0" compatLnSpc="1">
            <a:prstTxWarp prst="textNoShape">
              <a:avLst/>
            </a:prstTxWarp>
          </a:bodyPr>
          <a:lstStyle/>
          <a:p>
            <a:pPr defTabSz="1096183">
              <a:buClrTx/>
              <a:defRPr/>
            </a:pPr>
            <a:endParaRPr lang="en-US" sz="2158" kern="1200" dirty="0">
              <a:solidFill>
                <a:srgbClr val="282F39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D5FAAC8-4DCE-4294-BF1E-FDD9D9F30F9B}"/>
              </a:ext>
            </a:extLst>
          </p:cNvPr>
          <p:cNvGrpSpPr/>
          <p:nvPr/>
        </p:nvGrpSpPr>
        <p:grpSpPr>
          <a:xfrm>
            <a:off x="6279006" y="2017704"/>
            <a:ext cx="2075766" cy="2531902"/>
            <a:chOff x="7549436" y="-3035119"/>
            <a:chExt cx="1474296" cy="1798263"/>
          </a:xfrm>
          <a:solidFill>
            <a:srgbClr val="0ACCC7"/>
          </a:solidFill>
        </p:grpSpPr>
        <p:sp>
          <p:nvSpPr>
            <p:cNvPr id="37" name="Freeform 5">
              <a:extLst>
                <a:ext uri="{FF2B5EF4-FFF2-40B4-BE49-F238E27FC236}">
                  <a16:creationId xmlns:a16="http://schemas.microsoft.com/office/drawing/2014/main" id="{DB0C78FB-797C-48A5-8471-90AE252A576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27222" y="-2761530"/>
              <a:ext cx="917325" cy="1524674"/>
            </a:xfrm>
            <a:custGeom>
              <a:avLst/>
              <a:gdLst>
                <a:gd name="T0" fmla="*/ 674 w 750"/>
                <a:gd name="T1" fmla="*/ 602 h 1237"/>
                <a:gd name="T2" fmla="*/ 750 w 750"/>
                <a:gd name="T3" fmla="*/ 376 h 1237"/>
                <a:gd name="T4" fmla="*/ 638 w 750"/>
                <a:gd name="T5" fmla="*/ 110 h 1237"/>
                <a:gd name="T6" fmla="*/ 370 w 750"/>
                <a:gd name="T7" fmla="*/ 2 h 1237"/>
                <a:gd name="T8" fmla="*/ 110 w 750"/>
                <a:gd name="T9" fmla="*/ 112 h 1237"/>
                <a:gd name="T10" fmla="*/ 1 w 750"/>
                <a:gd name="T11" fmla="*/ 373 h 1237"/>
                <a:gd name="T12" fmla="*/ 77 w 750"/>
                <a:gd name="T13" fmla="*/ 603 h 1237"/>
                <a:gd name="T14" fmla="*/ 205 w 750"/>
                <a:gd name="T15" fmla="*/ 976 h 1237"/>
                <a:gd name="T16" fmla="*/ 205 w 750"/>
                <a:gd name="T17" fmla="*/ 1120 h 1237"/>
                <a:gd name="T18" fmla="*/ 321 w 750"/>
                <a:gd name="T19" fmla="*/ 1237 h 1237"/>
                <a:gd name="T20" fmla="*/ 430 w 750"/>
                <a:gd name="T21" fmla="*/ 1237 h 1237"/>
                <a:gd name="T22" fmla="*/ 546 w 750"/>
                <a:gd name="T23" fmla="*/ 1120 h 1237"/>
                <a:gd name="T24" fmla="*/ 546 w 750"/>
                <a:gd name="T25" fmla="*/ 976 h 1237"/>
                <a:gd name="T26" fmla="*/ 674 w 750"/>
                <a:gd name="T27" fmla="*/ 602 h 1237"/>
                <a:gd name="T28" fmla="*/ 116 w 750"/>
                <a:gd name="T29" fmla="*/ 574 h 1237"/>
                <a:gd name="T30" fmla="*/ 49 w 750"/>
                <a:gd name="T31" fmla="*/ 373 h 1237"/>
                <a:gd name="T32" fmla="*/ 371 w 750"/>
                <a:gd name="T33" fmla="*/ 50 h 1237"/>
                <a:gd name="T34" fmla="*/ 605 w 750"/>
                <a:gd name="T35" fmla="*/ 144 h 1237"/>
                <a:gd name="T36" fmla="*/ 702 w 750"/>
                <a:gd name="T37" fmla="*/ 376 h 1237"/>
                <a:gd name="T38" fmla="*/ 636 w 750"/>
                <a:gd name="T39" fmla="*/ 573 h 1237"/>
                <a:gd name="T40" fmla="*/ 498 w 750"/>
                <a:gd name="T41" fmla="*/ 967 h 1237"/>
                <a:gd name="T42" fmla="*/ 253 w 750"/>
                <a:gd name="T43" fmla="*/ 967 h 1237"/>
                <a:gd name="T44" fmla="*/ 116 w 750"/>
                <a:gd name="T45" fmla="*/ 574 h 1237"/>
                <a:gd name="T46" fmla="*/ 253 w 750"/>
                <a:gd name="T47" fmla="*/ 1104 h 1237"/>
                <a:gd name="T48" fmla="*/ 253 w 750"/>
                <a:gd name="T49" fmla="*/ 1085 h 1237"/>
                <a:gd name="T50" fmla="*/ 498 w 750"/>
                <a:gd name="T51" fmla="*/ 1113 h 1237"/>
                <a:gd name="T52" fmla="*/ 498 w 750"/>
                <a:gd name="T53" fmla="*/ 1120 h 1237"/>
                <a:gd name="T54" fmla="*/ 497 w 750"/>
                <a:gd name="T55" fmla="*/ 1132 h 1237"/>
                <a:gd name="T56" fmla="*/ 253 w 750"/>
                <a:gd name="T57" fmla="*/ 1104 h 1237"/>
                <a:gd name="T58" fmla="*/ 253 w 750"/>
                <a:gd name="T59" fmla="*/ 1036 h 1237"/>
                <a:gd name="T60" fmla="*/ 253 w 750"/>
                <a:gd name="T61" fmla="*/ 1015 h 1237"/>
                <a:gd name="T62" fmla="*/ 498 w 750"/>
                <a:gd name="T63" fmla="*/ 1015 h 1237"/>
                <a:gd name="T64" fmla="*/ 498 w 750"/>
                <a:gd name="T65" fmla="*/ 1064 h 1237"/>
                <a:gd name="T66" fmla="*/ 253 w 750"/>
                <a:gd name="T67" fmla="*/ 1036 h 1237"/>
                <a:gd name="T68" fmla="*/ 321 w 750"/>
                <a:gd name="T69" fmla="*/ 1189 h 1237"/>
                <a:gd name="T70" fmla="*/ 262 w 750"/>
                <a:gd name="T71" fmla="*/ 1153 h 1237"/>
                <a:gd name="T72" fmla="*/ 468 w 750"/>
                <a:gd name="T73" fmla="*/ 1177 h 1237"/>
                <a:gd name="T74" fmla="*/ 430 w 750"/>
                <a:gd name="T75" fmla="*/ 1189 h 1237"/>
                <a:gd name="T76" fmla="*/ 321 w 750"/>
                <a:gd name="T77" fmla="*/ 1189 h 1237"/>
                <a:gd name="T78" fmla="*/ 321 w 750"/>
                <a:gd name="T79" fmla="*/ 1189 h 1237"/>
                <a:gd name="T80" fmla="*/ 321 w 750"/>
                <a:gd name="T81" fmla="*/ 1189 h 1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0" h="1237">
                  <a:moveTo>
                    <a:pt x="674" y="602"/>
                  </a:moveTo>
                  <a:cubicBezTo>
                    <a:pt x="724" y="537"/>
                    <a:pt x="750" y="459"/>
                    <a:pt x="750" y="376"/>
                  </a:cubicBezTo>
                  <a:cubicBezTo>
                    <a:pt x="750" y="275"/>
                    <a:pt x="710" y="180"/>
                    <a:pt x="638" y="110"/>
                  </a:cubicBezTo>
                  <a:cubicBezTo>
                    <a:pt x="566" y="39"/>
                    <a:pt x="471" y="0"/>
                    <a:pt x="370" y="2"/>
                  </a:cubicBezTo>
                  <a:cubicBezTo>
                    <a:pt x="272" y="3"/>
                    <a:pt x="180" y="42"/>
                    <a:pt x="110" y="112"/>
                  </a:cubicBezTo>
                  <a:cubicBezTo>
                    <a:pt x="41" y="182"/>
                    <a:pt x="2" y="275"/>
                    <a:pt x="1" y="373"/>
                  </a:cubicBezTo>
                  <a:cubicBezTo>
                    <a:pt x="0" y="457"/>
                    <a:pt x="27" y="536"/>
                    <a:pt x="77" y="603"/>
                  </a:cubicBezTo>
                  <a:cubicBezTo>
                    <a:pt x="160" y="711"/>
                    <a:pt x="205" y="843"/>
                    <a:pt x="205" y="976"/>
                  </a:cubicBezTo>
                  <a:cubicBezTo>
                    <a:pt x="205" y="1120"/>
                    <a:pt x="205" y="1120"/>
                    <a:pt x="205" y="1120"/>
                  </a:cubicBezTo>
                  <a:cubicBezTo>
                    <a:pt x="205" y="1185"/>
                    <a:pt x="257" y="1237"/>
                    <a:pt x="321" y="1237"/>
                  </a:cubicBezTo>
                  <a:cubicBezTo>
                    <a:pt x="430" y="1237"/>
                    <a:pt x="430" y="1237"/>
                    <a:pt x="430" y="1237"/>
                  </a:cubicBezTo>
                  <a:cubicBezTo>
                    <a:pt x="494" y="1237"/>
                    <a:pt x="546" y="1185"/>
                    <a:pt x="546" y="1120"/>
                  </a:cubicBezTo>
                  <a:cubicBezTo>
                    <a:pt x="546" y="976"/>
                    <a:pt x="546" y="976"/>
                    <a:pt x="546" y="976"/>
                  </a:cubicBezTo>
                  <a:cubicBezTo>
                    <a:pt x="546" y="842"/>
                    <a:pt x="590" y="713"/>
                    <a:pt x="674" y="602"/>
                  </a:cubicBezTo>
                  <a:close/>
                  <a:moveTo>
                    <a:pt x="116" y="574"/>
                  </a:moveTo>
                  <a:cubicBezTo>
                    <a:pt x="71" y="516"/>
                    <a:pt x="48" y="446"/>
                    <a:pt x="49" y="373"/>
                  </a:cubicBezTo>
                  <a:cubicBezTo>
                    <a:pt x="51" y="197"/>
                    <a:pt x="195" y="52"/>
                    <a:pt x="371" y="50"/>
                  </a:cubicBezTo>
                  <a:cubicBezTo>
                    <a:pt x="459" y="49"/>
                    <a:pt x="542" y="82"/>
                    <a:pt x="605" y="144"/>
                  </a:cubicBezTo>
                  <a:cubicBezTo>
                    <a:pt x="667" y="206"/>
                    <a:pt x="702" y="288"/>
                    <a:pt x="702" y="376"/>
                  </a:cubicBezTo>
                  <a:cubicBezTo>
                    <a:pt x="702" y="448"/>
                    <a:pt x="679" y="516"/>
                    <a:pt x="636" y="573"/>
                  </a:cubicBezTo>
                  <a:cubicBezTo>
                    <a:pt x="547" y="690"/>
                    <a:pt x="500" y="825"/>
                    <a:pt x="498" y="967"/>
                  </a:cubicBezTo>
                  <a:cubicBezTo>
                    <a:pt x="253" y="967"/>
                    <a:pt x="253" y="967"/>
                    <a:pt x="253" y="967"/>
                  </a:cubicBezTo>
                  <a:cubicBezTo>
                    <a:pt x="251" y="827"/>
                    <a:pt x="202" y="688"/>
                    <a:pt x="116" y="574"/>
                  </a:cubicBezTo>
                  <a:close/>
                  <a:moveTo>
                    <a:pt x="253" y="1104"/>
                  </a:moveTo>
                  <a:cubicBezTo>
                    <a:pt x="253" y="1085"/>
                    <a:pt x="253" y="1085"/>
                    <a:pt x="253" y="1085"/>
                  </a:cubicBezTo>
                  <a:cubicBezTo>
                    <a:pt x="498" y="1113"/>
                    <a:pt x="498" y="1113"/>
                    <a:pt x="498" y="1113"/>
                  </a:cubicBezTo>
                  <a:cubicBezTo>
                    <a:pt x="498" y="1120"/>
                    <a:pt x="498" y="1120"/>
                    <a:pt x="498" y="1120"/>
                  </a:cubicBezTo>
                  <a:cubicBezTo>
                    <a:pt x="498" y="1124"/>
                    <a:pt x="498" y="1128"/>
                    <a:pt x="497" y="1132"/>
                  </a:cubicBezTo>
                  <a:lnTo>
                    <a:pt x="253" y="1104"/>
                  </a:lnTo>
                  <a:close/>
                  <a:moveTo>
                    <a:pt x="253" y="1036"/>
                  </a:moveTo>
                  <a:cubicBezTo>
                    <a:pt x="253" y="1015"/>
                    <a:pt x="253" y="1015"/>
                    <a:pt x="253" y="1015"/>
                  </a:cubicBezTo>
                  <a:cubicBezTo>
                    <a:pt x="498" y="1015"/>
                    <a:pt x="498" y="1015"/>
                    <a:pt x="498" y="1015"/>
                  </a:cubicBezTo>
                  <a:cubicBezTo>
                    <a:pt x="498" y="1064"/>
                    <a:pt x="498" y="1064"/>
                    <a:pt x="498" y="1064"/>
                  </a:cubicBezTo>
                  <a:lnTo>
                    <a:pt x="253" y="1036"/>
                  </a:lnTo>
                  <a:close/>
                  <a:moveTo>
                    <a:pt x="321" y="1189"/>
                  </a:moveTo>
                  <a:cubicBezTo>
                    <a:pt x="296" y="1189"/>
                    <a:pt x="273" y="1174"/>
                    <a:pt x="262" y="1153"/>
                  </a:cubicBezTo>
                  <a:cubicBezTo>
                    <a:pt x="468" y="1177"/>
                    <a:pt x="468" y="1177"/>
                    <a:pt x="468" y="1177"/>
                  </a:cubicBezTo>
                  <a:cubicBezTo>
                    <a:pt x="457" y="1184"/>
                    <a:pt x="444" y="1189"/>
                    <a:pt x="430" y="1189"/>
                  </a:cubicBezTo>
                  <a:lnTo>
                    <a:pt x="321" y="1189"/>
                  </a:lnTo>
                  <a:close/>
                  <a:moveTo>
                    <a:pt x="321" y="1189"/>
                  </a:moveTo>
                  <a:cubicBezTo>
                    <a:pt x="321" y="1189"/>
                    <a:pt x="321" y="1189"/>
                    <a:pt x="321" y="1189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109621" tIns="54810" rIns="109621" bIns="54810" numCol="1" anchor="t" anchorCtr="0" compatLnSpc="1">
              <a:prstTxWarp prst="textNoShape">
                <a:avLst/>
              </a:prstTxWarp>
            </a:bodyPr>
            <a:lstStyle/>
            <a:p>
              <a:endParaRPr lang="en-GB" sz="2684">
                <a:solidFill>
                  <a:schemeClr val="accent6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Freeform 6">
              <a:extLst>
                <a:ext uri="{FF2B5EF4-FFF2-40B4-BE49-F238E27FC236}">
                  <a16:creationId xmlns:a16="http://schemas.microsoft.com/office/drawing/2014/main" id="{A867A9D3-244B-4D96-85FC-1B20A383B6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33578" y="-2329808"/>
              <a:ext cx="65073" cy="110555"/>
            </a:xfrm>
            <a:custGeom>
              <a:avLst/>
              <a:gdLst>
                <a:gd name="T0" fmla="*/ 51 w 53"/>
                <a:gd name="T1" fmla="*/ 62 h 90"/>
                <a:gd name="T2" fmla="*/ 48 w 53"/>
                <a:gd name="T3" fmla="*/ 24 h 90"/>
                <a:gd name="T4" fmla="*/ 25 w 53"/>
                <a:gd name="T5" fmla="*/ 0 h 90"/>
                <a:gd name="T6" fmla="*/ 0 w 53"/>
                <a:gd name="T7" fmla="*/ 23 h 90"/>
                <a:gd name="T8" fmla="*/ 4 w 53"/>
                <a:gd name="T9" fmla="*/ 69 h 90"/>
                <a:gd name="T10" fmla="*/ 27 w 53"/>
                <a:gd name="T11" fmla="*/ 90 h 90"/>
                <a:gd name="T12" fmla="*/ 31 w 53"/>
                <a:gd name="T13" fmla="*/ 90 h 90"/>
                <a:gd name="T14" fmla="*/ 51 w 53"/>
                <a:gd name="T15" fmla="*/ 62 h 90"/>
                <a:gd name="T16" fmla="*/ 51 w 53"/>
                <a:gd name="T17" fmla="*/ 62 h 90"/>
                <a:gd name="T18" fmla="*/ 51 w 53"/>
                <a:gd name="T19" fmla="*/ 62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3" h="90">
                  <a:moveTo>
                    <a:pt x="51" y="62"/>
                  </a:moveTo>
                  <a:cubicBezTo>
                    <a:pt x="49" y="50"/>
                    <a:pt x="48" y="37"/>
                    <a:pt x="48" y="24"/>
                  </a:cubicBezTo>
                  <a:cubicBezTo>
                    <a:pt x="49" y="11"/>
                    <a:pt x="38" y="0"/>
                    <a:pt x="25" y="0"/>
                  </a:cubicBezTo>
                  <a:cubicBezTo>
                    <a:pt x="11" y="0"/>
                    <a:pt x="1" y="10"/>
                    <a:pt x="0" y="23"/>
                  </a:cubicBezTo>
                  <a:cubicBezTo>
                    <a:pt x="0" y="39"/>
                    <a:pt x="1" y="54"/>
                    <a:pt x="4" y="69"/>
                  </a:cubicBezTo>
                  <a:cubicBezTo>
                    <a:pt x="5" y="81"/>
                    <a:pt x="16" y="90"/>
                    <a:pt x="27" y="90"/>
                  </a:cubicBezTo>
                  <a:cubicBezTo>
                    <a:pt x="28" y="90"/>
                    <a:pt x="30" y="90"/>
                    <a:pt x="31" y="90"/>
                  </a:cubicBezTo>
                  <a:cubicBezTo>
                    <a:pt x="44" y="88"/>
                    <a:pt x="53" y="75"/>
                    <a:pt x="51" y="62"/>
                  </a:cubicBezTo>
                  <a:close/>
                  <a:moveTo>
                    <a:pt x="51" y="62"/>
                  </a:moveTo>
                  <a:cubicBezTo>
                    <a:pt x="51" y="62"/>
                    <a:pt x="51" y="62"/>
                    <a:pt x="51" y="6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109621" tIns="54810" rIns="109621" bIns="54810" numCol="1" anchor="t" anchorCtr="0" compatLnSpc="1">
              <a:prstTxWarp prst="textNoShape">
                <a:avLst/>
              </a:prstTxWarp>
            </a:bodyPr>
            <a:lstStyle/>
            <a:p>
              <a:endParaRPr lang="en-GB" sz="2684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Freeform 7">
              <a:extLst>
                <a:ext uri="{FF2B5EF4-FFF2-40B4-BE49-F238E27FC236}">
                  <a16:creationId xmlns:a16="http://schemas.microsoft.com/office/drawing/2014/main" id="{081340D6-A119-4ECC-B054-F7F59A530F1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65765" y="-2182168"/>
              <a:ext cx="235803" cy="378545"/>
            </a:xfrm>
            <a:custGeom>
              <a:avLst/>
              <a:gdLst>
                <a:gd name="T0" fmla="*/ 166 w 193"/>
                <a:gd name="T1" fmla="*/ 307 h 307"/>
                <a:gd name="T2" fmla="*/ 174 w 193"/>
                <a:gd name="T3" fmla="*/ 306 h 307"/>
                <a:gd name="T4" fmla="*/ 189 w 193"/>
                <a:gd name="T5" fmla="*/ 275 h 307"/>
                <a:gd name="T6" fmla="*/ 71 w 193"/>
                <a:gd name="T7" fmla="*/ 51 h 307"/>
                <a:gd name="T8" fmla="*/ 49 w 193"/>
                <a:gd name="T9" fmla="*/ 16 h 307"/>
                <a:gd name="T10" fmla="*/ 16 w 193"/>
                <a:gd name="T11" fmla="*/ 6 h 307"/>
                <a:gd name="T12" fmla="*/ 6 w 193"/>
                <a:gd name="T13" fmla="*/ 38 h 307"/>
                <a:gd name="T14" fmla="*/ 33 w 193"/>
                <a:gd name="T15" fmla="*/ 80 h 307"/>
                <a:gd name="T16" fmla="*/ 143 w 193"/>
                <a:gd name="T17" fmla="*/ 290 h 307"/>
                <a:gd name="T18" fmla="*/ 166 w 193"/>
                <a:gd name="T19" fmla="*/ 307 h 307"/>
                <a:gd name="T20" fmla="*/ 166 w 193"/>
                <a:gd name="T21" fmla="*/ 307 h 307"/>
                <a:gd name="T22" fmla="*/ 166 w 193"/>
                <a:gd name="T23" fmla="*/ 307 h 3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3" h="307">
                  <a:moveTo>
                    <a:pt x="166" y="307"/>
                  </a:moveTo>
                  <a:cubicBezTo>
                    <a:pt x="169" y="307"/>
                    <a:pt x="171" y="306"/>
                    <a:pt x="174" y="306"/>
                  </a:cubicBezTo>
                  <a:cubicBezTo>
                    <a:pt x="186" y="301"/>
                    <a:pt x="193" y="288"/>
                    <a:pt x="189" y="275"/>
                  </a:cubicBezTo>
                  <a:cubicBezTo>
                    <a:pt x="162" y="194"/>
                    <a:pt x="123" y="119"/>
                    <a:pt x="71" y="51"/>
                  </a:cubicBezTo>
                  <a:cubicBezTo>
                    <a:pt x="63" y="40"/>
                    <a:pt x="55" y="28"/>
                    <a:pt x="49" y="16"/>
                  </a:cubicBezTo>
                  <a:cubicBezTo>
                    <a:pt x="43" y="4"/>
                    <a:pt x="28" y="0"/>
                    <a:pt x="16" y="6"/>
                  </a:cubicBezTo>
                  <a:cubicBezTo>
                    <a:pt x="5" y="12"/>
                    <a:pt x="0" y="26"/>
                    <a:pt x="6" y="38"/>
                  </a:cubicBezTo>
                  <a:cubicBezTo>
                    <a:pt x="14" y="53"/>
                    <a:pt x="23" y="67"/>
                    <a:pt x="33" y="80"/>
                  </a:cubicBezTo>
                  <a:cubicBezTo>
                    <a:pt x="81" y="144"/>
                    <a:pt x="119" y="215"/>
                    <a:pt x="143" y="290"/>
                  </a:cubicBezTo>
                  <a:cubicBezTo>
                    <a:pt x="147" y="300"/>
                    <a:pt x="156" y="307"/>
                    <a:pt x="166" y="307"/>
                  </a:cubicBezTo>
                  <a:close/>
                  <a:moveTo>
                    <a:pt x="166" y="307"/>
                  </a:moveTo>
                  <a:cubicBezTo>
                    <a:pt x="166" y="307"/>
                    <a:pt x="166" y="307"/>
                    <a:pt x="166" y="30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109621" tIns="54810" rIns="109621" bIns="54810" numCol="1" anchor="t" anchorCtr="0" compatLnSpc="1">
              <a:prstTxWarp prst="textNoShape">
                <a:avLst/>
              </a:prstTxWarp>
            </a:bodyPr>
            <a:lstStyle/>
            <a:p>
              <a:endParaRPr lang="en-GB" sz="2684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Freeform 8">
              <a:extLst>
                <a:ext uri="{FF2B5EF4-FFF2-40B4-BE49-F238E27FC236}">
                  <a16:creationId xmlns:a16="http://schemas.microsoft.com/office/drawing/2014/main" id="{66093F5C-4A6F-48F7-A969-9A5617C0A0B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10842" y="-2203160"/>
              <a:ext cx="105657" cy="130847"/>
            </a:xfrm>
            <a:custGeom>
              <a:avLst/>
              <a:gdLst>
                <a:gd name="T0" fmla="*/ 69 w 86"/>
                <a:gd name="T1" fmla="*/ 5 h 106"/>
                <a:gd name="T2" fmla="*/ 37 w 86"/>
                <a:gd name="T3" fmla="*/ 18 h 106"/>
                <a:gd name="T4" fmla="*/ 8 w 86"/>
                <a:gd name="T5" fmla="*/ 68 h 106"/>
                <a:gd name="T6" fmla="*/ 12 w 86"/>
                <a:gd name="T7" fmla="*/ 102 h 106"/>
                <a:gd name="T8" fmla="*/ 27 w 86"/>
                <a:gd name="T9" fmla="*/ 106 h 106"/>
                <a:gd name="T10" fmla="*/ 46 w 86"/>
                <a:gd name="T11" fmla="*/ 97 h 106"/>
                <a:gd name="T12" fmla="*/ 81 w 86"/>
                <a:gd name="T13" fmla="*/ 37 h 106"/>
                <a:gd name="T14" fmla="*/ 69 w 86"/>
                <a:gd name="T15" fmla="*/ 5 h 106"/>
                <a:gd name="T16" fmla="*/ 69 w 86"/>
                <a:gd name="T17" fmla="*/ 5 h 106"/>
                <a:gd name="T18" fmla="*/ 69 w 86"/>
                <a:gd name="T19" fmla="*/ 5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" h="106">
                  <a:moveTo>
                    <a:pt x="69" y="5"/>
                  </a:moveTo>
                  <a:cubicBezTo>
                    <a:pt x="56" y="0"/>
                    <a:pt x="42" y="6"/>
                    <a:pt x="37" y="18"/>
                  </a:cubicBezTo>
                  <a:cubicBezTo>
                    <a:pt x="29" y="36"/>
                    <a:pt x="20" y="52"/>
                    <a:pt x="8" y="68"/>
                  </a:cubicBezTo>
                  <a:cubicBezTo>
                    <a:pt x="0" y="79"/>
                    <a:pt x="2" y="94"/>
                    <a:pt x="12" y="102"/>
                  </a:cubicBezTo>
                  <a:cubicBezTo>
                    <a:pt x="17" y="105"/>
                    <a:pt x="22" y="106"/>
                    <a:pt x="27" y="106"/>
                  </a:cubicBezTo>
                  <a:cubicBezTo>
                    <a:pt x="34" y="106"/>
                    <a:pt x="41" y="103"/>
                    <a:pt x="46" y="97"/>
                  </a:cubicBezTo>
                  <a:cubicBezTo>
                    <a:pt x="60" y="78"/>
                    <a:pt x="72" y="58"/>
                    <a:pt x="81" y="37"/>
                  </a:cubicBezTo>
                  <a:cubicBezTo>
                    <a:pt x="86" y="25"/>
                    <a:pt x="81" y="11"/>
                    <a:pt x="69" y="5"/>
                  </a:cubicBezTo>
                  <a:close/>
                  <a:moveTo>
                    <a:pt x="69" y="5"/>
                  </a:moveTo>
                  <a:cubicBezTo>
                    <a:pt x="69" y="5"/>
                    <a:pt x="69" y="5"/>
                    <a:pt x="69" y="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109621" tIns="54810" rIns="109621" bIns="54810" numCol="1" anchor="t" anchorCtr="0" compatLnSpc="1">
              <a:prstTxWarp prst="textNoShape">
                <a:avLst/>
              </a:prstTxWarp>
            </a:bodyPr>
            <a:lstStyle/>
            <a:p>
              <a:endParaRPr lang="en-GB" sz="2684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Freeform 9">
              <a:extLst>
                <a:ext uri="{FF2B5EF4-FFF2-40B4-BE49-F238E27FC236}">
                  <a16:creationId xmlns:a16="http://schemas.microsoft.com/office/drawing/2014/main" id="{1B0A7BE6-A9F5-4F69-BB46-5FED15DE916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56846" y="-2653076"/>
              <a:ext cx="381344" cy="415630"/>
            </a:xfrm>
            <a:custGeom>
              <a:avLst/>
              <a:gdLst>
                <a:gd name="T0" fmla="*/ 24 w 312"/>
                <a:gd name="T1" fmla="*/ 48 h 337"/>
                <a:gd name="T2" fmla="*/ 264 w 312"/>
                <a:gd name="T3" fmla="*/ 288 h 337"/>
                <a:gd name="T4" fmla="*/ 263 w 312"/>
                <a:gd name="T5" fmla="*/ 311 h 337"/>
                <a:gd name="T6" fmla="*/ 285 w 312"/>
                <a:gd name="T7" fmla="*/ 337 h 337"/>
                <a:gd name="T8" fmla="*/ 287 w 312"/>
                <a:gd name="T9" fmla="*/ 337 h 337"/>
                <a:gd name="T10" fmla="*/ 311 w 312"/>
                <a:gd name="T11" fmla="*/ 315 h 337"/>
                <a:gd name="T12" fmla="*/ 312 w 312"/>
                <a:gd name="T13" fmla="*/ 288 h 337"/>
                <a:gd name="T14" fmla="*/ 24 w 312"/>
                <a:gd name="T15" fmla="*/ 0 h 337"/>
                <a:gd name="T16" fmla="*/ 0 w 312"/>
                <a:gd name="T17" fmla="*/ 24 h 337"/>
                <a:gd name="T18" fmla="*/ 24 w 312"/>
                <a:gd name="T19" fmla="*/ 48 h 337"/>
                <a:gd name="T20" fmla="*/ 24 w 312"/>
                <a:gd name="T21" fmla="*/ 48 h 337"/>
                <a:gd name="T22" fmla="*/ 24 w 312"/>
                <a:gd name="T23" fmla="*/ 48 h 3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12" h="337">
                  <a:moveTo>
                    <a:pt x="24" y="48"/>
                  </a:moveTo>
                  <a:cubicBezTo>
                    <a:pt x="157" y="48"/>
                    <a:pt x="264" y="156"/>
                    <a:pt x="264" y="288"/>
                  </a:cubicBezTo>
                  <a:cubicBezTo>
                    <a:pt x="264" y="296"/>
                    <a:pt x="264" y="303"/>
                    <a:pt x="263" y="311"/>
                  </a:cubicBezTo>
                  <a:cubicBezTo>
                    <a:pt x="262" y="324"/>
                    <a:pt x="272" y="336"/>
                    <a:pt x="285" y="337"/>
                  </a:cubicBezTo>
                  <a:cubicBezTo>
                    <a:pt x="286" y="337"/>
                    <a:pt x="287" y="337"/>
                    <a:pt x="287" y="337"/>
                  </a:cubicBezTo>
                  <a:cubicBezTo>
                    <a:pt x="300" y="337"/>
                    <a:pt x="310" y="328"/>
                    <a:pt x="311" y="315"/>
                  </a:cubicBezTo>
                  <a:cubicBezTo>
                    <a:pt x="312" y="306"/>
                    <a:pt x="312" y="297"/>
                    <a:pt x="312" y="288"/>
                  </a:cubicBezTo>
                  <a:cubicBezTo>
                    <a:pt x="312" y="129"/>
                    <a:pt x="183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7"/>
                    <a:pt x="11" y="48"/>
                    <a:pt x="24" y="48"/>
                  </a:cubicBezTo>
                  <a:close/>
                  <a:moveTo>
                    <a:pt x="24" y="48"/>
                  </a:moveTo>
                  <a:cubicBezTo>
                    <a:pt x="24" y="48"/>
                    <a:pt x="24" y="48"/>
                    <a:pt x="24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109621" tIns="54810" rIns="109621" bIns="54810" numCol="1" anchor="t" anchorCtr="0" compatLnSpc="1">
              <a:prstTxWarp prst="textNoShape">
                <a:avLst/>
              </a:prstTxWarp>
            </a:bodyPr>
            <a:lstStyle/>
            <a:p>
              <a:endParaRPr lang="en-GB" sz="2684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Freeform 10">
              <a:extLst>
                <a:ext uri="{FF2B5EF4-FFF2-40B4-BE49-F238E27FC236}">
                  <a16:creationId xmlns:a16="http://schemas.microsoft.com/office/drawing/2014/main" id="{AAC04016-222C-4615-847D-EF424A435A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56846" y="-3035119"/>
              <a:ext cx="58776" cy="223908"/>
            </a:xfrm>
            <a:custGeom>
              <a:avLst/>
              <a:gdLst>
                <a:gd name="T0" fmla="*/ 24 w 48"/>
                <a:gd name="T1" fmla="*/ 182 h 182"/>
                <a:gd name="T2" fmla="*/ 48 w 48"/>
                <a:gd name="T3" fmla="*/ 158 h 182"/>
                <a:gd name="T4" fmla="*/ 48 w 48"/>
                <a:gd name="T5" fmla="*/ 24 h 182"/>
                <a:gd name="T6" fmla="*/ 24 w 48"/>
                <a:gd name="T7" fmla="*/ 0 h 182"/>
                <a:gd name="T8" fmla="*/ 0 w 48"/>
                <a:gd name="T9" fmla="*/ 24 h 182"/>
                <a:gd name="T10" fmla="*/ 0 w 48"/>
                <a:gd name="T11" fmla="*/ 158 h 182"/>
                <a:gd name="T12" fmla="*/ 24 w 48"/>
                <a:gd name="T13" fmla="*/ 182 h 182"/>
                <a:gd name="T14" fmla="*/ 24 w 48"/>
                <a:gd name="T15" fmla="*/ 182 h 182"/>
                <a:gd name="T16" fmla="*/ 24 w 48"/>
                <a:gd name="T17" fmla="*/ 182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" h="182">
                  <a:moveTo>
                    <a:pt x="24" y="182"/>
                  </a:moveTo>
                  <a:cubicBezTo>
                    <a:pt x="38" y="182"/>
                    <a:pt x="48" y="172"/>
                    <a:pt x="48" y="158"/>
                  </a:cubicBezTo>
                  <a:cubicBezTo>
                    <a:pt x="48" y="24"/>
                    <a:pt x="48" y="24"/>
                    <a:pt x="48" y="24"/>
                  </a:cubicBezTo>
                  <a:cubicBezTo>
                    <a:pt x="48" y="11"/>
                    <a:pt x="38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158"/>
                    <a:pt x="0" y="158"/>
                    <a:pt x="0" y="158"/>
                  </a:cubicBezTo>
                  <a:cubicBezTo>
                    <a:pt x="0" y="172"/>
                    <a:pt x="11" y="182"/>
                    <a:pt x="24" y="182"/>
                  </a:cubicBezTo>
                  <a:close/>
                  <a:moveTo>
                    <a:pt x="24" y="182"/>
                  </a:moveTo>
                  <a:cubicBezTo>
                    <a:pt x="24" y="182"/>
                    <a:pt x="24" y="182"/>
                    <a:pt x="24" y="182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109621" tIns="54810" rIns="109621" bIns="54810" numCol="1" anchor="t" anchorCtr="0" compatLnSpc="1">
              <a:prstTxWarp prst="textNoShape">
                <a:avLst/>
              </a:prstTxWarp>
            </a:bodyPr>
            <a:lstStyle/>
            <a:p>
              <a:endParaRPr lang="en-GB" sz="2684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4" name="Freeform 11">
              <a:extLst>
                <a:ext uri="{FF2B5EF4-FFF2-40B4-BE49-F238E27FC236}">
                  <a16:creationId xmlns:a16="http://schemas.microsoft.com/office/drawing/2014/main" id="{F2A97FCD-688B-4009-A43E-772F8197448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899293" y="-2944156"/>
              <a:ext cx="149039" cy="207115"/>
            </a:xfrm>
            <a:custGeom>
              <a:avLst/>
              <a:gdLst>
                <a:gd name="T0" fmla="*/ 74 w 122"/>
                <a:gd name="T1" fmla="*/ 156 h 168"/>
                <a:gd name="T2" fmla="*/ 94 w 122"/>
                <a:gd name="T3" fmla="*/ 168 h 168"/>
                <a:gd name="T4" fmla="*/ 106 w 122"/>
                <a:gd name="T5" fmla="*/ 165 h 168"/>
                <a:gd name="T6" fmla="*/ 115 w 122"/>
                <a:gd name="T7" fmla="*/ 132 h 168"/>
                <a:gd name="T8" fmla="*/ 48 w 122"/>
                <a:gd name="T9" fmla="*/ 15 h 168"/>
                <a:gd name="T10" fmla="*/ 15 w 122"/>
                <a:gd name="T11" fmla="*/ 7 h 168"/>
                <a:gd name="T12" fmla="*/ 6 w 122"/>
                <a:gd name="T13" fmla="*/ 39 h 168"/>
                <a:gd name="T14" fmla="*/ 74 w 122"/>
                <a:gd name="T15" fmla="*/ 156 h 168"/>
                <a:gd name="T16" fmla="*/ 74 w 122"/>
                <a:gd name="T17" fmla="*/ 156 h 168"/>
                <a:gd name="T18" fmla="*/ 74 w 122"/>
                <a:gd name="T19" fmla="*/ 15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74" y="156"/>
                  </a:moveTo>
                  <a:cubicBezTo>
                    <a:pt x="78" y="164"/>
                    <a:pt x="86" y="168"/>
                    <a:pt x="94" y="168"/>
                  </a:cubicBezTo>
                  <a:cubicBezTo>
                    <a:pt x="98" y="168"/>
                    <a:pt x="103" y="167"/>
                    <a:pt x="106" y="165"/>
                  </a:cubicBezTo>
                  <a:cubicBezTo>
                    <a:pt x="118" y="158"/>
                    <a:pt x="122" y="143"/>
                    <a:pt x="115" y="132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41" y="4"/>
                    <a:pt x="27" y="0"/>
                    <a:pt x="15" y="7"/>
                  </a:cubicBezTo>
                  <a:cubicBezTo>
                    <a:pt x="4" y="13"/>
                    <a:pt x="0" y="28"/>
                    <a:pt x="6" y="39"/>
                  </a:cubicBezTo>
                  <a:lnTo>
                    <a:pt x="74" y="156"/>
                  </a:lnTo>
                  <a:close/>
                  <a:moveTo>
                    <a:pt x="74" y="156"/>
                  </a:moveTo>
                  <a:cubicBezTo>
                    <a:pt x="74" y="156"/>
                    <a:pt x="74" y="156"/>
                    <a:pt x="74" y="156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109621" tIns="54810" rIns="109621" bIns="54810" numCol="1" anchor="t" anchorCtr="0" compatLnSpc="1">
              <a:prstTxWarp prst="textNoShape">
                <a:avLst/>
              </a:prstTxWarp>
            </a:bodyPr>
            <a:lstStyle/>
            <a:p>
              <a:endParaRPr lang="en-GB" sz="2684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Freeform 12">
              <a:extLst>
                <a:ext uri="{FF2B5EF4-FFF2-40B4-BE49-F238E27FC236}">
                  <a16:creationId xmlns:a16="http://schemas.microsoft.com/office/drawing/2014/main" id="{745AF341-A3B9-450E-AA0C-D160290799A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23555" y="-2052722"/>
              <a:ext cx="209214" cy="146940"/>
            </a:xfrm>
            <a:custGeom>
              <a:avLst/>
              <a:gdLst>
                <a:gd name="T0" fmla="*/ 155 w 171"/>
                <a:gd name="T1" fmla="*/ 74 h 119"/>
                <a:gd name="T2" fmla="*/ 39 w 171"/>
                <a:gd name="T3" fmla="*/ 7 h 119"/>
                <a:gd name="T4" fmla="*/ 6 w 171"/>
                <a:gd name="T5" fmla="*/ 15 h 119"/>
                <a:gd name="T6" fmla="*/ 15 w 171"/>
                <a:gd name="T7" fmla="*/ 48 h 119"/>
                <a:gd name="T8" fmla="*/ 131 w 171"/>
                <a:gd name="T9" fmla="*/ 115 h 119"/>
                <a:gd name="T10" fmla="*/ 143 w 171"/>
                <a:gd name="T11" fmla="*/ 119 h 119"/>
                <a:gd name="T12" fmla="*/ 164 w 171"/>
                <a:gd name="T13" fmla="*/ 107 h 119"/>
                <a:gd name="T14" fmla="*/ 155 w 171"/>
                <a:gd name="T15" fmla="*/ 74 h 119"/>
                <a:gd name="T16" fmla="*/ 155 w 171"/>
                <a:gd name="T17" fmla="*/ 74 h 119"/>
                <a:gd name="T18" fmla="*/ 155 w 171"/>
                <a:gd name="T19" fmla="*/ 74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55" y="74"/>
                  </a:moveTo>
                  <a:cubicBezTo>
                    <a:pt x="39" y="7"/>
                    <a:pt x="39" y="7"/>
                    <a:pt x="39" y="7"/>
                  </a:cubicBezTo>
                  <a:cubicBezTo>
                    <a:pt x="27" y="0"/>
                    <a:pt x="13" y="4"/>
                    <a:pt x="6" y="15"/>
                  </a:cubicBezTo>
                  <a:cubicBezTo>
                    <a:pt x="0" y="27"/>
                    <a:pt x="3" y="42"/>
                    <a:pt x="15" y="48"/>
                  </a:cubicBezTo>
                  <a:cubicBezTo>
                    <a:pt x="131" y="115"/>
                    <a:pt x="131" y="115"/>
                    <a:pt x="131" y="115"/>
                  </a:cubicBezTo>
                  <a:cubicBezTo>
                    <a:pt x="135" y="118"/>
                    <a:pt x="139" y="119"/>
                    <a:pt x="143" y="119"/>
                  </a:cubicBezTo>
                  <a:cubicBezTo>
                    <a:pt x="152" y="119"/>
                    <a:pt x="160" y="114"/>
                    <a:pt x="164" y="107"/>
                  </a:cubicBezTo>
                  <a:cubicBezTo>
                    <a:pt x="171" y="95"/>
                    <a:pt x="167" y="80"/>
                    <a:pt x="155" y="74"/>
                  </a:cubicBezTo>
                  <a:close/>
                  <a:moveTo>
                    <a:pt x="155" y="74"/>
                  </a:moveTo>
                  <a:cubicBezTo>
                    <a:pt x="155" y="74"/>
                    <a:pt x="155" y="74"/>
                    <a:pt x="155" y="7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109621" tIns="54810" rIns="109621" bIns="54810" numCol="1" anchor="t" anchorCtr="0" compatLnSpc="1">
              <a:prstTxWarp prst="textNoShape">
                <a:avLst/>
              </a:prstTxWarp>
            </a:bodyPr>
            <a:lstStyle/>
            <a:p>
              <a:endParaRPr lang="en-GB" sz="2684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Freeform 13">
              <a:extLst>
                <a:ext uri="{FF2B5EF4-FFF2-40B4-BE49-F238E27FC236}">
                  <a16:creationId xmlns:a16="http://schemas.microsoft.com/office/drawing/2014/main" id="{6421252C-0288-4E74-8BE0-6173B937F83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40399" y="-2682464"/>
              <a:ext cx="209214" cy="145540"/>
            </a:xfrm>
            <a:custGeom>
              <a:avLst/>
              <a:gdLst>
                <a:gd name="T0" fmla="*/ 15 w 171"/>
                <a:gd name="T1" fmla="*/ 48 h 118"/>
                <a:gd name="T2" fmla="*/ 132 w 171"/>
                <a:gd name="T3" fmla="*/ 115 h 118"/>
                <a:gd name="T4" fmla="*/ 144 w 171"/>
                <a:gd name="T5" fmla="*/ 118 h 118"/>
                <a:gd name="T6" fmla="*/ 165 w 171"/>
                <a:gd name="T7" fmla="*/ 106 h 118"/>
                <a:gd name="T8" fmla="*/ 156 w 171"/>
                <a:gd name="T9" fmla="*/ 74 h 118"/>
                <a:gd name="T10" fmla="*/ 39 w 171"/>
                <a:gd name="T11" fmla="*/ 6 h 118"/>
                <a:gd name="T12" fmla="*/ 7 w 171"/>
                <a:gd name="T13" fmla="*/ 15 h 118"/>
                <a:gd name="T14" fmla="*/ 15 w 171"/>
                <a:gd name="T15" fmla="*/ 48 h 118"/>
                <a:gd name="T16" fmla="*/ 15 w 171"/>
                <a:gd name="T17" fmla="*/ 48 h 118"/>
                <a:gd name="T18" fmla="*/ 15 w 171"/>
                <a:gd name="T19" fmla="*/ 4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15" y="48"/>
                  </a:moveTo>
                  <a:cubicBezTo>
                    <a:pt x="132" y="115"/>
                    <a:pt x="132" y="115"/>
                    <a:pt x="132" y="115"/>
                  </a:cubicBezTo>
                  <a:cubicBezTo>
                    <a:pt x="136" y="117"/>
                    <a:pt x="140" y="118"/>
                    <a:pt x="144" y="118"/>
                  </a:cubicBezTo>
                  <a:cubicBezTo>
                    <a:pt x="152" y="118"/>
                    <a:pt x="160" y="114"/>
                    <a:pt x="165" y="106"/>
                  </a:cubicBezTo>
                  <a:cubicBezTo>
                    <a:pt x="171" y="95"/>
                    <a:pt x="167" y="80"/>
                    <a:pt x="156" y="74"/>
                  </a:cubicBezTo>
                  <a:cubicBezTo>
                    <a:pt x="39" y="6"/>
                    <a:pt x="39" y="6"/>
                    <a:pt x="39" y="6"/>
                  </a:cubicBezTo>
                  <a:cubicBezTo>
                    <a:pt x="28" y="0"/>
                    <a:pt x="13" y="4"/>
                    <a:pt x="7" y="15"/>
                  </a:cubicBezTo>
                  <a:cubicBezTo>
                    <a:pt x="0" y="27"/>
                    <a:pt x="4" y="41"/>
                    <a:pt x="15" y="48"/>
                  </a:cubicBezTo>
                  <a:close/>
                  <a:moveTo>
                    <a:pt x="15" y="48"/>
                  </a:moveTo>
                  <a:cubicBezTo>
                    <a:pt x="15" y="48"/>
                    <a:pt x="15" y="48"/>
                    <a:pt x="15" y="4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109621" tIns="54810" rIns="109621" bIns="54810" numCol="1" anchor="t" anchorCtr="0" compatLnSpc="1">
              <a:prstTxWarp prst="textNoShape">
                <a:avLst/>
              </a:prstTxWarp>
            </a:bodyPr>
            <a:lstStyle/>
            <a:p>
              <a:endParaRPr lang="en-GB" sz="2684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Freeform 14">
              <a:extLst>
                <a:ext uri="{FF2B5EF4-FFF2-40B4-BE49-F238E27FC236}">
                  <a16:creationId xmlns:a16="http://schemas.microsoft.com/office/drawing/2014/main" id="{B0FE359E-F73E-4BDC-87AA-58798B116B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99824" y="-2322811"/>
              <a:ext cx="223908" cy="59476"/>
            </a:xfrm>
            <a:custGeom>
              <a:avLst/>
              <a:gdLst>
                <a:gd name="T0" fmla="*/ 159 w 183"/>
                <a:gd name="T1" fmla="*/ 0 h 48"/>
                <a:gd name="T2" fmla="*/ 24 w 183"/>
                <a:gd name="T3" fmla="*/ 0 h 48"/>
                <a:gd name="T4" fmla="*/ 0 w 183"/>
                <a:gd name="T5" fmla="*/ 24 h 48"/>
                <a:gd name="T6" fmla="*/ 24 w 183"/>
                <a:gd name="T7" fmla="*/ 48 h 48"/>
                <a:gd name="T8" fmla="*/ 159 w 183"/>
                <a:gd name="T9" fmla="*/ 48 h 48"/>
                <a:gd name="T10" fmla="*/ 183 w 183"/>
                <a:gd name="T11" fmla="*/ 24 h 48"/>
                <a:gd name="T12" fmla="*/ 159 w 183"/>
                <a:gd name="T13" fmla="*/ 0 h 48"/>
                <a:gd name="T14" fmla="*/ 159 w 183"/>
                <a:gd name="T15" fmla="*/ 0 h 48"/>
                <a:gd name="T16" fmla="*/ 159 w 183"/>
                <a:gd name="T1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3" h="48">
                  <a:moveTo>
                    <a:pt x="159" y="0"/>
                  </a:move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9" y="48"/>
                    <a:pt x="159" y="48"/>
                    <a:pt x="159" y="48"/>
                  </a:cubicBezTo>
                  <a:cubicBezTo>
                    <a:pt x="172" y="48"/>
                    <a:pt x="183" y="38"/>
                    <a:pt x="183" y="24"/>
                  </a:cubicBezTo>
                  <a:cubicBezTo>
                    <a:pt x="183" y="11"/>
                    <a:pt x="172" y="0"/>
                    <a:pt x="159" y="0"/>
                  </a:cubicBezTo>
                  <a:close/>
                  <a:moveTo>
                    <a:pt x="159" y="0"/>
                  </a:move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109621" tIns="54810" rIns="109621" bIns="54810" numCol="1" anchor="t" anchorCtr="0" compatLnSpc="1">
              <a:prstTxWarp prst="textNoShape">
                <a:avLst/>
              </a:prstTxWarp>
            </a:bodyPr>
            <a:lstStyle/>
            <a:p>
              <a:endParaRPr lang="en-GB" sz="2684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Freeform 15">
              <a:extLst>
                <a:ext uri="{FF2B5EF4-FFF2-40B4-BE49-F238E27FC236}">
                  <a16:creationId xmlns:a16="http://schemas.microsoft.com/office/drawing/2014/main" id="{3085AF8C-5A77-43FC-BB3D-25616E7BAD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49436" y="-2322811"/>
              <a:ext cx="222509" cy="59476"/>
            </a:xfrm>
            <a:custGeom>
              <a:avLst/>
              <a:gdLst>
                <a:gd name="T0" fmla="*/ 182 w 182"/>
                <a:gd name="T1" fmla="*/ 24 h 48"/>
                <a:gd name="T2" fmla="*/ 158 w 182"/>
                <a:gd name="T3" fmla="*/ 0 h 48"/>
                <a:gd name="T4" fmla="*/ 24 w 182"/>
                <a:gd name="T5" fmla="*/ 0 h 48"/>
                <a:gd name="T6" fmla="*/ 0 w 182"/>
                <a:gd name="T7" fmla="*/ 24 h 48"/>
                <a:gd name="T8" fmla="*/ 24 w 182"/>
                <a:gd name="T9" fmla="*/ 48 h 48"/>
                <a:gd name="T10" fmla="*/ 158 w 182"/>
                <a:gd name="T11" fmla="*/ 48 h 48"/>
                <a:gd name="T12" fmla="*/ 182 w 182"/>
                <a:gd name="T13" fmla="*/ 24 h 48"/>
                <a:gd name="T14" fmla="*/ 182 w 182"/>
                <a:gd name="T15" fmla="*/ 24 h 48"/>
                <a:gd name="T16" fmla="*/ 182 w 182"/>
                <a:gd name="T17" fmla="*/ 24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2" h="48">
                  <a:moveTo>
                    <a:pt x="182" y="24"/>
                  </a:moveTo>
                  <a:cubicBezTo>
                    <a:pt x="182" y="11"/>
                    <a:pt x="172" y="0"/>
                    <a:pt x="158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1" y="0"/>
                    <a:pt x="0" y="11"/>
                    <a:pt x="0" y="24"/>
                  </a:cubicBezTo>
                  <a:cubicBezTo>
                    <a:pt x="0" y="38"/>
                    <a:pt x="11" y="48"/>
                    <a:pt x="24" y="48"/>
                  </a:cubicBezTo>
                  <a:cubicBezTo>
                    <a:pt x="158" y="48"/>
                    <a:pt x="158" y="48"/>
                    <a:pt x="158" y="48"/>
                  </a:cubicBezTo>
                  <a:cubicBezTo>
                    <a:pt x="172" y="48"/>
                    <a:pt x="182" y="38"/>
                    <a:pt x="182" y="24"/>
                  </a:cubicBezTo>
                  <a:close/>
                  <a:moveTo>
                    <a:pt x="182" y="24"/>
                  </a:moveTo>
                  <a:cubicBezTo>
                    <a:pt x="182" y="24"/>
                    <a:pt x="182" y="24"/>
                    <a:pt x="182" y="24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109621" tIns="54810" rIns="109621" bIns="54810" numCol="1" anchor="t" anchorCtr="0" compatLnSpc="1">
              <a:prstTxWarp prst="textNoShape">
                <a:avLst/>
              </a:prstTxWarp>
            </a:bodyPr>
            <a:lstStyle/>
            <a:p>
              <a:endParaRPr lang="en-GB" sz="2684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Freeform 16">
              <a:extLst>
                <a:ext uri="{FF2B5EF4-FFF2-40B4-BE49-F238E27FC236}">
                  <a16:creationId xmlns:a16="http://schemas.microsoft.com/office/drawing/2014/main" id="{7266249B-8E16-4840-96FC-8516A1DEEF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723555" y="-2682464"/>
              <a:ext cx="209214" cy="145540"/>
            </a:xfrm>
            <a:custGeom>
              <a:avLst/>
              <a:gdLst>
                <a:gd name="T0" fmla="*/ 27 w 171"/>
                <a:gd name="T1" fmla="*/ 118 h 118"/>
                <a:gd name="T2" fmla="*/ 39 w 171"/>
                <a:gd name="T3" fmla="*/ 115 h 118"/>
                <a:gd name="T4" fmla="*/ 155 w 171"/>
                <a:gd name="T5" fmla="*/ 48 h 118"/>
                <a:gd name="T6" fmla="*/ 164 w 171"/>
                <a:gd name="T7" fmla="*/ 15 h 118"/>
                <a:gd name="T8" fmla="*/ 131 w 171"/>
                <a:gd name="T9" fmla="*/ 6 h 118"/>
                <a:gd name="T10" fmla="*/ 15 w 171"/>
                <a:gd name="T11" fmla="*/ 74 h 118"/>
                <a:gd name="T12" fmla="*/ 6 w 171"/>
                <a:gd name="T13" fmla="*/ 106 h 118"/>
                <a:gd name="T14" fmla="*/ 27 w 171"/>
                <a:gd name="T15" fmla="*/ 118 h 118"/>
                <a:gd name="T16" fmla="*/ 27 w 171"/>
                <a:gd name="T17" fmla="*/ 118 h 118"/>
                <a:gd name="T18" fmla="*/ 27 w 171"/>
                <a:gd name="T19" fmla="*/ 118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8">
                  <a:moveTo>
                    <a:pt x="27" y="118"/>
                  </a:moveTo>
                  <a:cubicBezTo>
                    <a:pt x="31" y="118"/>
                    <a:pt x="35" y="117"/>
                    <a:pt x="39" y="115"/>
                  </a:cubicBezTo>
                  <a:cubicBezTo>
                    <a:pt x="155" y="48"/>
                    <a:pt x="155" y="48"/>
                    <a:pt x="155" y="48"/>
                  </a:cubicBezTo>
                  <a:cubicBezTo>
                    <a:pt x="167" y="41"/>
                    <a:pt x="171" y="27"/>
                    <a:pt x="164" y="15"/>
                  </a:cubicBezTo>
                  <a:cubicBezTo>
                    <a:pt x="157" y="4"/>
                    <a:pt x="143" y="0"/>
                    <a:pt x="131" y="6"/>
                  </a:cubicBezTo>
                  <a:cubicBezTo>
                    <a:pt x="15" y="74"/>
                    <a:pt x="15" y="74"/>
                    <a:pt x="15" y="74"/>
                  </a:cubicBezTo>
                  <a:cubicBezTo>
                    <a:pt x="3" y="80"/>
                    <a:pt x="0" y="95"/>
                    <a:pt x="6" y="106"/>
                  </a:cubicBezTo>
                  <a:cubicBezTo>
                    <a:pt x="11" y="114"/>
                    <a:pt x="19" y="118"/>
                    <a:pt x="27" y="118"/>
                  </a:cubicBezTo>
                  <a:close/>
                  <a:moveTo>
                    <a:pt x="27" y="118"/>
                  </a:moveTo>
                  <a:cubicBezTo>
                    <a:pt x="27" y="118"/>
                    <a:pt x="27" y="118"/>
                    <a:pt x="27" y="118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109621" tIns="54810" rIns="109621" bIns="54810" numCol="1" anchor="t" anchorCtr="0" compatLnSpc="1">
              <a:prstTxWarp prst="textNoShape">
                <a:avLst/>
              </a:prstTxWarp>
            </a:bodyPr>
            <a:lstStyle/>
            <a:p>
              <a:endParaRPr lang="en-GB" sz="2684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Freeform 17">
              <a:extLst>
                <a:ext uri="{FF2B5EF4-FFF2-40B4-BE49-F238E27FC236}">
                  <a16:creationId xmlns:a16="http://schemas.microsoft.com/office/drawing/2014/main" id="{2441C55B-CC0E-4AF1-8DF0-22E3224503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40399" y="-2052722"/>
              <a:ext cx="209214" cy="146940"/>
            </a:xfrm>
            <a:custGeom>
              <a:avLst/>
              <a:gdLst>
                <a:gd name="T0" fmla="*/ 132 w 171"/>
                <a:gd name="T1" fmla="*/ 7 h 119"/>
                <a:gd name="T2" fmla="*/ 15 w 171"/>
                <a:gd name="T3" fmla="*/ 74 h 119"/>
                <a:gd name="T4" fmla="*/ 7 w 171"/>
                <a:gd name="T5" fmla="*/ 107 h 119"/>
                <a:gd name="T6" fmla="*/ 28 w 171"/>
                <a:gd name="T7" fmla="*/ 119 h 119"/>
                <a:gd name="T8" fmla="*/ 39 w 171"/>
                <a:gd name="T9" fmla="*/ 115 h 119"/>
                <a:gd name="T10" fmla="*/ 156 w 171"/>
                <a:gd name="T11" fmla="*/ 48 h 119"/>
                <a:gd name="T12" fmla="*/ 165 w 171"/>
                <a:gd name="T13" fmla="*/ 15 h 119"/>
                <a:gd name="T14" fmla="*/ 132 w 171"/>
                <a:gd name="T15" fmla="*/ 7 h 119"/>
                <a:gd name="T16" fmla="*/ 132 w 171"/>
                <a:gd name="T17" fmla="*/ 7 h 119"/>
                <a:gd name="T18" fmla="*/ 132 w 171"/>
                <a:gd name="T19" fmla="*/ 7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1" h="119">
                  <a:moveTo>
                    <a:pt x="132" y="7"/>
                  </a:moveTo>
                  <a:cubicBezTo>
                    <a:pt x="15" y="74"/>
                    <a:pt x="15" y="74"/>
                    <a:pt x="15" y="74"/>
                  </a:cubicBezTo>
                  <a:cubicBezTo>
                    <a:pt x="4" y="80"/>
                    <a:pt x="0" y="95"/>
                    <a:pt x="7" y="107"/>
                  </a:cubicBezTo>
                  <a:cubicBezTo>
                    <a:pt x="11" y="114"/>
                    <a:pt x="19" y="119"/>
                    <a:pt x="28" y="119"/>
                  </a:cubicBezTo>
                  <a:cubicBezTo>
                    <a:pt x="32" y="119"/>
                    <a:pt x="36" y="118"/>
                    <a:pt x="39" y="115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67" y="42"/>
                    <a:pt x="171" y="27"/>
                    <a:pt x="165" y="15"/>
                  </a:cubicBezTo>
                  <a:cubicBezTo>
                    <a:pt x="158" y="4"/>
                    <a:pt x="143" y="0"/>
                    <a:pt x="132" y="7"/>
                  </a:cubicBezTo>
                  <a:close/>
                  <a:moveTo>
                    <a:pt x="132" y="7"/>
                  </a:moveTo>
                  <a:cubicBezTo>
                    <a:pt x="132" y="7"/>
                    <a:pt x="132" y="7"/>
                    <a:pt x="132" y="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109621" tIns="54810" rIns="109621" bIns="54810" numCol="1" anchor="t" anchorCtr="0" compatLnSpc="1">
              <a:prstTxWarp prst="textNoShape">
                <a:avLst/>
              </a:prstTxWarp>
            </a:bodyPr>
            <a:lstStyle/>
            <a:p>
              <a:endParaRPr lang="en-GB" sz="2684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Freeform 18">
              <a:extLst>
                <a:ext uri="{FF2B5EF4-FFF2-40B4-BE49-F238E27FC236}">
                  <a16:creationId xmlns:a16="http://schemas.microsoft.com/office/drawing/2014/main" id="{FA834BA1-D0A4-4237-913D-260A5DEBAE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24837" y="-2944156"/>
              <a:ext cx="149039" cy="207115"/>
            </a:xfrm>
            <a:custGeom>
              <a:avLst/>
              <a:gdLst>
                <a:gd name="T0" fmla="*/ 15 w 122"/>
                <a:gd name="T1" fmla="*/ 165 h 168"/>
                <a:gd name="T2" fmla="*/ 27 w 122"/>
                <a:gd name="T3" fmla="*/ 168 h 168"/>
                <a:gd name="T4" fmla="*/ 48 w 122"/>
                <a:gd name="T5" fmla="*/ 156 h 168"/>
                <a:gd name="T6" fmla="*/ 115 w 122"/>
                <a:gd name="T7" fmla="*/ 39 h 168"/>
                <a:gd name="T8" fmla="*/ 107 w 122"/>
                <a:gd name="T9" fmla="*/ 7 h 168"/>
                <a:gd name="T10" fmla="*/ 74 w 122"/>
                <a:gd name="T11" fmla="*/ 15 h 168"/>
                <a:gd name="T12" fmla="*/ 7 w 122"/>
                <a:gd name="T13" fmla="*/ 132 h 168"/>
                <a:gd name="T14" fmla="*/ 15 w 122"/>
                <a:gd name="T15" fmla="*/ 165 h 168"/>
                <a:gd name="T16" fmla="*/ 15 w 122"/>
                <a:gd name="T17" fmla="*/ 165 h 168"/>
                <a:gd name="T18" fmla="*/ 15 w 122"/>
                <a:gd name="T19" fmla="*/ 165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2" h="168">
                  <a:moveTo>
                    <a:pt x="15" y="165"/>
                  </a:moveTo>
                  <a:cubicBezTo>
                    <a:pt x="19" y="167"/>
                    <a:pt x="23" y="168"/>
                    <a:pt x="27" y="168"/>
                  </a:cubicBezTo>
                  <a:cubicBezTo>
                    <a:pt x="36" y="168"/>
                    <a:pt x="44" y="164"/>
                    <a:pt x="48" y="156"/>
                  </a:cubicBezTo>
                  <a:cubicBezTo>
                    <a:pt x="115" y="39"/>
                    <a:pt x="115" y="39"/>
                    <a:pt x="115" y="39"/>
                  </a:cubicBezTo>
                  <a:cubicBezTo>
                    <a:pt x="122" y="28"/>
                    <a:pt x="118" y="13"/>
                    <a:pt x="107" y="7"/>
                  </a:cubicBezTo>
                  <a:cubicBezTo>
                    <a:pt x="95" y="0"/>
                    <a:pt x="80" y="4"/>
                    <a:pt x="74" y="15"/>
                  </a:cubicBezTo>
                  <a:cubicBezTo>
                    <a:pt x="7" y="132"/>
                    <a:pt x="7" y="132"/>
                    <a:pt x="7" y="132"/>
                  </a:cubicBezTo>
                  <a:cubicBezTo>
                    <a:pt x="0" y="143"/>
                    <a:pt x="4" y="158"/>
                    <a:pt x="15" y="165"/>
                  </a:cubicBezTo>
                  <a:close/>
                  <a:moveTo>
                    <a:pt x="15" y="165"/>
                  </a:moveTo>
                  <a:cubicBezTo>
                    <a:pt x="15" y="165"/>
                    <a:pt x="15" y="165"/>
                    <a:pt x="15" y="165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109621" tIns="54810" rIns="109621" bIns="54810" numCol="1" anchor="t" anchorCtr="0" compatLnSpc="1">
              <a:prstTxWarp prst="textNoShape">
                <a:avLst/>
              </a:prstTxWarp>
            </a:bodyPr>
            <a:lstStyle/>
            <a:p>
              <a:endParaRPr lang="en-GB" sz="2684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A98F7418-2E84-4D83-AB5C-A6C8FD62F902}"/>
              </a:ext>
            </a:extLst>
          </p:cNvPr>
          <p:cNvSpPr txBox="1"/>
          <p:nvPr/>
        </p:nvSpPr>
        <p:spPr>
          <a:xfrm>
            <a:off x="9942166" y="3234447"/>
            <a:ext cx="4533855" cy="1870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lang="en-US" sz="2000" dirty="0">
                <a:solidFill>
                  <a:srgbClr val="3B3535"/>
                </a:solidFill>
                <a:latin typeface="Times New Roman" panose="02020603050405020304" pitchFamily="18" charset="0"/>
                <a:ea typeface="Sora" pitchFamily="34" charset="-122"/>
                <a:cs typeface="Times New Roman" panose="02020603050405020304" pitchFamily="18" charset="0"/>
              </a:rPr>
              <a:t>Participation à des réunions avec les responsables du service pour comprendre les besoins spécifiques de gestion RH. Proposition de solutions techniques pour répondre aux besoins identifiés.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defRPr/>
            </a:pPr>
            <a:endParaRPr lang="en-GB" sz="1558" kern="1200" dirty="0">
              <a:latin typeface="Times New Roman" panose="02020603050405020304" pitchFamily="18" charset="0"/>
              <a:ea typeface="Noto Sans" panose="020B0502040504020204" pitchFamily="34"/>
              <a:cs typeface="Times New Roman" panose="02020603050405020304" pitchFamily="18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1FE69F6-9293-4343-B952-0660EA60F5D7}"/>
              </a:ext>
            </a:extLst>
          </p:cNvPr>
          <p:cNvSpPr txBox="1"/>
          <p:nvPr/>
        </p:nvSpPr>
        <p:spPr>
          <a:xfrm>
            <a:off x="10497787" y="6352801"/>
            <a:ext cx="3708607" cy="1255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defRPr/>
            </a:pPr>
            <a:r>
              <a:rPr lang="fr-FR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Laravel (PHP)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pour le back end, </a:t>
            </a:r>
            <a:r>
              <a:rPr lang="fr-FR" sz="20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Xampp</a:t>
            </a:r>
            <a:r>
              <a:rPr lang="fr-FR" sz="20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pour la base de données, et  </a:t>
            </a:r>
            <a:r>
              <a:rPr lang="fr-FR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HTML/CSS 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pour le front end.</a:t>
            </a:r>
          </a:p>
          <a:p>
            <a:pPr lvl="0" algn="just">
              <a:defRPr/>
            </a:pPr>
            <a:endParaRPr lang="en-GB" sz="1558" kern="1200" dirty="0">
              <a:latin typeface="Times New Roman" panose="02020603050405020304" pitchFamily="18" charset="0"/>
              <a:ea typeface="Noto Sans" panose="020B0502040504020204" pitchFamily="34"/>
              <a:cs typeface="Times New Roman" panose="02020603050405020304" pitchFamily="18" charset="0"/>
            </a:endParaRPr>
          </a:p>
        </p:txBody>
      </p:sp>
      <p:sp>
        <p:nvSpPr>
          <p:cNvPr id="44" name="Google Shape;278;p35"/>
          <p:cNvSpPr txBox="1">
            <a:spLocks/>
          </p:cNvSpPr>
          <p:nvPr/>
        </p:nvSpPr>
        <p:spPr>
          <a:xfrm>
            <a:off x="2537806" y="599685"/>
            <a:ext cx="1381328" cy="130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7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  <a:endParaRPr lang="en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Google Shape;277;p35"/>
          <p:cNvSpPr txBox="1">
            <a:spLocks noGrp="1"/>
          </p:cNvSpPr>
          <p:nvPr>
            <p:ph type="title"/>
          </p:nvPr>
        </p:nvSpPr>
        <p:spPr>
          <a:xfrm>
            <a:off x="3215737" y="774076"/>
            <a:ext cx="7176210" cy="97815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6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Taches effectuées 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4AF6505-A775-4864-B23C-39B7D60FE049}"/>
              </a:ext>
            </a:extLst>
          </p:cNvPr>
          <p:cNvSpPr txBox="1"/>
          <p:nvPr/>
        </p:nvSpPr>
        <p:spPr>
          <a:xfrm>
            <a:off x="336648" y="3218635"/>
            <a:ext cx="373257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2000" dirty="0">
                <a:solidFill>
                  <a:srgbClr val="3B3535"/>
                </a:solidFill>
                <a:latin typeface="Times New Roman" panose="02020603050405020304" pitchFamily="18" charset="0"/>
                <a:ea typeface="Sora" pitchFamily="34" charset="-122"/>
                <a:cs typeface="Times New Roman" panose="02020603050405020304" pitchFamily="18" charset="0"/>
              </a:rPr>
              <a:t>Conception et structuration de la base de données pour gérer les informations des </a:t>
            </a:r>
            <a:r>
              <a:rPr lang="en-US" sz="2000" dirty="0" smtClean="0">
                <a:solidFill>
                  <a:srgbClr val="3B3535"/>
                </a:solidFill>
                <a:latin typeface="Times New Roman" panose="02020603050405020304" pitchFamily="18" charset="0"/>
                <a:ea typeface="Sora" pitchFamily="34" charset="-122"/>
                <a:cs typeface="Times New Roman" panose="02020603050405020304" pitchFamily="18" charset="0"/>
              </a:rPr>
              <a:t>fonctionnaires. Création des </a:t>
            </a:r>
            <a:r>
              <a:rPr lang="en-US" sz="2000" dirty="0">
                <a:solidFill>
                  <a:srgbClr val="3B3535"/>
                </a:solidFill>
                <a:latin typeface="Times New Roman" panose="02020603050405020304" pitchFamily="18" charset="0"/>
                <a:ea typeface="Sora" pitchFamily="34" charset="-122"/>
                <a:cs typeface="Times New Roman" panose="02020603050405020304" pitchFamily="18" charset="0"/>
              </a:rPr>
              <a:t>tables relationnelles pour stocker les informations sur les utilisateurs</a:t>
            </a:r>
            <a:r>
              <a:rPr lang="en-US" sz="2000" dirty="0" smtClean="0">
                <a:solidFill>
                  <a:srgbClr val="3B3535"/>
                </a:solidFill>
                <a:latin typeface="Times New Roman" panose="02020603050405020304" pitchFamily="18" charset="0"/>
                <a:ea typeface="Sora" pitchFamily="34" charset="-122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" name="Groupe 13"/>
          <p:cNvGrpSpPr/>
          <p:nvPr/>
        </p:nvGrpSpPr>
        <p:grpSpPr>
          <a:xfrm>
            <a:off x="336647" y="2029437"/>
            <a:ext cx="4077727" cy="1189197"/>
            <a:chOff x="336647" y="2029437"/>
            <a:chExt cx="4077727" cy="1189197"/>
          </a:xfrm>
        </p:grpSpPr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B327ECD0-E1B0-4737-8A11-DA4355BE380C}"/>
                </a:ext>
              </a:extLst>
            </p:cNvPr>
            <p:cNvSpPr/>
            <p:nvPr/>
          </p:nvSpPr>
          <p:spPr>
            <a:xfrm>
              <a:off x="1663706" y="2029437"/>
              <a:ext cx="607046" cy="60704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684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46" name="Text 3"/>
            <p:cNvSpPr/>
            <p:nvPr/>
          </p:nvSpPr>
          <p:spPr>
            <a:xfrm>
              <a:off x="336647" y="2853774"/>
              <a:ext cx="4077727" cy="36486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050"/>
                </a:lnSpc>
              </a:pPr>
              <a:r>
                <a:rPr lang="en-US" sz="2400" b="1" dirty="0">
                  <a:solidFill>
                    <a:srgbClr val="42AFB6"/>
                  </a:solidFill>
                  <a:latin typeface="Times New Roman" panose="02020603050405020304" pitchFamily="18" charset="0"/>
                  <a:ea typeface="Sora" pitchFamily="34" charset="-122"/>
                  <a:cs typeface="Times New Roman" panose="02020603050405020304" pitchFamily="18" charset="0"/>
                </a:rPr>
                <a:t>Travail sur la base de données</a:t>
              </a:r>
              <a:endParaRPr lang="en-US" sz="2400" b="1" dirty="0">
                <a:solidFill>
                  <a:srgbClr val="42AFB6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5" name="Groupe 14"/>
          <p:cNvGrpSpPr/>
          <p:nvPr/>
        </p:nvGrpSpPr>
        <p:grpSpPr>
          <a:xfrm>
            <a:off x="306069" y="5154091"/>
            <a:ext cx="4108305" cy="1237988"/>
            <a:chOff x="306069" y="5154091"/>
            <a:chExt cx="4108305" cy="1237988"/>
          </a:xfrm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A445E318-5EBB-456A-AB1D-82C950818623}"/>
                </a:ext>
              </a:extLst>
            </p:cNvPr>
            <p:cNvSpPr/>
            <p:nvPr/>
          </p:nvSpPr>
          <p:spPr>
            <a:xfrm>
              <a:off x="1663706" y="5154091"/>
              <a:ext cx="607046" cy="6070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684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06069" y="5761137"/>
              <a:ext cx="4108305" cy="6309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ts val="2050"/>
                </a:lnSpc>
              </a:pPr>
              <a:r>
                <a:rPr lang="fr-FR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Réalisation des analyses des données et des visualisations </a:t>
              </a:r>
              <a:endPara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7" name="TextBox 66">
            <a:extLst>
              <a:ext uri="{FF2B5EF4-FFF2-40B4-BE49-F238E27FC236}">
                <a16:creationId xmlns:a16="http://schemas.microsoft.com/office/drawing/2014/main" id="{43E9AA7E-9A40-4378-BA1F-D2DC2684ED35}"/>
              </a:ext>
            </a:extLst>
          </p:cNvPr>
          <p:cNvSpPr txBox="1"/>
          <p:nvPr/>
        </p:nvSpPr>
        <p:spPr>
          <a:xfrm>
            <a:off x="263683" y="6352802"/>
            <a:ext cx="7011336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Nettoyage des Données :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J'ai travaillé sur le nettoyage des données existantes pour assurer leur cohérence et leur intégrité avant de les intégrer dans l'application de GRH.</a:t>
            </a:r>
          </a:p>
          <a:p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Visualisation :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J'ai utilisé des outils de visualisation pour créer des graphiques, permettant ainsi aux responsables de mieux comprendre les données et de prendre des décisions éclairées</a:t>
            </a:r>
            <a:r>
              <a:rPr lang="fr-F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>
              <a:defRPr/>
            </a:pPr>
            <a:endParaRPr kumimoji="0" lang="en-GB" sz="13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Noto Sans" panose="020B0502040504020204" pitchFamily="34"/>
              <a:cs typeface="Times New Roman" panose="02020603050405020304" pitchFamily="18" charset="0"/>
            </a:endParaRPr>
          </a:p>
        </p:txBody>
      </p:sp>
      <p:grpSp>
        <p:nvGrpSpPr>
          <p:cNvPr id="17" name="Groupe 16"/>
          <p:cNvGrpSpPr/>
          <p:nvPr/>
        </p:nvGrpSpPr>
        <p:grpSpPr>
          <a:xfrm>
            <a:off x="10026400" y="1910133"/>
            <a:ext cx="4318992" cy="1110480"/>
            <a:chOff x="10026400" y="1910133"/>
            <a:chExt cx="4318992" cy="1110480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6C67BB8D-4F08-4687-95FD-F1D81ABCF35D}"/>
                </a:ext>
              </a:extLst>
            </p:cNvPr>
            <p:cNvSpPr/>
            <p:nvPr/>
          </p:nvSpPr>
          <p:spPr>
            <a:xfrm>
              <a:off x="11783624" y="1910133"/>
              <a:ext cx="607046" cy="607046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684" b="1" dirty="0" smtClean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en-US" sz="2684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Text 9"/>
            <p:cNvSpPr/>
            <p:nvPr/>
          </p:nvSpPr>
          <p:spPr>
            <a:xfrm>
              <a:off x="10026400" y="2703476"/>
              <a:ext cx="4318992" cy="31713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2050"/>
                </a:lnSpc>
              </a:pPr>
              <a:r>
                <a:rPr lang="en-US" sz="2400" b="1" dirty="0">
                  <a:solidFill>
                    <a:srgbClr val="FFC000"/>
                  </a:solidFill>
                  <a:latin typeface="Times New Roman" panose="02020603050405020304" pitchFamily="18" charset="0"/>
                  <a:ea typeface="Sora" pitchFamily="34" charset="-122"/>
                  <a:cs typeface="Times New Roman" panose="02020603050405020304" pitchFamily="18" charset="0"/>
                </a:rPr>
                <a:t>Analyse des besoins </a:t>
              </a:r>
              <a:r>
                <a:rPr lang="en-US" sz="2250" b="1" dirty="0">
                  <a:solidFill>
                    <a:srgbClr val="FFC000"/>
                  </a:solidFill>
                  <a:latin typeface="Times New Roman" panose="02020603050405020304" pitchFamily="18" charset="0"/>
                  <a:ea typeface="Sora" pitchFamily="34" charset="-122"/>
                  <a:cs typeface="Times New Roman" panose="02020603050405020304" pitchFamily="18" charset="0"/>
                </a:rPr>
                <a:t>fonctionnels</a:t>
              </a:r>
              <a:endParaRPr lang="en-US" sz="225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Groupe 17"/>
          <p:cNvGrpSpPr/>
          <p:nvPr/>
        </p:nvGrpSpPr>
        <p:grpSpPr>
          <a:xfrm>
            <a:off x="10710123" y="5154091"/>
            <a:ext cx="3187091" cy="1094552"/>
            <a:chOff x="10710123" y="5154091"/>
            <a:chExt cx="3187091" cy="1094552"/>
          </a:xfrm>
        </p:grpSpPr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30944E66-AC4C-4425-AB68-2D7ACD83CD9A}"/>
                </a:ext>
              </a:extLst>
            </p:cNvPr>
            <p:cNvSpPr/>
            <p:nvPr/>
          </p:nvSpPr>
          <p:spPr>
            <a:xfrm>
              <a:off x="11783624" y="5154091"/>
              <a:ext cx="607046" cy="607046"/>
            </a:xfrm>
            <a:prstGeom prst="ellipse">
              <a:avLst/>
            </a:prstGeom>
            <a:solidFill>
              <a:srgbClr val="33996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684" b="1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lang="en-US" sz="2684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0710123" y="5761137"/>
              <a:ext cx="3187091" cy="48750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lnSpc>
                  <a:spcPct val="107000"/>
                </a:lnSpc>
                <a:spcAft>
                  <a:spcPts val="800"/>
                </a:spcAft>
                <a:buSzPts val="1000"/>
                <a:tabLst>
                  <a:tab pos="457200" algn="l"/>
                </a:tabLst>
              </a:pPr>
              <a:r>
                <a:rPr lang="fr-FR" sz="2000" b="1" dirty="0">
                  <a:solidFill>
                    <a:srgbClr val="339966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Outils et </a:t>
              </a:r>
              <a:r>
                <a:rPr lang="fr-FR" sz="2400" b="1" dirty="0">
                  <a:solidFill>
                    <a:srgbClr val="339966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langages</a:t>
              </a:r>
              <a:r>
                <a:rPr lang="fr-FR" sz="2000" b="1" dirty="0">
                  <a:solidFill>
                    <a:srgbClr val="339966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utilisés </a:t>
              </a:r>
              <a:endParaRPr lang="fr-FR" sz="1800" dirty="0">
                <a:solidFill>
                  <a:srgbClr val="339966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9" name="object 6"/>
          <p:cNvSpPr txBox="1">
            <a:spLocks/>
          </p:cNvSpPr>
          <p:nvPr/>
        </p:nvSpPr>
        <p:spPr>
          <a:xfrm>
            <a:off x="13897214" y="7712367"/>
            <a:ext cx="500514" cy="16671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18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marL="38100">
              <a:lnSpc>
                <a:spcPts val="1330"/>
              </a:lnSpc>
            </a:pPr>
            <a:r>
              <a:rPr lang="fr-FR" spc="-25" dirty="0" smtClean="0"/>
              <a:t>06</a:t>
            </a:r>
            <a:endParaRPr lang="fr-FR" spc="-25" dirty="0"/>
          </a:p>
        </p:txBody>
      </p:sp>
    </p:spTree>
    <p:extLst>
      <p:ext uri="{BB962C8B-B14F-4D97-AF65-F5344CB8AC3E}">
        <p14:creationId xmlns:p14="http://schemas.microsoft.com/office/powerpoint/2010/main" val="117502048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/>
      <p:bldP spid="78" grpId="0"/>
      <p:bldP spid="75" grpId="0"/>
      <p:bldP spid="4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783;p59"/>
          <p:cNvPicPr preferRelativeResize="0"/>
          <p:nvPr/>
        </p:nvPicPr>
        <p:blipFill rotWithShape="1">
          <a:blip r:embed="rId2">
            <a:alphaModFix/>
          </a:blip>
          <a:srcRect t="14837" b="14844"/>
          <a:stretch/>
        </p:blipFill>
        <p:spPr>
          <a:xfrm>
            <a:off x="7124699" y="2717800"/>
            <a:ext cx="7491413" cy="5519738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Rectangle 24"/>
          <p:cNvSpPr/>
          <p:nvPr/>
        </p:nvSpPr>
        <p:spPr>
          <a:xfrm>
            <a:off x="1885981" y="1794470"/>
            <a:ext cx="1172628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5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Observations et difficultés rencontrées </a:t>
            </a:r>
          </a:p>
        </p:txBody>
      </p:sp>
      <p:sp>
        <p:nvSpPr>
          <p:cNvPr id="26" name="Google Shape;278;p35"/>
          <p:cNvSpPr txBox="1">
            <a:spLocks/>
          </p:cNvSpPr>
          <p:nvPr/>
        </p:nvSpPr>
        <p:spPr>
          <a:xfrm>
            <a:off x="1924080" y="487370"/>
            <a:ext cx="1381328" cy="130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7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 lang="en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Google Shape;279;p35"/>
          <p:cNvCxnSpPr/>
          <p:nvPr/>
        </p:nvCxnSpPr>
        <p:spPr>
          <a:xfrm>
            <a:off x="1924080" y="2977120"/>
            <a:ext cx="1069972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object 6"/>
          <p:cNvSpPr txBox="1">
            <a:spLocks/>
          </p:cNvSpPr>
          <p:nvPr/>
        </p:nvSpPr>
        <p:spPr>
          <a:xfrm>
            <a:off x="13882046" y="7751053"/>
            <a:ext cx="500514" cy="16671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18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marL="38100">
              <a:lnSpc>
                <a:spcPts val="1330"/>
              </a:lnSpc>
            </a:pPr>
            <a:r>
              <a:rPr lang="fr-FR" spc="-25" dirty="0" smtClean="0"/>
              <a:t>07</a:t>
            </a:r>
            <a:endParaRPr lang="fr-FR" spc="-25" dirty="0"/>
          </a:p>
        </p:txBody>
      </p:sp>
    </p:spTree>
    <p:extLst>
      <p:ext uri="{BB962C8B-B14F-4D97-AF65-F5344CB8AC3E}">
        <p14:creationId xmlns:p14="http://schemas.microsoft.com/office/powerpoint/2010/main" val="1927760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angle 121">
            <a:extLst>
              <a:ext uri="{FF2B5EF4-FFF2-40B4-BE49-F238E27FC236}">
                <a16:creationId xmlns:a16="http://schemas.microsoft.com/office/drawing/2014/main" id="{A840493D-ED03-4C28-ACEE-38D98F2CE078}"/>
              </a:ext>
            </a:extLst>
          </p:cNvPr>
          <p:cNvSpPr/>
          <p:nvPr/>
        </p:nvSpPr>
        <p:spPr>
          <a:xfrm>
            <a:off x="0" y="3905249"/>
            <a:ext cx="13774366" cy="2997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Oval 20">
            <a:extLst>
              <a:ext uri="{FF2B5EF4-FFF2-40B4-BE49-F238E27FC236}">
                <a16:creationId xmlns:a16="http://schemas.microsoft.com/office/drawing/2014/main" id="{1BB39A9F-E556-4742-91F3-57522BEE03C7}"/>
              </a:ext>
            </a:extLst>
          </p:cNvPr>
          <p:cNvSpPr/>
          <p:nvPr/>
        </p:nvSpPr>
        <p:spPr>
          <a:xfrm>
            <a:off x="1339734" y="3576634"/>
            <a:ext cx="1025147" cy="841314"/>
          </a:xfrm>
          <a:prstGeom prst="ellipse">
            <a:avLst/>
          </a:prstGeom>
          <a:solidFill>
            <a:srgbClr val="C00000"/>
          </a:solidFill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Oval 26">
            <a:extLst>
              <a:ext uri="{FF2B5EF4-FFF2-40B4-BE49-F238E27FC236}">
                <a16:creationId xmlns:a16="http://schemas.microsoft.com/office/drawing/2014/main" id="{2B9300BF-75C1-46B4-A2E9-097AB3616AD6}"/>
              </a:ext>
            </a:extLst>
          </p:cNvPr>
          <p:cNvSpPr/>
          <p:nvPr/>
        </p:nvSpPr>
        <p:spPr>
          <a:xfrm>
            <a:off x="8957810" y="3576634"/>
            <a:ext cx="1082323" cy="849020"/>
          </a:xfrm>
          <a:prstGeom prst="ellipse">
            <a:avLst/>
          </a:prstGeom>
          <a:solidFill>
            <a:srgbClr val="339966"/>
          </a:solidFill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TextBox 38">
            <a:extLst>
              <a:ext uri="{FF2B5EF4-FFF2-40B4-BE49-F238E27FC236}">
                <a16:creationId xmlns:a16="http://schemas.microsoft.com/office/drawing/2014/main" id="{430529B4-EFC8-4092-845B-A63565AEE513}"/>
              </a:ext>
            </a:extLst>
          </p:cNvPr>
          <p:cNvSpPr txBox="1"/>
          <p:nvPr/>
        </p:nvSpPr>
        <p:spPr>
          <a:xfrm>
            <a:off x="1539569" y="3704580"/>
            <a:ext cx="6254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01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Noto Sans" panose="020B0502040504020204" pitchFamily="34"/>
              <a:cs typeface="Times New Roman" panose="02020603050405020304" pitchFamily="18" charset="0"/>
            </a:endParaRPr>
          </a:p>
        </p:txBody>
      </p:sp>
      <p:sp>
        <p:nvSpPr>
          <p:cNvPr id="137" name="TextBox 45">
            <a:extLst>
              <a:ext uri="{FF2B5EF4-FFF2-40B4-BE49-F238E27FC236}">
                <a16:creationId xmlns:a16="http://schemas.microsoft.com/office/drawing/2014/main" id="{3DBC438E-173F-4C54-9771-7B7D411FC014}"/>
              </a:ext>
            </a:extLst>
          </p:cNvPr>
          <p:cNvSpPr txBox="1"/>
          <p:nvPr/>
        </p:nvSpPr>
        <p:spPr>
          <a:xfrm>
            <a:off x="9182140" y="3678652"/>
            <a:ext cx="633661" cy="584775"/>
          </a:xfrm>
          <a:prstGeom prst="rect">
            <a:avLst/>
          </a:prstGeom>
          <a:solidFill>
            <a:srgbClr val="339966"/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02</a:t>
            </a:r>
            <a:r>
              <a:rPr kumimoji="0" lang="ru-RU" sz="2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en-GB" sz="25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Noto Sans" panose="020B0502040504020204" pitchFamily="34"/>
              <a:cs typeface="Times New Roman" panose="02020603050405020304" pitchFamily="18" charset="0"/>
            </a:endParaRPr>
          </a:p>
        </p:txBody>
      </p:sp>
      <p:grpSp>
        <p:nvGrpSpPr>
          <p:cNvPr id="138" name="Group 52">
            <a:extLst>
              <a:ext uri="{FF2B5EF4-FFF2-40B4-BE49-F238E27FC236}">
                <a16:creationId xmlns:a16="http://schemas.microsoft.com/office/drawing/2014/main" id="{0BCDFE16-E570-4AE9-8C9F-057C3139967D}"/>
              </a:ext>
            </a:extLst>
          </p:cNvPr>
          <p:cNvGrpSpPr/>
          <p:nvPr/>
        </p:nvGrpSpPr>
        <p:grpSpPr>
          <a:xfrm>
            <a:off x="8957810" y="2285657"/>
            <a:ext cx="1082323" cy="1046269"/>
            <a:chOff x="2700338" y="8651875"/>
            <a:chExt cx="6545262" cy="6543675"/>
          </a:xfrm>
          <a:solidFill>
            <a:schemeClr val="tx1"/>
          </a:solidFill>
        </p:grpSpPr>
        <p:sp>
          <p:nvSpPr>
            <p:cNvPr id="139" name="Freeform 18">
              <a:extLst>
                <a:ext uri="{FF2B5EF4-FFF2-40B4-BE49-F238E27FC236}">
                  <a16:creationId xmlns:a16="http://schemas.microsoft.com/office/drawing/2014/main" id="{0D3C4FD6-9395-4418-9818-4FED7DA0A8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00338" y="10820400"/>
              <a:ext cx="4376737" cy="4375150"/>
            </a:xfrm>
            <a:custGeom>
              <a:avLst/>
              <a:gdLst>
                <a:gd name="T0" fmla="*/ 477 w 1376"/>
                <a:gd name="T1" fmla="*/ 1360 h 1376"/>
                <a:gd name="T2" fmla="*/ 312 w 1376"/>
                <a:gd name="T3" fmla="*/ 1212 h 1376"/>
                <a:gd name="T4" fmla="*/ 237 w 1376"/>
                <a:gd name="T5" fmla="*/ 1044 h 1376"/>
                <a:gd name="T6" fmla="*/ 64 w 1376"/>
                <a:gd name="T7" fmla="*/ 1013 h 1376"/>
                <a:gd name="T8" fmla="*/ 51 w 1376"/>
                <a:gd name="T9" fmla="*/ 793 h 1376"/>
                <a:gd name="T10" fmla="*/ 117 w 1376"/>
                <a:gd name="T11" fmla="*/ 621 h 1376"/>
                <a:gd name="T12" fmla="*/ 16 w 1376"/>
                <a:gd name="T13" fmla="*/ 476 h 1376"/>
                <a:gd name="T14" fmla="*/ 164 w 1376"/>
                <a:gd name="T15" fmla="*/ 312 h 1376"/>
                <a:gd name="T16" fmla="*/ 332 w 1376"/>
                <a:gd name="T17" fmla="*/ 237 h 1376"/>
                <a:gd name="T18" fmla="*/ 363 w 1376"/>
                <a:gd name="T19" fmla="*/ 63 h 1376"/>
                <a:gd name="T20" fmla="*/ 583 w 1376"/>
                <a:gd name="T21" fmla="*/ 51 h 1376"/>
                <a:gd name="T22" fmla="*/ 755 w 1376"/>
                <a:gd name="T23" fmla="*/ 116 h 1376"/>
                <a:gd name="T24" fmla="*/ 900 w 1376"/>
                <a:gd name="T25" fmla="*/ 16 h 1376"/>
                <a:gd name="T26" fmla="*/ 1064 w 1376"/>
                <a:gd name="T27" fmla="*/ 163 h 1376"/>
                <a:gd name="T28" fmla="*/ 1139 w 1376"/>
                <a:gd name="T29" fmla="*/ 331 h 1376"/>
                <a:gd name="T30" fmla="*/ 1313 w 1376"/>
                <a:gd name="T31" fmla="*/ 362 h 1376"/>
                <a:gd name="T32" fmla="*/ 1360 w 1376"/>
                <a:gd name="T33" fmla="*/ 476 h 1376"/>
                <a:gd name="T34" fmla="*/ 1260 w 1376"/>
                <a:gd name="T35" fmla="*/ 621 h 1376"/>
                <a:gd name="T36" fmla="*/ 1325 w 1376"/>
                <a:gd name="T37" fmla="*/ 793 h 1376"/>
                <a:gd name="T38" fmla="*/ 1313 w 1376"/>
                <a:gd name="T39" fmla="*/ 1013 h 1376"/>
                <a:gd name="T40" fmla="*/ 1139 w 1376"/>
                <a:gd name="T41" fmla="*/ 1044 h 1376"/>
                <a:gd name="T42" fmla="*/ 1064 w 1376"/>
                <a:gd name="T43" fmla="*/ 1212 h 1376"/>
                <a:gd name="T44" fmla="*/ 900 w 1376"/>
                <a:gd name="T45" fmla="*/ 1360 h 1376"/>
                <a:gd name="T46" fmla="*/ 755 w 1376"/>
                <a:gd name="T47" fmla="*/ 1259 h 1376"/>
                <a:gd name="T48" fmla="*/ 583 w 1376"/>
                <a:gd name="T49" fmla="*/ 1325 h 1376"/>
                <a:gd name="T50" fmla="*/ 403 w 1376"/>
                <a:gd name="T51" fmla="*/ 1230 h 1376"/>
                <a:gd name="T52" fmla="*/ 544 w 1376"/>
                <a:gd name="T53" fmla="*/ 1210 h 1376"/>
                <a:gd name="T54" fmla="*/ 748 w 1376"/>
                <a:gd name="T55" fmla="*/ 1167 h 1376"/>
                <a:gd name="T56" fmla="*/ 870 w 1376"/>
                <a:gd name="T57" fmla="*/ 1273 h 1376"/>
                <a:gd name="T58" fmla="*/ 956 w 1376"/>
                <a:gd name="T59" fmla="*/ 1159 h 1376"/>
                <a:gd name="T60" fmla="*/ 1070 w 1376"/>
                <a:gd name="T61" fmla="*/ 985 h 1376"/>
                <a:gd name="T62" fmla="*/ 1230 w 1376"/>
                <a:gd name="T63" fmla="*/ 973 h 1376"/>
                <a:gd name="T64" fmla="*/ 1211 w 1376"/>
                <a:gd name="T65" fmla="*/ 832 h 1376"/>
                <a:gd name="T66" fmla="*/ 1168 w 1376"/>
                <a:gd name="T67" fmla="*/ 628 h 1376"/>
                <a:gd name="T68" fmla="*/ 1274 w 1376"/>
                <a:gd name="T69" fmla="*/ 506 h 1376"/>
                <a:gd name="T70" fmla="*/ 1160 w 1376"/>
                <a:gd name="T71" fmla="*/ 420 h 1376"/>
                <a:gd name="T72" fmla="*/ 986 w 1376"/>
                <a:gd name="T73" fmla="*/ 306 h 1376"/>
                <a:gd name="T74" fmla="*/ 974 w 1376"/>
                <a:gd name="T75" fmla="*/ 146 h 1376"/>
                <a:gd name="T76" fmla="*/ 833 w 1376"/>
                <a:gd name="T77" fmla="*/ 165 h 1376"/>
                <a:gd name="T78" fmla="*/ 629 w 1376"/>
                <a:gd name="T79" fmla="*/ 208 h 1376"/>
                <a:gd name="T80" fmla="*/ 507 w 1376"/>
                <a:gd name="T81" fmla="*/ 102 h 1376"/>
                <a:gd name="T82" fmla="*/ 421 w 1376"/>
                <a:gd name="T83" fmla="*/ 216 h 1376"/>
                <a:gd name="T84" fmla="*/ 307 w 1376"/>
                <a:gd name="T85" fmla="*/ 390 h 1376"/>
                <a:gd name="T86" fmla="*/ 146 w 1376"/>
                <a:gd name="T87" fmla="*/ 402 h 1376"/>
                <a:gd name="T88" fmla="*/ 166 w 1376"/>
                <a:gd name="T89" fmla="*/ 543 h 1376"/>
                <a:gd name="T90" fmla="*/ 209 w 1376"/>
                <a:gd name="T91" fmla="*/ 747 h 1376"/>
                <a:gd name="T92" fmla="*/ 103 w 1376"/>
                <a:gd name="T93" fmla="*/ 869 h 1376"/>
                <a:gd name="T94" fmla="*/ 217 w 1376"/>
                <a:gd name="T95" fmla="*/ 955 h 1376"/>
                <a:gd name="T96" fmla="*/ 391 w 1376"/>
                <a:gd name="T97" fmla="*/ 1069 h 1376"/>
                <a:gd name="T98" fmla="*/ 403 w 1376"/>
                <a:gd name="T99" fmla="*/ 1230 h 13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76" h="1376">
                  <a:moveTo>
                    <a:pt x="509" y="1366"/>
                  </a:moveTo>
                  <a:cubicBezTo>
                    <a:pt x="498" y="1366"/>
                    <a:pt x="487" y="1364"/>
                    <a:pt x="477" y="1360"/>
                  </a:cubicBezTo>
                  <a:cubicBezTo>
                    <a:pt x="363" y="1312"/>
                    <a:pt x="363" y="1312"/>
                    <a:pt x="363" y="1312"/>
                  </a:cubicBezTo>
                  <a:cubicBezTo>
                    <a:pt x="324" y="1296"/>
                    <a:pt x="302" y="1253"/>
                    <a:pt x="312" y="1212"/>
                  </a:cubicBezTo>
                  <a:cubicBezTo>
                    <a:pt x="319" y="1188"/>
                    <a:pt x="325" y="1163"/>
                    <a:pt x="332" y="1139"/>
                  </a:cubicBezTo>
                  <a:cubicBezTo>
                    <a:pt x="297" y="1111"/>
                    <a:pt x="265" y="1079"/>
                    <a:pt x="237" y="1044"/>
                  </a:cubicBezTo>
                  <a:cubicBezTo>
                    <a:pt x="213" y="1051"/>
                    <a:pt x="188" y="1057"/>
                    <a:pt x="164" y="1064"/>
                  </a:cubicBezTo>
                  <a:cubicBezTo>
                    <a:pt x="123" y="1074"/>
                    <a:pt x="80" y="1052"/>
                    <a:pt x="64" y="1013"/>
                  </a:cubicBezTo>
                  <a:cubicBezTo>
                    <a:pt x="16" y="899"/>
                    <a:pt x="16" y="899"/>
                    <a:pt x="16" y="899"/>
                  </a:cubicBezTo>
                  <a:cubicBezTo>
                    <a:pt x="0" y="860"/>
                    <a:pt x="15" y="815"/>
                    <a:pt x="51" y="793"/>
                  </a:cubicBezTo>
                  <a:cubicBezTo>
                    <a:pt x="73" y="780"/>
                    <a:pt x="95" y="767"/>
                    <a:pt x="117" y="754"/>
                  </a:cubicBezTo>
                  <a:cubicBezTo>
                    <a:pt x="112" y="710"/>
                    <a:pt x="112" y="665"/>
                    <a:pt x="117" y="621"/>
                  </a:cubicBezTo>
                  <a:cubicBezTo>
                    <a:pt x="95" y="608"/>
                    <a:pt x="73" y="595"/>
                    <a:pt x="51" y="582"/>
                  </a:cubicBezTo>
                  <a:cubicBezTo>
                    <a:pt x="15" y="561"/>
                    <a:pt x="0" y="515"/>
                    <a:pt x="16" y="476"/>
                  </a:cubicBezTo>
                  <a:cubicBezTo>
                    <a:pt x="64" y="362"/>
                    <a:pt x="64" y="362"/>
                    <a:pt x="64" y="362"/>
                  </a:cubicBezTo>
                  <a:cubicBezTo>
                    <a:pt x="80" y="323"/>
                    <a:pt x="123" y="301"/>
                    <a:pt x="164" y="312"/>
                  </a:cubicBezTo>
                  <a:cubicBezTo>
                    <a:pt x="188" y="318"/>
                    <a:pt x="213" y="324"/>
                    <a:pt x="237" y="331"/>
                  </a:cubicBezTo>
                  <a:cubicBezTo>
                    <a:pt x="265" y="296"/>
                    <a:pt x="297" y="264"/>
                    <a:pt x="332" y="237"/>
                  </a:cubicBezTo>
                  <a:cubicBezTo>
                    <a:pt x="325" y="212"/>
                    <a:pt x="319" y="187"/>
                    <a:pt x="312" y="163"/>
                  </a:cubicBezTo>
                  <a:cubicBezTo>
                    <a:pt x="302" y="122"/>
                    <a:pt x="324" y="79"/>
                    <a:pt x="363" y="63"/>
                  </a:cubicBezTo>
                  <a:cubicBezTo>
                    <a:pt x="477" y="16"/>
                    <a:pt x="477" y="16"/>
                    <a:pt x="477" y="16"/>
                  </a:cubicBezTo>
                  <a:cubicBezTo>
                    <a:pt x="516" y="0"/>
                    <a:pt x="561" y="15"/>
                    <a:pt x="583" y="51"/>
                  </a:cubicBezTo>
                  <a:cubicBezTo>
                    <a:pt x="596" y="72"/>
                    <a:pt x="609" y="94"/>
                    <a:pt x="622" y="116"/>
                  </a:cubicBezTo>
                  <a:cubicBezTo>
                    <a:pt x="666" y="111"/>
                    <a:pt x="711" y="111"/>
                    <a:pt x="755" y="116"/>
                  </a:cubicBezTo>
                  <a:cubicBezTo>
                    <a:pt x="768" y="94"/>
                    <a:pt x="781" y="72"/>
                    <a:pt x="794" y="51"/>
                  </a:cubicBezTo>
                  <a:cubicBezTo>
                    <a:pt x="815" y="15"/>
                    <a:pt x="861" y="0"/>
                    <a:pt x="900" y="16"/>
                  </a:cubicBezTo>
                  <a:cubicBezTo>
                    <a:pt x="1014" y="63"/>
                    <a:pt x="1014" y="63"/>
                    <a:pt x="1014" y="63"/>
                  </a:cubicBezTo>
                  <a:cubicBezTo>
                    <a:pt x="1053" y="79"/>
                    <a:pt x="1075" y="122"/>
                    <a:pt x="1064" y="163"/>
                  </a:cubicBezTo>
                  <a:cubicBezTo>
                    <a:pt x="1058" y="187"/>
                    <a:pt x="1052" y="212"/>
                    <a:pt x="1045" y="237"/>
                  </a:cubicBezTo>
                  <a:cubicBezTo>
                    <a:pt x="1080" y="264"/>
                    <a:pt x="1112" y="296"/>
                    <a:pt x="1139" y="331"/>
                  </a:cubicBezTo>
                  <a:cubicBezTo>
                    <a:pt x="1164" y="324"/>
                    <a:pt x="1189" y="318"/>
                    <a:pt x="1213" y="312"/>
                  </a:cubicBezTo>
                  <a:cubicBezTo>
                    <a:pt x="1254" y="301"/>
                    <a:pt x="1297" y="323"/>
                    <a:pt x="1313" y="362"/>
                  </a:cubicBezTo>
                  <a:cubicBezTo>
                    <a:pt x="1360" y="476"/>
                    <a:pt x="1360" y="476"/>
                    <a:pt x="1360" y="476"/>
                  </a:cubicBezTo>
                  <a:cubicBezTo>
                    <a:pt x="1360" y="476"/>
                    <a:pt x="1360" y="476"/>
                    <a:pt x="1360" y="476"/>
                  </a:cubicBezTo>
                  <a:cubicBezTo>
                    <a:pt x="1376" y="515"/>
                    <a:pt x="1361" y="561"/>
                    <a:pt x="1325" y="582"/>
                  </a:cubicBezTo>
                  <a:cubicBezTo>
                    <a:pt x="1304" y="595"/>
                    <a:pt x="1282" y="608"/>
                    <a:pt x="1260" y="621"/>
                  </a:cubicBezTo>
                  <a:cubicBezTo>
                    <a:pt x="1265" y="665"/>
                    <a:pt x="1265" y="710"/>
                    <a:pt x="1260" y="754"/>
                  </a:cubicBezTo>
                  <a:cubicBezTo>
                    <a:pt x="1282" y="767"/>
                    <a:pt x="1304" y="780"/>
                    <a:pt x="1325" y="793"/>
                  </a:cubicBezTo>
                  <a:cubicBezTo>
                    <a:pt x="1361" y="815"/>
                    <a:pt x="1376" y="860"/>
                    <a:pt x="1360" y="899"/>
                  </a:cubicBezTo>
                  <a:cubicBezTo>
                    <a:pt x="1313" y="1013"/>
                    <a:pt x="1313" y="1013"/>
                    <a:pt x="1313" y="1013"/>
                  </a:cubicBezTo>
                  <a:cubicBezTo>
                    <a:pt x="1297" y="1052"/>
                    <a:pt x="1254" y="1074"/>
                    <a:pt x="1213" y="1064"/>
                  </a:cubicBezTo>
                  <a:cubicBezTo>
                    <a:pt x="1189" y="1057"/>
                    <a:pt x="1164" y="1051"/>
                    <a:pt x="1139" y="1044"/>
                  </a:cubicBezTo>
                  <a:cubicBezTo>
                    <a:pt x="1112" y="1079"/>
                    <a:pt x="1080" y="1111"/>
                    <a:pt x="1045" y="1139"/>
                  </a:cubicBezTo>
                  <a:cubicBezTo>
                    <a:pt x="1052" y="1164"/>
                    <a:pt x="1058" y="1188"/>
                    <a:pt x="1064" y="1212"/>
                  </a:cubicBezTo>
                  <a:cubicBezTo>
                    <a:pt x="1075" y="1253"/>
                    <a:pt x="1053" y="1296"/>
                    <a:pt x="1014" y="1312"/>
                  </a:cubicBezTo>
                  <a:cubicBezTo>
                    <a:pt x="900" y="1360"/>
                    <a:pt x="900" y="1360"/>
                    <a:pt x="900" y="1360"/>
                  </a:cubicBezTo>
                  <a:cubicBezTo>
                    <a:pt x="861" y="1376"/>
                    <a:pt x="815" y="1361"/>
                    <a:pt x="794" y="1325"/>
                  </a:cubicBezTo>
                  <a:cubicBezTo>
                    <a:pt x="781" y="1303"/>
                    <a:pt x="768" y="1281"/>
                    <a:pt x="755" y="1259"/>
                  </a:cubicBezTo>
                  <a:cubicBezTo>
                    <a:pt x="711" y="1264"/>
                    <a:pt x="666" y="1264"/>
                    <a:pt x="622" y="1259"/>
                  </a:cubicBezTo>
                  <a:cubicBezTo>
                    <a:pt x="609" y="1281"/>
                    <a:pt x="596" y="1303"/>
                    <a:pt x="583" y="1325"/>
                  </a:cubicBezTo>
                  <a:cubicBezTo>
                    <a:pt x="567" y="1351"/>
                    <a:pt x="539" y="1366"/>
                    <a:pt x="509" y="1366"/>
                  </a:cubicBezTo>
                  <a:close/>
                  <a:moveTo>
                    <a:pt x="403" y="1230"/>
                  </a:moveTo>
                  <a:cubicBezTo>
                    <a:pt x="507" y="1273"/>
                    <a:pt x="507" y="1273"/>
                    <a:pt x="507" y="1273"/>
                  </a:cubicBezTo>
                  <a:cubicBezTo>
                    <a:pt x="519" y="1252"/>
                    <a:pt x="532" y="1231"/>
                    <a:pt x="544" y="1210"/>
                  </a:cubicBezTo>
                  <a:cubicBezTo>
                    <a:pt x="562" y="1180"/>
                    <a:pt x="595" y="1163"/>
                    <a:pt x="629" y="1167"/>
                  </a:cubicBezTo>
                  <a:cubicBezTo>
                    <a:pt x="669" y="1172"/>
                    <a:pt x="708" y="1172"/>
                    <a:pt x="748" y="1167"/>
                  </a:cubicBezTo>
                  <a:cubicBezTo>
                    <a:pt x="782" y="1163"/>
                    <a:pt x="815" y="1180"/>
                    <a:pt x="833" y="1210"/>
                  </a:cubicBezTo>
                  <a:cubicBezTo>
                    <a:pt x="845" y="1231"/>
                    <a:pt x="857" y="1252"/>
                    <a:pt x="870" y="1273"/>
                  </a:cubicBezTo>
                  <a:cubicBezTo>
                    <a:pt x="974" y="1230"/>
                    <a:pt x="974" y="1230"/>
                    <a:pt x="974" y="1230"/>
                  </a:cubicBezTo>
                  <a:cubicBezTo>
                    <a:pt x="968" y="1206"/>
                    <a:pt x="962" y="1183"/>
                    <a:pt x="956" y="1159"/>
                  </a:cubicBezTo>
                  <a:cubicBezTo>
                    <a:pt x="947" y="1125"/>
                    <a:pt x="958" y="1090"/>
                    <a:pt x="986" y="1069"/>
                  </a:cubicBezTo>
                  <a:cubicBezTo>
                    <a:pt x="1017" y="1044"/>
                    <a:pt x="1045" y="1016"/>
                    <a:pt x="1070" y="985"/>
                  </a:cubicBezTo>
                  <a:cubicBezTo>
                    <a:pt x="1091" y="958"/>
                    <a:pt x="1126" y="946"/>
                    <a:pt x="1160" y="955"/>
                  </a:cubicBezTo>
                  <a:cubicBezTo>
                    <a:pt x="1183" y="961"/>
                    <a:pt x="1207" y="967"/>
                    <a:pt x="1230" y="973"/>
                  </a:cubicBezTo>
                  <a:cubicBezTo>
                    <a:pt x="1274" y="869"/>
                    <a:pt x="1274" y="869"/>
                    <a:pt x="1274" y="869"/>
                  </a:cubicBezTo>
                  <a:cubicBezTo>
                    <a:pt x="1253" y="856"/>
                    <a:pt x="1232" y="844"/>
                    <a:pt x="1211" y="832"/>
                  </a:cubicBezTo>
                  <a:cubicBezTo>
                    <a:pt x="1181" y="814"/>
                    <a:pt x="1164" y="781"/>
                    <a:pt x="1168" y="747"/>
                  </a:cubicBezTo>
                  <a:cubicBezTo>
                    <a:pt x="1173" y="707"/>
                    <a:pt x="1173" y="668"/>
                    <a:pt x="1168" y="628"/>
                  </a:cubicBezTo>
                  <a:cubicBezTo>
                    <a:pt x="1164" y="594"/>
                    <a:pt x="1181" y="561"/>
                    <a:pt x="1211" y="543"/>
                  </a:cubicBezTo>
                  <a:cubicBezTo>
                    <a:pt x="1232" y="531"/>
                    <a:pt x="1253" y="519"/>
                    <a:pt x="1274" y="506"/>
                  </a:cubicBezTo>
                  <a:cubicBezTo>
                    <a:pt x="1230" y="402"/>
                    <a:pt x="1230" y="402"/>
                    <a:pt x="1230" y="402"/>
                  </a:cubicBezTo>
                  <a:cubicBezTo>
                    <a:pt x="1207" y="408"/>
                    <a:pt x="1183" y="414"/>
                    <a:pt x="1160" y="420"/>
                  </a:cubicBezTo>
                  <a:cubicBezTo>
                    <a:pt x="1126" y="429"/>
                    <a:pt x="1091" y="418"/>
                    <a:pt x="1070" y="390"/>
                  </a:cubicBezTo>
                  <a:cubicBezTo>
                    <a:pt x="1045" y="359"/>
                    <a:pt x="1017" y="331"/>
                    <a:pt x="986" y="306"/>
                  </a:cubicBezTo>
                  <a:cubicBezTo>
                    <a:pt x="958" y="285"/>
                    <a:pt x="947" y="250"/>
                    <a:pt x="956" y="216"/>
                  </a:cubicBezTo>
                  <a:cubicBezTo>
                    <a:pt x="962" y="193"/>
                    <a:pt x="968" y="169"/>
                    <a:pt x="974" y="146"/>
                  </a:cubicBezTo>
                  <a:cubicBezTo>
                    <a:pt x="870" y="102"/>
                    <a:pt x="870" y="102"/>
                    <a:pt x="870" y="102"/>
                  </a:cubicBezTo>
                  <a:cubicBezTo>
                    <a:pt x="857" y="123"/>
                    <a:pt x="845" y="144"/>
                    <a:pt x="833" y="165"/>
                  </a:cubicBezTo>
                  <a:cubicBezTo>
                    <a:pt x="815" y="195"/>
                    <a:pt x="782" y="212"/>
                    <a:pt x="748" y="208"/>
                  </a:cubicBezTo>
                  <a:cubicBezTo>
                    <a:pt x="708" y="203"/>
                    <a:pt x="668" y="203"/>
                    <a:pt x="629" y="208"/>
                  </a:cubicBezTo>
                  <a:cubicBezTo>
                    <a:pt x="595" y="212"/>
                    <a:pt x="561" y="195"/>
                    <a:pt x="544" y="165"/>
                  </a:cubicBezTo>
                  <a:cubicBezTo>
                    <a:pt x="532" y="144"/>
                    <a:pt x="519" y="123"/>
                    <a:pt x="507" y="102"/>
                  </a:cubicBezTo>
                  <a:cubicBezTo>
                    <a:pt x="403" y="146"/>
                    <a:pt x="403" y="146"/>
                    <a:pt x="403" y="146"/>
                  </a:cubicBezTo>
                  <a:cubicBezTo>
                    <a:pt x="409" y="169"/>
                    <a:pt x="415" y="193"/>
                    <a:pt x="421" y="216"/>
                  </a:cubicBezTo>
                  <a:cubicBezTo>
                    <a:pt x="430" y="250"/>
                    <a:pt x="418" y="285"/>
                    <a:pt x="391" y="306"/>
                  </a:cubicBezTo>
                  <a:cubicBezTo>
                    <a:pt x="360" y="331"/>
                    <a:pt x="332" y="359"/>
                    <a:pt x="307" y="390"/>
                  </a:cubicBezTo>
                  <a:cubicBezTo>
                    <a:pt x="286" y="418"/>
                    <a:pt x="251" y="429"/>
                    <a:pt x="217" y="420"/>
                  </a:cubicBezTo>
                  <a:cubicBezTo>
                    <a:pt x="193" y="414"/>
                    <a:pt x="170" y="408"/>
                    <a:pt x="146" y="402"/>
                  </a:cubicBezTo>
                  <a:cubicBezTo>
                    <a:pt x="103" y="506"/>
                    <a:pt x="103" y="506"/>
                    <a:pt x="103" y="506"/>
                  </a:cubicBezTo>
                  <a:cubicBezTo>
                    <a:pt x="124" y="519"/>
                    <a:pt x="145" y="531"/>
                    <a:pt x="166" y="543"/>
                  </a:cubicBezTo>
                  <a:cubicBezTo>
                    <a:pt x="196" y="561"/>
                    <a:pt x="213" y="594"/>
                    <a:pt x="209" y="628"/>
                  </a:cubicBezTo>
                  <a:cubicBezTo>
                    <a:pt x="204" y="668"/>
                    <a:pt x="204" y="708"/>
                    <a:pt x="209" y="747"/>
                  </a:cubicBezTo>
                  <a:cubicBezTo>
                    <a:pt x="213" y="781"/>
                    <a:pt x="196" y="815"/>
                    <a:pt x="166" y="832"/>
                  </a:cubicBezTo>
                  <a:cubicBezTo>
                    <a:pt x="145" y="844"/>
                    <a:pt x="124" y="856"/>
                    <a:pt x="103" y="869"/>
                  </a:cubicBezTo>
                  <a:cubicBezTo>
                    <a:pt x="146" y="973"/>
                    <a:pt x="146" y="973"/>
                    <a:pt x="146" y="973"/>
                  </a:cubicBezTo>
                  <a:cubicBezTo>
                    <a:pt x="170" y="968"/>
                    <a:pt x="193" y="961"/>
                    <a:pt x="217" y="955"/>
                  </a:cubicBezTo>
                  <a:cubicBezTo>
                    <a:pt x="251" y="946"/>
                    <a:pt x="286" y="958"/>
                    <a:pt x="307" y="985"/>
                  </a:cubicBezTo>
                  <a:cubicBezTo>
                    <a:pt x="332" y="1016"/>
                    <a:pt x="360" y="1044"/>
                    <a:pt x="391" y="1069"/>
                  </a:cubicBezTo>
                  <a:cubicBezTo>
                    <a:pt x="418" y="1090"/>
                    <a:pt x="430" y="1125"/>
                    <a:pt x="421" y="1159"/>
                  </a:cubicBezTo>
                  <a:cubicBezTo>
                    <a:pt x="415" y="1183"/>
                    <a:pt x="409" y="1206"/>
                    <a:pt x="403" y="123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40" name="Freeform 19">
              <a:extLst>
                <a:ext uri="{FF2B5EF4-FFF2-40B4-BE49-F238E27FC236}">
                  <a16:creationId xmlns:a16="http://schemas.microsoft.com/office/drawing/2014/main" id="{06F13E1F-61CC-4F1B-9AA1-A1DC863A1BB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62375" y="11879263"/>
              <a:ext cx="2255837" cy="2120900"/>
            </a:xfrm>
            <a:custGeom>
              <a:avLst/>
              <a:gdLst>
                <a:gd name="T0" fmla="*/ 354 w 709"/>
                <a:gd name="T1" fmla="*/ 667 h 667"/>
                <a:gd name="T2" fmla="*/ 235 w 709"/>
                <a:gd name="T3" fmla="*/ 643 h 667"/>
                <a:gd name="T4" fmla="*/ 66 w 709"/>
                <a:gd name="T5" fmla="*/ 474 h 667"/>
                <a:gd name="T6" fmla="*/ 235 w 709"/>
                <a:gd name="T7" fmla="*/ 66 h 667"/>
                <a:gd name="T8" fmla="*/ 643 w 709"/>
                <a:gd name="T9" fmla="*/ 235 h 667"/>
                <a:gd name="T10" fmla="*/ 643 w 709"/>
                <a:gd name="T11" fmla="*/ 235 h 667"/>
                <a:gd name="T12" fmla="*/ 474 w 709"/>
                <a:gd name="T13" fmla="*/ 643 h 667"/>
                <a:gd name="T14" fmla="*/ 354 w 709"/>
                <a:gd name="T15" fmla="*/ 667 h 667"/>
                <a:gd name="T16" fmla="*/ 354 w 709"/>
                <a:gd name="T17" fmla="*/ 134 h 667"/>
                <a:gd name="T18" fmla="*/ 270 w 709"/>
                <a:gd name="T19" fmla="*/ 151 h 667"/>
                <a:gd name="T20" fmla="*/ 150 w 709"/>
                <a:gd name="T21" fmla="*/ 439 h 667"/>
                <a:gd name="T22" fmla="*/ 270 w 709"/>
                <a:gd name="T23" fmla="*/ 559 h 667"/>
                <a:gd name="T24" fmla="*/ 439 w 709"/>
                <a:gd name="T25" fmla="*/ 559 h 667"/>
                <a:gd name="T26" fmla="*/ 558 w 709"/>
                <a:gd name="T27" fmla="*/ 270 h 667"/>
                <a:gd name="T28" fmla="*/ 354 w 709"/>
                <a:gd name="T29" fmla="*/ 134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09" h="667">
                  <a:moveTo>
                    <a:pt x="354" y="667"/>
                  </a:moveTo>
                  <a:cubicBezTo>
                    <a:pt x="314" y="667"/>
                    <a:pt x="273" y="659"/>
                    <a:pt x="235" y="643"/>
                  </a:cubicBezTo>
                  <a:cubicBezTo>
                    <a:pt x="158" y="611"/>
                    <a:pt x="98" y="551"/>
                    <a:pt x="66" y="474"/>
                  </a:cubicBezTo>
                  <a:cubicBezTo>
                    <a:pt x="0" y="315"/>
                    <a:pt x="76" y="132"/>
                    <a:pt x="235" y="66"/>
                  </a:cubicBezTo>
                  <a:cubicBezTo>
                    <a:pt x="394" y="0"/>
                    <a:pt x="577" y="76"/>
                    <a:pt x="643" y="235"/>
                  </a:cubicBezTo>
                  <a:cubicBezTo>
                    <a:pt x="643" y="235"/>
                    <a:pt x="643" y="235"/>
                    <a:pt x="643" y="235"/>
                  </a:cubicBezTo>
                  <a:cubicBezTo>
                    <a:pt x="709" y="394"/>
                    <a:pt x="633" y="577"/>
                    <a:pt x="474" y="643"/>
                  </a:cubicBezTo>
                  <a:cubicBezTo>
                    <a:pt x="435" y="659"/>
                    <a:pt x="395" y="667"/>
                    <a:pt x="354" y="667"/>
                  </a:cubicBezTo>
                  <a:close/>
                  <a:moveTo>
                    <a:pt x="354" y="134"/>
                  </a:moveTo>
                  <a:cubicBezTo>
                    <a:pt x="326" y="134"/>
                    <a:pt x="297" y="139"/>
                    <a:pt x="270" y="151"/>
                  </a:cubicBezTo>
                  <a:cubicBezTo>
                    <a:pt x="157" y="197"/>
                    <a:pt x="104" y="327"/>
                    <a:pt x="150" y="439"/>
                  </a:cubicBezTo>
                  <a:cubicBezTo>
                    <a:pt x="173" y="494"/>
                    <a:pt x="215" y="536"/>
                    <a:pt x="270" y="559"/>
                  </a:cubicBezTo>
                  <a:cubicBezTo>
                    <a:pt x="324" y="581"/>
                    <a:pt x="384" y="581"/>
                    <a:pt x="439" y="559"/>
                  </a:cubicBezTo>
                  <a:cubicBezTo>
                    <a:pt x="551" y="512"/>
                    <a:pt x="605" y="383"/>
                    <a:pt x="558" y="270"/>
                  </a:cubicBezTo>
                  <a:cubicBezTo>
                    <a:pt x="523" y="185"/>
                    <a:pt x="441" y="134"/>
                    <a:pt x="354" y="13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41" name="Freeform 20">
              <a:extLst>
                <a:ext uri="{FF2B5EF4-FFF2-40B4-BE49-F238E27FC236}">
                  <a16:creationId xmlns:a16="http://schemas.microsoft.com/office/drawing/2014/main" id="{390E6116-B7A4-4E1D-A3FB-18BC9A4A343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34075" y="8651875"/>
              <a:ext cx="3311525" cy="3309938"/>
            </a:xfrm>
            <a:custGeom>
              <a:avLst/>
              <a:gdLst>
                <a:gd name="T0" fmla="*/ 476 w 1041"/>
                <a:gd name="T1" fmla="*/ 1041 h 1041"/>
                <a:gd name="T2" fmla="*/ 397 w 1041"/>
                <a:gd name="T3" fmla="*/ 930 h 1041"/>
                <a:gd name="T4" fmla="*/ 279 w 1041"/>
                <a:gd name="T5" fmla="*/ 927 h 1041"/>
                <a:gd name="T6" fmla="*/ 121 w 1041"/>
                <a:gd name="T7" fmla="*/ 857 h 1041"/>
                <a:gd name="T8" fmla="*/ 143 w 1041"/>
                <a:gd name="T9" fmla="*/ 723 h 1041"/>
                <a:gd name="T10" fmla="*/ 62 w 1041"/>
                <a:gd name="T11" fmla="*/ 637 h 1041"/>
                <a:gd name="T12" fmla="*/ 0 w 1041"/>
                <a:gd name="T13" fmla="*/ 476 h 1041"/>
                <a:gd name="T14" fmla="*/ 111 w 1041"/>
                <a:gd name="T15" fmla="*/ 397 h 1041"/>
                <a:gd name="T16" fmla="*/ 114 w 1041"/>
                <a:gd name="T17" fmla="*/ 279 h 1041"/>
                <a:gd name="T18" fmla="*/ 184 w 1041"/>
                <a:gd name="T19" fmla="*/ 121 h 1041"/>
                <a:gd name="T20" fmla="*/ 318 w 1041"/>
                <a:gd name="T21" fmla="*/ 143 h 1041"/>
                <a:gd name="T22" fmla="*/ 404 w 1041"/>
                <a:gd name="T23" fmla="*/ 62 h 1041"/>
                <a:gd name="T24" fmla="*/ 565 w 1041"/>
                <a:gd name="T25" fmla="*/ 0 h 1041"/>
                <a:gd name="T26" fmla="*/ 644 w 1041"/>
                <a:gd name="T27" fmla="*/ 110 h 1041"/>
                <a:gd name="T28" fmla="*/ 762 w 1041"/>
                <a:gd name="T29" fmla="*/ 114 h 1041"/>
                <a:gd name="T30" fmla="*/ 920 w 1041"/>
                <a:gd name="T31" fmla="*/ 184 h 1041"/>
                <a:gd name="T32" fmla="*/ 898 w 1041"/>
                <a:gd name="T33" fmla="*/ 318 h 1041"/>
                <a:gd name="T34" fmla="*/ 979 w 1041"/>
                <a:gd name="T35" fmla="*/ 404 h 1041"/>
                <a:gd name="T36" fmla="*/ 1041 w 1041"/>
                <a:gd name="T37" fmla="*/ 565 h 1041"/>
                <a:gd name="T38" fmla="*/ 931 w 1041"/>
                <a:gd name="T39" fmla="*/ 644 h 1041"/>
                <a:gd name="T40" fmla="*/ 927 w 1041"/>
                <a:gd name="T41" fmla="*/ 762 h 1041"/>
                <a:gd name="T42" fmla="*/ 857 w 1041"/>
                <a:gd name="T43" fmla="*/ 920 h 1041"/>
                <a:gd name="T44" fmla="*/ 723 w 1041"/>
                <a:gd name="T45" fmla="*/ 898 h 1041"/>
                <a:gd name="T46" fmla="*/ 637 w 1041"/>
                <a:gd name="T47" fmla="*/ 979 h 1041"/>
                <a:gd name="T48" fmla="*/ 488 w 1041"/>
                <a:gd name="T49" fmla="*/ 954 h 1041"/>
                <a:gd name="T50" fmla="*/ 559 w 1041"/>
                <a:gd name="T51" fmla="*/ 910 h 1041"/>
                <a:gd name="T52" fmla="*/ 689 w 1041"/>
                <a:gd name="T53" fmla="*/ 817 h 1041"/>
                <a:gd name="T54" fmla="*/ 804 w 1041"/>
                <a:gd name="T55" fmla="*/ 849 h 1041"/>
                <a:gd name="T56" fmla="*/ 823 w 1041"/>
                <a:gd name="T57" fmla="*/ 769 h 1041"/>
                <a:gd name="T58" fmla="*/ 850 w 1041"/>
                <a:gd name="T59" fmla="*/ 611 h 1041"/>
                <a:gd name="T60" fmla="*/ 954 w 1041"/>
                <a:gd name="T61" fmla="*/ 553 h 1041"/>
                <a:gd name="T62" fmla="*/ 910 w 1041"/>
                <a:gd name="T63" fmla="*/ 482 h 1041"/>
                <a:gd name="T64" fmla="*/ 817 w 1041"/>
                <a:gd name="T65" fmla="*/ 352 h 1041"/>
                <a:gd name="T66" fmla="*/ 850 w 1041"/>
                <a:gd name="T67" fmla="*/ 237 h 1041"/>
                <a:gd name="T68" fmla="*/ 769 w 1041"/>
                <a:gd name="T69" fmla="*/ 218 h 1041"/>
                <a:gd name="T70" fmla="*/ 612 w 1041"/>
                <a:gd name="T71" fmla="*/ 191 h 1041"/>
                <a:gd name="T72" fmla="*/ 553 w 1041"/>
                <a:gd name="T73" fmla="*/ 87 h 1041"/>
                <a:gd name="T74" fmla="*/ 482 w 1041"/>
                <a:gd name="T75" fmla="*/ 131 h 1041"/>
                <a:gd name="T76" fmla="*/ 353 w 1041"/>
                <a:gd name="T77" fmla="*/ 224 h 1041"/>
                <a:gd name="T78" fmla="*/ 237 w 1041"/>
                <a:gd name="T79" fmla="*/ 191 h 1041"/>
                <a:gd name="T80" fmla="*/ 218 w 1041"/>
                <a:gd name="T81" fmla="*/ 272 h 1041"/>
                <a:gd name="T82" fmla="*/ 192 w 1041"/>
                <a:gd name="T83" fmla="*/ 429 h 1041"/>
                <a:gd name="T84" fmla="*/ 87 w 1041"/>
                <a:gd name="T85" fmla="*/ 488 h 1041"/>
                <a:gd name="T86" fmla="*/ 131 w 1041"/>
                <a:gd name="T87" fmla="*/ 559 h 1041"/>
                <a:gd name="T88" fmla="*/ 224 w 1041"/>
                <a:gd name="T89" fmla="*/ 688 h 1041"/>
                <a:gd name="T90" fmla="*/ 192 w 1041"/>
                <a:gd name="T91" fmla="*/ 804 h 1041"/>
                <a:gd name="T92" fmla="*/ 272 w 1041"/>
                <a:gd name="T93" fmla="*/ 823 h 1041"/>
                <a:gd name="T94" fmla="*/ 430 w 1041"/>
                <a:gd name="T95" fmla="*/ 849 h 1041"/>
                <a:gd name="T96" fmla="*/ 488 w 1041"/>
                <a:gd name="T97" fmla="*/ 954 h 10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041" h="1041">
                  <a:moveTo>
                    <a:pt x="565" y="1041"/>
                  </a:moveTo>
                  <a:cubicBezTo>
                    <a:pt x="476" y="1041"/>
                    <a:pt x="476" y="1041"/>
                    <a:pt x="476" y="1041"/>
                  </a:cubicBezTo>
                  <a:cubicBezTo>
                    <a:pt x="440" y="1041"/>
                    <a:pt x="409" y="1014"/>
                    <a:pt x="404" y="979"/>
                  </a:cubicBezTo>
                  <a:cubicBezTo>
                    <a:pt x="402" y="963"/>
                    <a:pt x="399" y="947"/>
                    <a:pt x="397" y="930"/>
                  </a:cubicBezTo>
                  <a:cubicBezTo>
                    <a:pt x="370" y="922"/>
                    <a:pt x="343" y="911"/>
                    <a:pt x="318" y="898"/>
                  </a:cubicBezTo>
                  <a:cubicBezTo>
                    <a:pt x="305" y="907"/>
                    <a:pt x="292" y="917"/>
                    <a:pt x="279" y="927"/>
                  </a:cubicBezTo>
                  <a:cubicBezTo>
                    <a:pt x="250" y="948"/>
                    <a:pt x="210" y="945"/>
                    <a:pt x="184" y="920"/>
                  </a:cubicBezTo>
                  <a:cubicBezTo>
                    <a:pt x="121" y="857"/>
                    <a:pt x="121" y="857"/>
                    <a:pt x="121" y="857"/>
                  </a:cubicBezTo>
                  <a:cubicBezTo>
                    <a:pt x="96" y="831"/>
                    <a:pt x="93" y="791"/>
                    <a:pt x="114" y="762"/>
                  </a:cubicBezTo>
                  <a:cubicBezTo>
                    <a:pt x="124" y="749"/>
                    <a:pt x="133" y="736"/>
                    <a:pt x="143" y="723"/>
                  </a:cubicBezTo>
                  <a:cubicBezTo>
                    <a:pt x="130" y="698"/>
                    <a:pt x="119" y="671"/>
                    <a:pt x="111" y="644"/>
                  </a:cubicBezTo>
                  <a:cubicBezTo>
                    <a:pt x="94" y="642"/>
                    <a:pt x="78" y="639"/>
                    <a:pt x="62" y="637"/>
                  </a:cubicBezTo>
                  <a:cubicBezTo>
                    <a:pt x="27" y="632"/>
                    <a:pt x="0" y="601"/>
                    <a:pt x="0" y="565"/>
                  </a:cubicBezTo>
                  <a:cubicBezTo>
                    <a:pt x="0" y="476"/>
                    <a:pt x="0" y="476"/>
                    <a:pt x="0" y="476"/>
                  </a:cubicBezTo>
                  <a:cubicBezTo>
                    <a:pt x="0" y="440"/>
                    <a:pt x="27" y="409"/>
                    <a:pt x="62" y="404"/>
                  </a:cubicBezTo>
                  <a:cubicBezTo>
                    <a:pt x="78" y="401"/>
                    <a:pt x="94" y="399"/>
                    <a:pt x="111" y="397"/>
                  </a:cubicBezTo>
                  <a:cubicBezTo>
                    <a:pt x="119" y="369"/>
                    <a:pt x="130" y="343"/>
                    <a:pt x="143" y="318"/>
                  </a:cubicBezTo>
                  <a:cubicBezTo>
                    <a:pt x="133" y="305"/>
                    <a:pt x="124" y="291"/>
                    <a:pt x="114" y="279"/>
                  </a:cubicBezTo>
                  <a:cubicBezTo>
                    <a:pt x="93" y="250"/>
                    <a:pt x="96" y="209"/>
                    <a:pt x="121" y="184"/>
                  </a:cubicBezTo>
                  <a:cubicBezTo>
                    <a:pt x="184" y="121"/>
                    <a:pt x="184" y="121"/>
                    <a:pt x="184" y="121"/>
                  </a:cubicBezTo>
                  <a:cubicBezTo>
                    <a:pt x="210" y="96"/>
                    <a:pt x="250" y="92"/>
                    <a:pt x="279" y="114"/>
                  </a:cubicBezTo>
                  <a:cubicBezTo>
                    <a:pt x="292" y="123"/>
                    <a:pt x="305" y="133"/>
                    <a:pt x="318" y="143"/>
                  </a:cubicBezTo>
                  <a:cubicBezTo>
                    <a:pt x="343" y="129"/>
                    <a:pt x="370" y="118"/>
                    <a:pt x="397" y="110"/>
                  </a:cubicBezTo>
                  <a:cubicBezTo>
                    <a:pt x="399" y="94"/>
                    <a:pt x="402" y="78"/>
                    <a:pt x="404" y="62"/>
                  </a:cubicBezTo>
                  <a:cubicBezTo>
                    <a:pt x="409" y="27"/>
                    <a:pt x="440" y="0"/>
                    <a:pt x="476" y="0"/>
                  </a:cubicBezTo>
                  <a:cubicBezTo>
                    <a:pt x="565" y="0"/>
                    <a:pt x="565" y="0"/>
                    <a:pt x="565" y="0"/>
                  </a:cubicBezTo>
                  <a:cubicBezTo>
                    <a:pt x="601" y="0"/>
                    <a:pt x="632" y="27"/>
                    <a:pt x="637" y="62"/>
                  </a:cubicBezTo>
                  <a:cubicBezTo>
                    <a:pt x="640" y="78"/>
                    <a:pt x="642" y="94"/>
                    <a:pt x="644" y="110"/>
                  </a:cubicBezTo>
                  <a:cubicBezTo>
                    <a:pt x="672" y="118"/>
                    <a:pt x="698" y="129"/>
                    <a:pt x="723" y="143"/>
                  </a:cubicBezTo>
                  <a:cubicBezTo>
                    <a:pt x="736" y="133"/>
                    <a:pt x="750" y="123"/>
                    <a:pt x="762" y="114"/>
                  </a:cubicBezTo>
                  <a:cubicBezTo>
                    <a:pt x="791" y="92"/>
                    <a:pt x="832" y="96"/>
                    <a:pt x="857" y="121"/>
                  </a:cubicBezTo>
                  <a:cubicBezTo>
                    <a:pt x="920" y="184"/>
                    <a:pt x="920" y="184"/>
                    <a:pt x="920" y="184"/>
                  </a:cubicBezTo>
                  <a:cubicBezTo>
                    <a:pt x="945" y="209"/>
                    <a:pt x="949" y="250"/>
                    <a:pt x="927" y="278"/>
                  </a:cubicBezTo>
                  <a:cubicBezTo>
                    <a:pt x="918" y="291"/>
                    <a:pt x="908" y="305"/>
                    <a:pt x="898" y="318"/>
                  </a:cubicBezTo>
                  <a:cubicBezTo>
                    <a:pt x="912" y="343"/>
                    <a:pt x="923" y="369"/>
                    <a:pt x="931" y="397"/>
                  </a:cubicBezTo>
                  <a:cubicBezTo>
                    <a:pt x="947" y="399"/>
                    <a:pt x="963" y="401"/>
                    <a:pt x="979" y="404"/>
                  </a:cubicBezTo>
                  <a:cubicBezTo>
                    <a:pt x="1014" y="409"/>
                    <a:pt x="1041" y="440"/>
                    <a:pt x="1041" y="476"/>
                  </a:cubicBezTo>
                  <a:cubicBezTo>
                    <a:pt x="1041" y="565"/>
                    <a:pt x="1041" y="565"/>
                    <a:pt x="1041" y="565"/>
                  </a:cubicBezTo>
                  <a:cubicBezTo>
                    <a:pt x="1041" y="601"/>
                    <a:pt x="1014" y="632"/>
                    <a:pt x="979" y="637"/>
                  </a:cubicBezTo>
                  <a:cubicBezTo>
                    <a:pt x="963" y="639"/>
                    <a:pt x="947" y="642"/>
                    <a:pt x="931" y="644"/>
                  </a:cubicBezTo>
                  <a:cubicBezTo>
                    <a:pt x="923" y="671"/>
                    <a:pt x="911" y="698"/>
                    <a:pt x="898" y="723"/>
                  </a:cubicBezTo>
                  <a:cubicBezTo>
                    <a:pt x="908" y="736"/>
                    <a:pt x="918" y="749"/>
                    <a:pt x="927" y="762"/>
                  </a:cubicBezTo>
                  <a:cubicBezTo>
                    <a:pt x="949" y="791"/>
                    <a:pt x="945" y="831"/>
                    <a:pt x="920" y="857"/>
                  </a:cubicBezTo>
                  <a:cubicBezTo>
                    <a:pt x="857" y="920"/>
                    <a:pt x="857" y="920"/>
                    <a:pt x="857" y="920"/>
                  </a:cubicBezTo>
                  <a:cubicBezTo>
                    <a:pt x="832" y="945"/>
                    <a:pt x="791" y="948"/>
                    <a:pt x="762" y="927"/>
                  </a:cubicBezTo>
                  <a:cubicBezTo>
                    <a:pt x="750" y="917"/>
                    <a:pt x="736" y="907"/>
                    <a:pt x="723" y="898"/>
                  </a:cubicBezTo>
                  <a:cubicBezTo>
                    <a:pt x="698" y="911"/>
                    <a:pt x="672" y="922"/>
                    <a:pt x="644" y="930"/>
                  </a:cubicBezTo>
                  <a:cubicBezTo>
                    <a:pt x="642" y="947"/>
                    <a:pt x="640" y="963"/>
                    <a:pt x="637" y="979"/>
                  </a:cubicBezTo>
                  <a:cubicBezTo>
                    <a:pt x="632" y="1014"/>
                    <a:pt x="601" y="1041"/>
                    <a:pt x="565" y="1041"/>
                  </a:cubicBezTo>
                  <a:close/>
                  <a:moveTo>
                    <a:pt x="488" y="954"/>
                  </a:moveTo>
                  <a:cubicBezTo>
                    <a:pt x="553" y="954"/>
                    <a:pt x="553" y="954"/>
                    <a:pt x="553" y="954"/>
                  </a:cubicBezTo>
                  <a:cubicBezTo>
                    <a:pt x="555" y="939"/>
                    <a:pt x="557" y="924"/>
                    <a:pt x="559" y="910"/>
                  </a:cubicBezTo>
                  <a:cubicBezTo>
                    <a:pt x="563" y="881"/>
                    <a:pt x="583" y="857"/>
                    <a:pt x="612" y="849"/>
                  </a:cubicBezTo>
                  <a:cubicBezTo>
                    <a:pt x="639" y="842"/>
                    <a:pt x="665" y="831"/>
                    <a:pt x="689" y="817"/>
                  </a:cubicBezTo>
                  <a:cubicBezTo>
                    <a:pt x="714" y="803"/>
                    <a:pt x="746" y="805"/>
                    <a:pt x="769" y="823"/>
                  </a:cubicBezTo>
                  <a:cubicBezTo>
                    <a:pt x="781" y="832"/>
                    <a:pt x="793" y="841"/>
                    <a:pt x="804" y="849"/>
                  </a:cubicBezTo>
                  <a:cubicBezTo>
                    <a:pt x="850" y="804"/>
                    <a:pt x="850" y="804"/>
                    <a:pt x="850" y="804"/>
                  </a:cubicBezTo>
                  <a:cubicBezTo>
                    <a:pt x="841" y="792"/>
                    <a:pt x="832" y="780"/>
                    <a:pt x="823" y="769"/>
                  </a:cubicBezTo>
                  <a:cubicBezTo>
                    <a:pt x="805" y="745"/>
                    <a:pt x="803" y="714"/>
                    <a:pt x="817" y="688"/>
                  </a:cubicBezTo>
                  <a:cubicBezTo>
                    <a:pt x="831" y="664"/>
                    <a:pt x="842" y="638"/>
                    <a:pt x="850" y="611"/>
                  </a:cubicBezTo>
                  <a:cubicBezTo>
                    <a:pt x="857" y="583"/>
                    <a:pt x="881" y="562"/>
                    <a:pt x="910" y="559"/>
                  </a:cubicBezTo>
                  <a:cubicBezTo>
                    <a:pt x="925" y="557"/>
                    <a:pt x="940" y="555"/>
                    <a:pt x="954" y="553"/>
                  </a:cubicBezTo>
                  <a:cubicBezTo>
                    <a:pt x="954" y="488"/>
                    <a:pt x="954" y="488"/>
                    <a:pt x="954" y="488"/>
                  </a:cubicBezTo>
                  <a:cubicBezTo>
                    <a:pt x="940" y="486"/>
                    <a:pt x="925" y="484"/>
                    <a:pt x="910" y="482"/>
                  </a:cubicBezTo>
                  <a:cubicBezTo>
                    <a:pt x="881" y="478"/>
                    <a:pt x="857" y="458"/>
                    <a:pt x="850" y="429"/>
                  </a:cubicBezTo>
                  <a:cubicBezTo>
                    <a:pt x="842" y="402"/>
                    <a:pt x="831" y="376"/>
                    <a:pt x="817" y="352"/>
                  </a:cubicBezTo>
                  <a:cubicBezTo>
                    <a:pt x="803" y="327"/>
                    <a:pt x="805" y="295"/>
                    <a:pt x="823" y="272"/>
                  </a:cubicBezTo>
                  <a:cubicBezTo>
                    <a:pt x="832" y="260"/>
                    <a:pt x="841" y="248"/>
                    <a:pt x="850" y="237"/>
                  </a:cubicBezTo>
                  <a:cubicBezTo>
                    <a:pt x="804" y="191"/>
                    <a:pt x="804" y="191"/>
                    <a:pt x="804" y="191"/>
                  </a:cubicBezTo>
                  <a:cubicBezTo>
                    <a:pt x="793" y="200"/>
                    <a:pt x="781" y="209"/>
                    <a:pt x="769" y="218"/>
                  </a:cubicBezTo>
                  <a:cubicBezTo>
                    <a:pt x="746" y="236"/>
                    <a:pt x="714" y="238"/>
                    <a:pt x="689" y="224"/>
                  </a:cubicBezTo>
                  <a:cubicBezTo>
                    <a:pt x="665" y="210"/>
                    <a:pt x="639" y="199"/>
                    <a:pt x="612" y="191"/>
                  </a:cubicBezTo>
                  <a:cubicBezTo>
                    <a:pt x="583" y="184"/>
                    <a:pt x="563" y="160"/>
                    <a:pt x="559" y="131"/>
                  </a:cubicBezTo>
                  <a:cubicBezTo>
                    <a:pt x="557" y="116"/>
                    <a:pt x="555" y="101"/>
                    <a:pt x="553" y="87"/>
                  </a:cubicBezTo>
                  <a:cubicBezTo>
                    <a:pt x="488" y="87"/>
                    <a:pt x="488" y="87"/>
                    <a:pt x="488" y="87"/>
                  </a:cubicBezTo>
                  <a:cubicBezTo>
                    <a:pt x="486" y="101"/>
                    <a:pt x="484" y="116"/>
                    <a:pt x="482" y="131"/>
                  </a:cubicBezTo>
                  <a:cubicBezTo>
                    <a:pt x="479" y="160"/>
                    <a:pt x="458" y="184"/>
                    <a:pt x="430" y="191"/>
                  </a:cubicBezTo>
                  <a:cubicBezTo>
                    <a:pt x="403" y="199"/>
                    <a:pt x="377" y="210"/>
                    <a:pt x="353" y="224"/>
                  </a:cubicBezTo>
                  <a:cubicBezTo>
                    <a:pt x="327" y="238"/>
                    <a:pt x="296" y="236"/>
                    <a:pt x="272" y="218"/>
                  </a:cubicBezTo>
                  <a:cubicBezTo>
                    <a:pt x="261" y="209"/>
                    <a:pt x="249" y="200"/>
                    <a:pt x="237" y="191"/>
                  </a:cubicBezTo>
                  <a:cubicBezTo>
                    <a:pt x="192" y="237"/>
                    <a:pt x="192" y="237"/>
                    <a:pt x="192" y="237"/>
                  </a:cubicBezTo>
                  <a:cubicBezTo>
                    <a:pt x="200" y="248"/>
                    <a:pt x="209" y="260"/>
                    <a:pt x="218" y="272"/>
                  </a:cubicBezTo>
                  <a:cubicBezTo>
                    <a:pt x="236" y="295"/>
                    <a:pt x="238" y="327"/>
                    <a:pt x="224" y="352"/>
                  </a:cubicBezTo>
                  <a:cubicBezTo>
                    <a:pt x="210" y="376"/>
                    <a:pt x="199" y="402"/>
                    <a:pt x="192" y="429"/>
                  </a:cubicBezTo>
                  <a:cubicBezTo>
                    <a:pt x="184" y="458"/>
                    <a:pt x="160" y="478"/>
                    <a:pt x="131" y="482"/>
                  </a:cubicBezTo>
                  <a:cubicBezTo>
                    <a:pt x="117" y="484"/>
                    <a:pt x="102" y="486"/>
                    <a:pt x="87" y="488"/>
                  </a:cubicBezTo>
                  <a:cubicBezTo>
                    <a:pt x="87" y="553"/>
                    <a:pt x="87" y="553"/>
                    <a:pt x="87" y="553"/>
                  </a:cubicBezTo>
                  <a:cubicBezTo>
                    <a:pt x="102" y="555"/>
                    <a:pt x="117" y="557"/>
                    <a:pt x="131" y="559"/>
                  </a:cubicBezTo>
                  <a:cubicBezTo>
                    <a:pt x="160" y="562"/>
                    <a:pt x="184" y="583"/>
                    <a:pt x="192" y="611"/>
                  </a:cubicBezTo>
                  <a:cubicBezTo>
                    <a:pt x="199" y="638"/>
                    <a:pt x="210" y="664"/>
                    <a:pt x="224" y="688"/>
                  </a:cubicBezTo>
                  <a:cubicBezTo>
                    <a:pt x="238" y="714"/>
                    <a:pt x="236" y="745"/>
                    <a:pt x="218" y="769"/>
                  </a:cubicBezTo>
                  <a:cubicBezTo>
                    <a:pt x="209" y="780"/>
                    <a:pt x="200" y="792"/>
                    <a:pt x="192" y="804"/>
                  </a:cubicBezTo>
                  <a:cubicBezTo>
                    <a:pt x="237" y="849"/>
                    <a:pt x="237" y="849"/>
                    <a:pt x="237" y="849"/>
                  </a:cubicBezTo>
                  <a:cubicBezTo>
                    <a:pt x="249" y="841"/>
                    <a:pt x="261" y="832"/>
                    <a:pt x="272" y="823"/>
                  </a:cubicBezTo>
                  <a:cubicBezTo>
                    <a:pt x="296" y="805"/>
                    <a:pt x="327" y="803"/>
                    <a:pt x="353" y="817"/>
                  </a:cubicBezTo>
                  <a:cubicBezTo>
                    <a:pt x="377" y="831"/>
                    <a:pt x="403" y="842"/>
                    <a:pt x="430" y="849"/>
                  </a:cubicBezTo>
                  <a:cubicBezTo>
                    <a:pt x="458" y="857"/>
                    <a:pt x="479" y="881"/>
                    <a:pt x="482" y="910"/>
                  </a:cubicBezTo>
                  <a:cubicBezTo>
                    <a:pt x="484" y="924"/>
                    <a:pt x="486" y="939"/>
                    <a:pt x="488" y="9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42" name="Freeform 21">
              <a:extLst>
                <a:ext uri="{FF2B5EF4-FFF2-40B4-BE49-F238E27FC236}">
                  <a16:creationId xmlns:a16="http://schemas.microsoft.com/office/drawing/2014/main" id="{CE62C7A7-B49A-47C4-BCF0-111D593F2A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000875" y="9717088"/>
              <a:ext cx="1179512" cy="1179513"/>
            </a:xfrm>
            <a:custGeom>
              <a:avLst/>
              <a:gdLst>
                <a:gd name="T0" fmla="*/ 186 w 371"/>
                <a:gd name="T1" fmla="*/ 371 h 371"/>
                <a:gd name="T2" fmla="*/ 0 w 371"/>
                <a:gd name="T3" fmla="*/ 185 h 371"/>
                <a:gd name="T4" fmla="*/ 186 w 371"/>
                <a:gd name="T5" fmla="*/ 0 h 371"/>
                <a:gd name="T6" fmla="*/ 371 w 371"/>
                <a:gd name="T7" fmla="*/ 185 h 371"/>
                <a:gd name="T8" fmla="*/ 186 w 371"/>
                <a:gd name="T9" fmla="*/ 371 h 371"/>
                <a:gd name="T10" fmla="*/ 186 w 371"/>
                <a:gd name="T11" fmla="*/ 82 h 371"/>
                <a:gd name="T12" fmla="*/ 83 w 371"/>
                <a:gd name="T13" fmla="*/ 185 h 371"/>
                <a:gd name="T14" fmla="*/ 186 w 371"/>
                <a:gd name="T15" fmla="*/ 288 h 371"/>
                <a:gd name="T16" fmla="*/ 289 w 371"/>
                <a:gd name="T17" fmla="*/ 185 h 371"/>
                <a:gd name="T18" fmla="*/ 186 w 371"/>
                <a:gd name="T19" fmla="*/ 82 h 3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71" h="371">
                  <a:moveTo>
                    <a:pt x="186" y="371"/>
                  </a:moveTo>
                  <a:cubicBezTo>
                    <a:pt x="83" y="371"/>
                    <a:pt x="0" y="288"/>
                    <a:pt x="0" y="185"/>
                  </a:cubicBezTo>
                  <a:cubicBezTo>
                    <a:pt x="0" y="83"/>
                    <a:pt x="83" y="0"/>
                    <a:pt x="186" y="0"/>
                  </a:cubicBezTo>
                  <a:cubicBezTo>
                    <a:pt x="288" y="0"/>
                    <a:pt x="371" y="83"/>
                    <a:pt x="371" y="185"/>
                  </a:cubicBezTo>
                  <a:cubicBezTo>
                    <a:pt x="371" y="288"/>
                    <a:pt x="288" y="371"/>
                    <a:pt x="186" y="371"/>
                  </a:cubicBezTo>
                  <a:close/>
                  <a:moveTo>
                    <a:pt x="186" y="82"/>
                  </a:moveTo>
                  <a:cubicBezTo>
                    <a:pt x="129" y="82"/>
                    <a:pt x="83" y="128"/>
                    <a:pt x="83" y="185"/>
                  </a:cubicBezTo>
                  <a:cubicBezTo>
                    <a:pt x="83" y="242"/>
                    <a:pt x="129" y="288"/>
                    <a:pt x="186" y="288"/>
                  </a:cubicBezTo>
                  <a:cubicBezTo>
                    <a:pt x="243" y="288"/>
                    <a:pt x="289" y="242"/>
                    <a:pt x="289" y="185"/>
                  </a:cubicBezTo>
                  <a:cubicBezTo>
                    <a:pt x="289" y="128"/>
                    <a:pt x="243" y="82"/>
                    <a:pt x="186" y="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82F39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sp>
        <p:nvSpPr>
          <p:cNvPr id="173" name="Google Shape;278;p35"/>
          <p:cNvSpPr txBox="1">
            <a:spLocks/>
          </p:cNvSpPr>
          <p:nvPr/>
        </p:nvSpPr>
        <p:spPr>
          <a:xfrm>
            <a:off x="223736" y="-161243"/>
            <a:ext cx="1381328" cy="130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7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 lang="en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" name="Rectangle 174"/>
          <p:cNvSpPr/>
          <p:nvPr/>
        </p:nvSpPr>
        <p:spPr>
          <a:xfrm>
            <a:off x="1539569" y="230852"/>
            <a:ext cx="1043907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Observations et difficultés rencontrées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05200" y="1262518"/>
            <a:ext cx="3817698" cy="726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fr-FR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Observations</a:t>
            </a:r>
            <a:endParaRPr lang="fr-FR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55828" y="4438270"/>
            <a:ext cx="4381328" cy="5480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FR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Interaction avec </a:t>
            </a:r>
            <a:r>
              <a:rPr lang="fr-FR" sz="28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l’équipes </a:t>
            </a:r>
            <a:r>
              <a:rPr lang="fr-FR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374" y="5157770"/>
            <a:ext cx="4474724" cy="25752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Collaboration efficace au sein de l’équipe de projet, avec des réunions régulières pour faire le point sur l’avancement.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61730" y="4564110"/>
            <a:ext cx="4956806" cy="5878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FR" sz="28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Méthodes de travail observées </a:t>
            </a:r>
            <a:r>
              <a:rPr lang="fr-FR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61730" y="5511039"/>
            <a:ext cx="5286372" cy="25752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Utilisation des bonnes pratiques de développement (code revues, tests unitaires), et gestion du projet à l’aide d’outils de planification et suivi.</a:t>
            </a:r>
          </a:p>
        </p:txBody>
      </p:sp>
      <p:grpSp>
        <p:nvGrpSpPr>
          <p:cNvPr id="186" name="Google Shape;9286;p68"/>
          <p:cNvGrpSpPr/>
          <p:nvPr/>
        </p:nvGrpSpPr>
        <p:grpSpPr>
          <a:xfrm>
            <a:off x="914400" y="2285657"/>
            <a:ext cx="1789889" cy="1108523"/>
            <a:chOff x="3599700" y="1954475"/>
            <a:chExt cx="296175" cy="295400"/>
          </a:xfrm>
          <a:solidFill>
            <a:schemeClr val="tx1"/>
          </a:solidFill>
        </p:grpSpPr>
        <p:sp>
          <p:nvSpPr>
            <p:cNvPr id="187" name="Google Shape;9287;p68"/>
            <p:cNvSpPr/>
            <p:nvPr/>
          </p:nvSpPr>
          <p:spPr>
            <a:xfrm>
              <a:off x="3599700" y="1954475"/>
              <a:ext cx="296175" cy="295400"/>
            </a:xfrm>
            <a:custGeom>
              <a:avLst/>
              <a:gdLst/>
              <a:ahLst/>
              <a:cxnLst/>
              <a:rect l="l" t="t" r="r" b="b"/>
              <a:pathLst>
                <a:path w="11847" h="11816" extrusionOk="0">
                  <a:moveTo>
                    <a:pt x="3151" y="694"/>
                  </a:moveTo>
                  <a:cubicBezTo>
                    <a:pt x="3718" y="694"/>
                    <a:pt x="4159" y="1166"/>
                    <a:pt x="4159" y="1734"/>
                  </a:cubicBezTo>
                  <a:cubicBezTo>
                    <a:pt x="4159" y="2301"/>
                    <a:pt x="3686" y="2742"/>
                    <a:pt x="3151" y="2742"/>
                  </a:cubicBezTo>
                  <a:cubicBezTo>
                    <a:pt x="2584" y="2742"/>
                    <a:pt x="2111" y="2269"/>
                    <a:pt x="2111" y="1734"/>
                  </a:cubicBezTo>
                  <a:cubicBezTo>
                    <a:pt x="2080" y="1166"/>
                    <a:pt x="2552" y="694"/>
                    <a:pt x="3151" y="694"/>
                  </a:cubicBezTo>
                  <a:close/>
                  <a:moveTo>
                    <a:pt x="8727" y="694"/>
                  </a:moveTo>
                  <a:cubicBezTo>
                    <a:pt x="9326" y="694"/>
                    <a:pt x="9767" y="1166"/>
                    <a:pt x="9767" y="1734"/>
                  </a:cubicBezTo>
                  <a:cubicBezTo>
                    <a:pt x="9767" y="2301"/>
                    <a:pt x="9294" y="2742"/>
                    <a:pt x="8727" y="2742"/>
                  </a:cubicBezTo>
                  <a:cubicBezTo>
                    <a:pt x="8128" y="2742"/>
                    <a:pt x="7719" y="2269"/>
                    <a:pt x="7719" y="1734"/>
                  </a:cubicBezTo>
                  <a:cubicBezTo>
                    <a:pt x="7656" y="1166"/>
                    <a:pt x="8128" y="694"/>
                    <a:pt x="8727" y="694"/>
                  </a:cubicBezTo>
                  <a:close/>
                  <a:moveTo>
                    <a:pt x="5923" y="4852"/>
                  </a:moveTo>
                  <a:cubicBezTo>
                    <a:pt x="6522" y="4852"/>
                    <a:pt x="6994" y="5325"/>
                    <a:pt x="6994" y="5861"/>
                  </a:cubicBezTo>
                  <a:cubicBezTo>
                    <a:pt x="6994" y="6396"/>
                    <a:pt x="6522" y="6869"/>
                    <a:pt x="5923" y="6869"/>
                  </a:cubicBezTo>
                  <a:cubicBezTo>
                    <a:pt x="5356" y="6869"/>
                    <a:pt x="4883" y="6428"/>
                    <a:pt x="4883" y="5861"/>
                  </a:cubicBezTo>
                  <a:cubicBezTo>
                    <a:pt x="4883" y="5294"/>
                    <a:pt x="5356" y="4852"/>
                    <a:pt x="5923" y="4852"/>
                  </a:cubicBezTo>
                  <a:close/>
                  <a:moveTo>
                    <a:pt x="3151" y="3466"/>
                  </a:moveTo>
                  <a:cubicBezTo>
                    <a:pt x="3875" y="3466"/>
                    <a:pt x="4600" y="3813"/>
                    <a:pt x="5072" y="4380"/>
                  </a:cubicBezTo>
                  <a:cubicBezTo>
                    <a:pt x="4537" y="4695"/>
                    <a:pt x="4159" y="5231"/>
                    <a:pt x="4159" y="5861"/>
                  </a:cubicBezTo>
                  <a:cubicBezTo>
                    <a:pt x="4159" y="6239"/>
                    <a:pt x="4285" y="6617"/>
                    <a:pt x="4505" y="6900"/>
                  </a:cubicBezTo>
                  <a:lnTo>
                    <a:pt x="693" y="6900"/>
                  </a:lnTo>
                  <a:lnTo>
                    <a:pt x="693" y="5892"/>
                  </a:lnTo>
                  <a:cubicBezTo>
                    <a:pt x="693" y="4569"/>
                    <a:pt x="1796" y="3466"/>
                    <a:pt x="3151" y="3466"/>
                  </a:cubicBezTo>
                  <a:close/>
                  <a:moveTo>
                    <a:pt x="8696" y="3498"/>
                  </a:moveTo>
                  <a:cubicBezTo>
                    <a:pt x="10019" y="3498"/>
                    <a:pt x="11121" y="4600"/>
                    <a:pt x="11121" y="5955"/>
                  </a:cubicBezTo>
                  <a:lnTo>
                    <a:pt x="11121" y="6932"/>
                  </a:lnTo>
                  <a:lnTo>
                    <a:pt x="7309" y="6932"/>
                  </a:lnTo>
                  <a:cubicBezTo>
                    <a:pt x="7561" y="6617"/>
                    <a:pt x="7656" y="6270"/>
                    <a:pt x="7656" y="5892"/>
                  </a:cubicBezTo>
                  <a:cubicBezTo>
                    <a:pt x="7656" y="5262"/>
                    <a:pt x="7309" y="4726"/>
                    <a:pt x="6774" y="4411"/>
                  </a:cubicBezTo>
                  <a:cubicBezTo>
                    <a:pt x="7215" y="3813"/>
                    <a:pt x="7939" y="3498"/>
                    <a:pt x="8696" y="3498"/>
                  </a:cubicBezTo>
                  <a:close/>
                  <a:moveTo>
                    <a:pt x="5923" y="7625"/>
                  </a:moveTo>
                  <a:cubicBezTo>
                    <a:pt x="6207" y="7625"/>
                    <a:pt x="6490" y="7656"/>
                    <a:pt x="6711" y="7751"/>
                  </a:cubicBezTo>
                  <a:lnTo>
                    <a:pt x="5923" y="8791"/>
                  </a:lnTo>
                  <a:lnTo>
                    <a:pt x="5135" y="7751"/>
                  </a:lnTo>
                  <a:cubicBezTo>
                    <a:pt x="5388" y="7688"/>
                    <a:pt x="5671" y="7625"/>
                    <a:pt x="5923" y="7625"/>
                  </a:cubicBezTo>
                  <a:close/>
                  <a:moveTo>
                    <a:pt x="4505" y="8066"/>
                  </a:moveTo>
                  <a:lnTo>
                    <a:pt x="5577" y="9484"/>
                  </a:lnTo>
                  <a:lnTo>
                    <a:pt x="5577" y="11153"/>
                  </a:lnTo>
                  <a:lnTo>
                    <a:pt x="3497" y="11153"/>
                  </a:lnTo>
                  <a:lnTo>
                    <a:pt x="3497" y="10019"/>
                  </a:lnTo>
                  <a:cubicBezTo>
                    <a:pt x="3497" y="9200"/>
                    <a:pt x="3875" y="8507"/>
                    <a:pt x="4505" y="8066"/>
                  </a:cubicBezTo>
                  <a:close/>
                  <a:moveTo>
                    <a:pt x="7341" y="8066"/>
                  </a:moveTo>
                  <a:cubicBezTo>
                    <a:pt x="7939" y="8507"/>
                    <a:pt x="8381" y="9263"/>
                    <a:pt x="8381" y="10051"/>
                  </a:cubicBezTo>
                  <a:lnTo>
                    <a:pt x="8381" y="11153"/>
                  </a:lnTo>
                  <a:lnTo>
                    <a:pt x="6301" y="11153"/>
                  </a:lnTo>
                  <a:lnTo>
                    <a:pt x="6301" y="9484"/>
                  </a:lnTo>
                  <a:lnTo>
                    <a:pt x="7341" y="8066"/>
                  </a:lnTo>
                  <a:close/>
                  <a:moveTo>
                    <a:pt x="3088" y="1"/>
                  </a:moveTo>
                  <a:cubicBezTo>
                    <a:pt x="2143" y="1"/>
                    <a:pt x="1355" y="788"/>
                    <a:pt x="1355" y="1734"/>
                  </a:cubicBezTo>
                  <a:cubicBezTo>
                    <a:pt x="1355" y="2238"/>
                    <a:pt x="1575" y="2679"/>
                    <a:pt x="1922" y="2994"/>
                  </a:cubicBezTo>
                  <a:cubicBezTo>
                    <a:pt x="788" y="3466"/>
                    <a:pt x="0" y="4569"/>
                    <a:pt x="0" y="5861"/>
                  </a:cubicBezTo>
                  <a:lnTo>
                    <a:pt x="0" y="7247"/>
                  </a:lnTo>
                  <a:cubicBezTo>
                    <a:pt x="0" y="7436"/>
                    <a:pt x="158" y="7593"/>
                    <a:pt x="347" y="7593"/>
                  </a:cubicBezTo>
                  <a:lnTo>
                    <a:pt x="3938" y="7593"/>
                  </a:lnTo>
                  <a:cubicBezTo>
                    <a:pt x="3214" y="8192"/>
                    <a:pt x="2741" y="9043"/>
                    <a:pt x="2741" y="10019"/>
                  </a:cubicBezTo>
                  <a:lnTo>
                    <a:pt x="2741" y="11437"/>
                  </a:lnTo>
                  <a:cubicBezTo>
                    <a:pt x="2741" y="11658"/>
                    <a:pt x="2899" y="11815"/>
                    <a:pt x="3088" y="11815"/>
                  </a:cubicBezTo>
                  <a:lnTo>
                    <a:pt x="8696" y="11815"/>
                  </a:lnTo>
                  <a:cubicBezTo>
                    <a:pt x="8885" y="11815"/>
                    <a:pt x="9042" y="11658"/>
                    <a:pt x="9042" y="11437"/>
                  </a:cubicBezTo>
                  <a:lnTo>
                    <a:pt x="9042" y="10019"/>
                  </a:lnTo>
                  <a:cubicBezTo>
                    <a:pt x="9042" y="9043"/>
                    <a:pt x="8570" y="8192"/>
                    <a:pt x="7876" y="7593"/>
                  </a:cubicBezTo>
                  <a:lnTo>
                    <a:pt x="11436" y="7593"/>
                  </a:lnTo>
                  <a:cubicBezTo>
                    <a:pt x="11657" y="7593"/>
                    <a:pt x="11815" y="7436"/>
                    <a:pt x="11815" y="7247"/>
                  </a:cubicBezTo>
                  <a:lnTo>
                    <a:pt x="11815" y="5861"/>
                  </a:lnTo>
                  <a:cubicBezTo>
                    <a:pt x="11846" y="4600"/>
                    <a:pt x="11027" y="3466"/>
                    <a:pt x="9861" y="2994"/>
                  </a:cubicBezTo>
                  <a:cubicBezTo>
                    <a:pt x="10239" y="2679"/>
                    <a:pt x="10428" y="2206"/>
                    <a:pt x="10428" y="1734"/>
                  </a:cubicBezTo>
                  <a:cubicBezTo>
                    <a:pt x="10428" y="788"/>
                    <a:pt x="9641" y="1"/>
                    <a:pt x="8696" y="1"/>
                  </a:cubicBezTo>
                  <a:cubicBezTo>
                    <a:pt x="7750" y="1"/>
                    <a:pt x="6963" y="788"/>
                    <a:pt x="6963" y="1734"/>
                  </a:cubicBezTo>
                  <a:cubicBezTo>
                    <a:pt x="6963" y="2238"/>
                    <a:pt x="7152" y="2679"/>
                    <a:pt x="7498" y="2994"/>
                  </a:cubicBezTo>
                  <a:cubicBezTo>
                    <a:pt x="6931" y="3214"/>
                    <a:pt x="6396" y="3624"/>
                    <a:pt x="6049" y="4159"/>
                  </a:cubicBezTo>
                  <a:lnTo>
                    <a:pt x="5734" y="4159"/>
                  </a:lnTo>
                  <a:cubicBezTo>
                    <a:pt x="5388" y="3655"/>
                    <a:pt x="4883" y="3214"/>
                    <a:pt x="4285" y="2994"/>
                  </a:cubicBezTo>
                  <a:cubicBezTo>
                    <a:pt x="4631" y="2679"/>
                    <a:pt x="4820" y="2238"/>
                    <a:pt x="4820" y="1734"/>
                  </a:cubicBezTo>
                  <a:cubicBezTo>
                    <a:pt x="4820" y="788"/>
                    <a:pt x="4033" y="1"/>
                    <a:pt x="30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8" name="Google Shape;9288;p68"/>
            <p:cNvSpPr/>
            <p:nvPr/>
          </p:nvSpPr>
          <p:spPr>
            <a:xfrm>
              <a:off x="3825750" y="2075775"/>
              <a:ext cx="35450" cy="17350"/>
            </a:xfrm>
            <a:custGeom>
              <a:avLst/>
              <a:gdLst/>
              <a:ahLst/>
              <a:cxnLst/>
              <a:rect l="l" t="t" r="r" b="b"/>
              <a:pathLst>
                <a:path w="1418" h="694" extrusionOk="0">
                  <a:moveTo>
                    <a:pt x="347" y="0"/>
                  </a:moveTo>
                  <a:cubicBezTo>
                    <a:pt x="158" y="0"/>
                    <a:pt x="0" y="158"/>
                    <a:pt x="0" y="347"/>
                  </a:cubicBezTo>
                  <a:cubicBezTo>
                    <a:pt x="0" y="536"/>
                    <a:pt x="158" y="694"/>
                    <a:pt x="347" y="694"/>
                  </a:cubicBezTo>
                  <a:lnTo>
                    <a:pt x="1071" y="694"/>
                  </a:lnTo>
                  <a:cubicBezTo>
                    <a:pt x="1260" y="694"/>
                    <a:pt x="1418" y="536"/>
                    <a:pt x="1418" y="347"/>
                  </a:cubicBezTo>
                  <a:cubicBezTo>
                    <a:pt x="1418" y="158"/>
                    <a:pt x="1260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9" name="Google Shape;9289;p68"/>
            <p:cNvSpPr/>
            <p:nvPr/>
          </p:nvSpPr>
          <p:spPr>
            <a:xfrm>
              <a:off x="3633550" y="2075775"/>
              <a:ext cx="35475" cy="17350"/>
            </a:xfrm>
            <a:custGeom>
              <a:avLst/>
              <a:gdLst/>
              <a:ahLst/>
              <a:cxnLst/>
              <a:rect l="l" t="t" r="r" b="b"/>
              <a:pathLst>
                <a:path w="1419" h="694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4"/>
                    <a:pt x="379" y="694"/>
                  </a:cubicBezTo>
                  <a:lnTo>
                    <a:pt x="1072" y="694"/>
                  </a:lnTo>
                  <a:cubicBezTo>
                    <a:pt x="1261" y="694"/>
                    <a:pt x="1419" y="536"/>
                    <a:pt x="1419" y="347"/>
                  </a:cubicBezTo>
                  <a:cubicBezTo>
                    <a:pt x="1419" y="158"/>
                    <a:pt x="1261" y="0"/>
                    <a:pt x="10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5" name="object 6"/>
          <p:cNvSpPr txBox="1">
            <a:spLocks/>
          </p:cNvSpPr>
          <p:nvPr/>
        </p:nvSpPr>
        <p:spPr>
          <a:xfrm>
            <a:off x="12848102" y="7919616"/>
            <a:ext cx="500514" cy="190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>
              <a:lnSpc>
                <a:spcPts val="1330"/>
              </a:lnSpc>
            </a:pPr>
            <a:r>
              <a:rPr lang="fr-FR" spc="-25" dirty="0" smtClean="0"/>
              <a:t>08</a:t>
            </a:r>
            <a:endParaRPr lang="fr-FR" spc="-25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angle 121">
            <a:extLst>
              <a:ext uri="{FF2B5EF4-FFF2-40B4-BE49-F238E27FC236}">
                <a16:creationId xmlns:a16="http://schemas.microsoft.com/office/drawing/2014/main" id="{A840493D-ED03-4C28-ACEE-38D98F2CE078}"/>
              </a:ext>
            </a:extLst>
          </p:cNvPr>
          <p:cNvSpPr/>
          <p:nvPr/>
        </p:nvSpPr>
        <p:spPr>
          <a:xfrm>
            <a:off x="0" y="3905249"/>
            <a:ext cx="13774366" cy="2997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Oval 20">
            <a:extLst>
              <a:ext uri="{FF2B5EF4-FFF2-40B4-BE49-F238E27FC236}">
                <a16:creationId xmlns:a16="http://schemas.microsoft.com/office/drawing/2014/main" id="{1BB39A9F-E556-4742-91F3-57522BEE03C7}"/>
              </a:ext>
            </a:extLst>
          </p:cNvPr>
          <p:cNvSpPr/>
          <p:nvPr/>
        </p:nvSpPr>
        <p:spPr>
          <a:xfrm>
            <a:off x="1339734" y="3576634"/>
            <a:ext cx="1025147" cy="841314"/>
          </a:xfrm>
          <a:prstGeom prst="ellipse">
            <a:avLst/>
          </a:prstGeom>
          <a:solidFill>
            <a:srgbClr val="C00000"/>
          </a:solidFill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Oval 26">
            <a:extLst>
              <a:ext uri="{FF2B5EF4-FFF2-40B4-BE49-F238E27FC236}">
                <a16:creationId xmlns:a16="http://schemas.microsoft.com/office/drawing/2014/main" id="{2B9300BF-75C1-46B4-A2E9-097AB3616AD6}"/>
              </a:ext>
            </a:extLst>
          </p:cNvPr>
          <p:cNvSpPr/>
          <p:nvPr/>
        </p:nvSpPr>
        <p:spPr>
          <a:xfrm>
            <a:off x="8957810" y="3576634"/>
            <a:ext cx="1082323" cy="849020"/>
          </a:xfrm>
          <a:prstGeom prst="ellipse">
            <a:avLst/>
          </a:prstGeom>
          <a:solidFill>
            <a:srgbClr val="339966"/>
          </a:solidFill>
          <a:ln w="635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TextBox 38">
            <a:extLst>
              <a:ext uri="{FF2B5EF4-FFF2-40B4-BE49-F238E27FC236}">
                <a16:creationId xmlns:a16="http://schemas.microsoft.com/office/drawing/2014/main" id="{430529B4-EFC8-4092-845B-A63565AEE513}"/>
              </a:ext>
            </a:extLst>
          </p:cNvPr>
          <p:cNvSpPr txBox="1"/>
          <p:nvPr/>
        </p:nvSpPr>
        <p:spPr>
          <a:xfrm>
            <a:off x="1539569" y="3704580"/>
            <a:ext cx="6254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01</a:t>
            </a:r>
            <a:endParaRPr kumimoji="0" lang="en-GB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Noto Sans" panose="020B0502040504020204" pitchFamily="34"/>
              <a:cs typeface="Times New Roman" panose="02020603050405020304" pitchFamily="18" charset="0"/>
            </a:endParaRPr>
          </a:p>
        </p:txBody>
      </p:sp>
      <p:sp>
        <p:nvSpPr>
          <p:cNvPr id="137" name="TextBox 45">
            <a:extLst>
              <a:ext uri="{FF2B5EF4-FFF2-40B4-BE49-F238E27FC236}">
                <a16:creationId xmlns:a16="http://schemas.microsoft.com/office/drawing/2014/main" id="{3DBC438E-173F-4C54-9771-7B7D411FC014}"/>
              </a:ext>
            </a:extLst>
          </p:cNvPr>
          <p:cNvSpPr txBox="1"/>
          <p:nvPr/>
        </p:nvSpPr>
        <p:spPr>
          <a:xfrm>
            <a:off x="9182140" y="3699529"/>
            <a:ext cx="633661" cy="584775"/>
          </a:xfrm>
          <a:prstGeom prst="rect">
            <a:avLst/>
          </a:prstGeom>
          <a:solidFill>
            <a:srgbClr val="339966"/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02</a:t>
            </a:r>
            <a:r>
              <a:rPr kumimoji="0" lang="ru-RU" sz="25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kumimoji="0" lang="en-GB" sz="25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Noto Sans" panose="020B0502040504020204" pitchFamily="34"/>
              <a:cs typeface="Times New Roman" panose="02020603050405020304" pitchFamily="18" charset="0"/>
            </a:endParaRPr>
          </a:p>
        </p:txBody>
      </p:sp>
      <p:sp>
        <p:nvSpPr>
          <p:cNvPr id="173" name="Google Shape;278;p35"/>
          <p:cNvSpPr txBox="1">
            <a:spLocks/>
          </p:cNvSpPr>
          <p:nvPr/>
        </p:nvSpPr>
        <p:spPr>
          <a:xfrm>
            <a:off x="219516" y="-50969"/>
            <a:ext cx="1381328" cy="130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7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 lang="en" sz="7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" name="Rectangle 174"/>
          <p:cNvSpPr/>
          <p:nvPr/>
        </p:nvSpPr>
        <p:spPr>
          <a:xfrm>
            <a:off x="1258758" y="223147"/>
            <a:ext cx="10439076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Observations et difficultés rencontrées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27914" y="1238933"/>
            <a:ext cx="626461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difficultés rencontrées</a:t>
            </a:r>
            <a:endParaRPr lang="fr-FR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55828" y="4438270"/>
            <a:ext cx="5186035" cy="6586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FR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Problèmes de compatibilité </a:t>
            </a:r>
            <a:r>
              <a:rPr lang="fr-FR" sz="32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32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55828" y="5528995"/>
            <a:ext cx="4723188" cy="10833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Incompatibilité entre certaines versions de </a:t>
            </a:r>
            <a:r>
              <a:rPr lang="fr-FR" sz="28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Laravel PHP</a:t>
            </a:r>
            <a:endParaRPr lang="fr-FR" sz="28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561730" y="4564110"/>
            <a:ext cx="5016117" cy="6586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FR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Problèmes de </a:t>
            </a:r>
            <a:r>
              <a:rPr lang="fr-FR" sz="32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coordination:</a:t>
            </a:r>
            <a:endParaRPr lang="fr-FR" sz="32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824360" y="5528995"/>
            <a:ext cx="4753487" cy="20744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Difficultés à gérer le </a:t>
            </a:r>
            <a:r>
              <a:rPr lang="fr-FR" sz="280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temps, </a:t>
            </a:r>
            <a:r>
              <a:rPr lang="fr-FR" sz="2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nécessitant une meilleure coordination au sein de l’équipe.</a:t>
            </a:r>
          </a:p>
        </p:txBody>
      </p:sp>
      <p:sp>
        <p:nvSpPr>
          <p:cNvPr id="26" name="Google Shape;9281;p68"/>
          <p:cNvSpPr/>
          <p:nvPr/>
        </p:nvSpPr>
        <p:spPr>
          <a:xfrm>
            <a:off x="6360221" y="1427303"/>
            <a:ext cx="41857" cy="62299"/>
          </a:xfrm>
          <a:custGeom>
            <a:avLst/>
            <a:gdLst/>
            <a:ahLst/>
            <a:cxnLst/>
            <a:rect l="l" t="t" r="r" b="b"/>
            <a:pathLst>
              <a:path w="1419" h="2112" extrusionOk="0">
                <a:moveTo>
                  <a:pt x="347" y="0"/>
                </a:moveTo>
                <a:cubicBezTo>
                  <a:pt x="158" y="0"/>
                  <a:pt x="1" y="158"/>
                  <a:pt x="1" y="378"/>
                </a:cubicBezTo>
                <a:lnTo>
                  <a:pt x="1" y="1733"/>
                </a:lnTo>
                <a:cubicBezTo>
                  <a:pt x="1" y="1954"/>
                  <a:pt x="158" y="2111"/>
                  <a:pt x="347" y="2111"/>
                </a:cubicBezTo>
                <a:lnTo>
                  <a:pt x="1072" y="2111"/>
                </a:lnTo>
                <a:cubicBezTo>
                  <a:pt x="1261" y="2111"/>
                  <a:pt x="1418" y="1954"/>
                  <a:pt x="1418" y="1733"/>
                </a:cubicBezTo>
                <a:cubicBezTo>
                  <a:pt x="1418" y="1544"/>
                  <a:pt x="1261" y="1387"/>
                  <a:pt x="1072" y="1387"/>
                </a:cubicBezTo>
                <a:lnTo>
                  <a:pt x="725" y="1387"/>
                </a:lnTo>
                <a:lnTo>
                  <a:pt x="725" y="378"/>
                </a:lnTo>
                <a:cubicBezTo>
                  <a:pt x="725" y="158"/>
                  <a:pt x="568" y="0"/>
                  <a:pt x="347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8" name="Google Shape;9277;p68"/>
          <p:cNvGrpSpPr/>
          <p:nvPr/>
        </p:nvGrpSpPr>
        <p:grpSpPr>
          <a:xfrm>
            <a:off x="8782712" y="1956980"/>
            <a:ext cx="1548062" cy="1322236"/>
            <a:chOff x="1777925" y="1953700"/>
            <a:chExt cx="294600" cy="296950"/>
          </a:xfrm>
          <a:solidFill>
            <a:schemeClr val="tx1"/>
          </a:solidFill>
        </p:grpSpPr>
        <p:sp>
          <p:nvSpPr>
            <p:cNvPr id="29" name="Google Shape;9278;p68"/>
            <p:cNvSpPr/>
            <p:nvPr/>
          </p:nvSpPr>
          <p:spPr>
            <a:xfrm>
              <a:off x="1794450" y="2052125"/>
              <a:ext cx="278075" cy="198525"/>
            </a:xfrm>
            <a:custGeom>
              <a:avLst/>
              <a:gdLst/>
              <a:ahLst/>
              <a:cxnLst/>
              <a:rect l="l" t="t" r="r" b="b"/>
              <a:pathLst>
                <a:path w="11123" h="7941" extrusionOk="0">
                  <a:moveTo>
                    <a:pt x="10545" y="1"/>
                  </a:moveTo>
                  <a:cubicBezTo>
                    <a:pt x="10499" y="1"/>
                    <a:pt x="10449" y="11"/>
                    <a:pt x="10397" y="33"/>
                  </a:cubicBezTo>
                  <a:cubicBezTo>
                    <a:pt x="10208" y="64"/>
                    <a:pt x="10145" y="253"/>
                    <a:pt x="10177" y="474"/>
                  </a:cubicBezTo>
                  <a:cubicBezTo>
                    <a:pt x="10334" y="1009"/>
                    <a:pt x="10460" y="1514"/>
                    <a:pt x="10460" y="1986"/>
                  </a:cubicBezTo>
                  <a:cubicBezTo>
                    <a:pt x="10460" y="4885"/>
                    <a:pt x="8129" y="7247"/>
                    <a:pt x="5199" y="7247"/>
                  </a:cubicBezTo>
                  <a:cubicBezTo>
                    <a:pt x="3561" y="7247"/>
                    <a:pt x="2017" y="6460"/>
                    <a:pt x="1040" y="5137"/>
                  </a:cubicBezTo>
                  <a:lnTo>
                    <a:pt x="1734" y="5137"/>
                  </a:lnTo>
                  <a:cubicBezTo>
                    <a:pt x="1954" y="5137"/>
                    <a:pt x="2112" y="4979"/>
                    <a:pt x="2112" y="4790"/>
                  </a:cubicBezTo>
                  <a:cubicBezTo>
                    <a:pt x="2112" y="4601"/>
                    <a:pt x="1954" y="4444"/>
                    <a:pt x="1734" y="4444"/>
                  </a:cubicBezTo>
                  <a:lnTo>
                    <a:pt x="379" y="4444"/>
                  </a:lnTo>
                  <a:cubicBezTo>
                    <a:pt x="158" y="4444"/>
                    <a:pt x="1" y="4601"/>
                    <a:pt x="1" y="4790"/>
                  </a:cubicBezTo>
                  <a:lnTo>
                    <a:pt x="1" y="6176"/>
                  </a:lnTo>
                  <a:cubicBezTo>
                    <a:pt x="1" y="6365"/>
                    <a:pt x="158" y="6523"/>
                    <a:pt x="379" y="6523"/>
                  </a:cubicBezTo>
                  <a:cubicBezTo>
                    <a:pt x="568" y="6523"/>
                    <a:pt x="725" y="6365"/>
                    <a:pt x="725" y="6176"/>
                  </a:cubicBezTo>
                  <a:lnTo>
                    <a:pt x="725" y="5830"/>
                  </a:lnTo>
                  <a:cubicBezTo>
                    <a:pt x="1860" y="7184"/>
                    <a:pt x="3529" y="7941"/>
                    <a:pt x="5199" y="7941"/>
                  </a:cubicBezTo>
                  <a:cubicBezTo>
                    <a:pt x="8476" y="7941"/>
                    <a:pt x="11122" y="5294"/>
                    <a:pt x="11122" y="2049"/>
                  </a:cubicBezTo>
                  <a:cubicBezTo>
                    <a:pt x="11122" y="1482"/>
                    <a:pt x="11028" y="883"/>
                    <a:pt x="10839" y="253"/>
                  </a:cubicBezTo>
                  <a:cubicBezTo>
                    <a:pt x="10814" y="109"/>
                    <a:pt x="10698" y="1"/>
                    <a:pt x="105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Google Shape;9279;p68"/>
            <p:cNvSpPr/>
            <p:nvPr/>
          </p:nvSpPr>
          <p:spPr>
            <a:xfrm>
              <a:off x="1777925" y="1953700"/>
              <a:ext cx="278050" cy="198675"/>
            </a:xfrm>
            <a:custGeom>
              <a:avLst/>
              <a:gdLst/>
              <a:ahLst/>
              <a:cxnLst/>
              <a:rect l="l" t="t" r="r" b="b"/>
              <a:pathLst>
                <a:path w="11122" h="7947" extrusionOk="0">
                  <a:moveTo>
                    <a:pt x="5892" y="0"/>
                  </a:moveTo>
                  <a:cubicBezTo>
                    <a:pt x="2647" y="0"/>
                    <a:pt x="0" y="2615"/>
                    <a:pt x="0" y="5892"/>
                  </a:cubicBezTo>
                  <a:cubicBezTo>
                    <a:pt x="0" y="6459"/>
                    <a:pt x="63" y="7026"/>
                    <a:pt x="284" y="7656"/>
                  </a:cubicBezTo>
                  <a:cubicBezTo>
                    <a:pt x="310" y="7869"/>
                    <a:pt x="450" y="7947"/>
                    <a:pt x="606" y="7947"/>
                  </a:cubicBezTo>
                  <a:cubicBezTo>
                    <a:pt x="635" y="7947"/>
                    <a:pt x="664" y="7944"/>
                    <a:pt x="693" y="7939"/>
                  </a:cubicBezTo>
                  <a:cubicBezTo>
                    <a:pt x="914" y="7908"/>
                    <a:pt x="977" y="7719"/>
                    <a:pt x="945" y="7498"/>
                  </a:cubicBezTo>
                  <a:cubicBezTo>
                    <a:pt x="788" y="6963"/>
                    <a:pt x="662" y="6459"/>
                    <a:pt x="662" y="5923"/>
                  </a:cubicBezTo>
                  <a:cubicBezTo>
                    <a:pt x="662" y="3056"/>
                    <a:pt x="2993" y="693"/>
                    <a:pt x="5923" y="693"/>
                  </a:cubicBezTo>
                  <a:cubicBezTo>
                    <a:pt x="7561" y="693"/>
                    <a:pt x="9105" y="1481"/>
                    <a:pt x="10082" y="2773"/>
                  </a:cubicBezTo>
                  <a:lnTo>
                    <a:pt x="9389" y="2773"/>
                  </a:lnTo>
                  <a:cubicBezTo>
                    <a:pt x="9168" y="2773"/>
                    <a:pt x="9011" y="2930"/>
                    <a:pt x="9011" y="3151"/>
                  </a:cubicBezTo>
                  <a:cubicBezTo>
                    <a:pt x="9011" y="3340"/>
                    <a:pt x="9168" y="3497"/>
                    <a:pt x="9389" y="3497"/>
                  </a:cubicBezTo>
                  <a:lnTo>
                    <a:pt x="10743" y="3497"/>
                  </a:lnTo>
                  <a:cubicBezTo>
                    <a:pt x="10964" y="3497"/>
                    <a:pt x="11121" y="3340"/>
                    <a:pt x="11121" y="3151"/>
                  </a:cubicBezTo>
                  <a:lnTo>
                    <a:pt x="11121" y="1765"/>
                  </a:lnTo>
                  <a:cubicBezTo>
                    <a:pt x="11121" y="1575"/>
                    <a:pt x="10964" y="1418"/>
                    <a:pt x="10743" y="1418"/>
                  </a:cubicBezTo>
                  <a:cubicBezTo>
                    <a:pt x="10554" y="1418"/>
                    <a:pt x="10397" y="1575"/>
                    <a:pt x="10397" y="1765"/>
                  </a:cubicBezTo>
                  <a:lnTo>
                    <a:pt x="10397" y="2111"/>
                  </a:lnTo>
                  <a:cubicBezTo>
                    <a:pt x="9263" y="725"/>
                    <a:pt x="7593" y="0"/>
                    <a:pt x="58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Google Shape;9280;p68"/>
            <p:cNvSpPr/>
            <p:nvPr/>
          </p:nvSpPr>
          <p:spPr>
            <a:xfrm>
              <a:off x="1829125" y="2006475"/>
              <a:ext cx="191400" cy="191400"/>
            </a:xfrm>
            <a:custGeom>
              <a:avLst/>
              <a:gdLst/>
              <a:ahLst/>
              <a:cxnLst/>
              <a:rect l="l" t="t" r="r" b="b"/>
              <a:pathLst>
                <a:path w="7656" h="7656" extrusionOk="0">
                  <a:moveTo>
                    <a:pt x="4190" y="693"/>
                  </a:moveTo>
                  <a:cubicBezTo>
                    <a:pt x="4757" y="788"/>
                    <a:pt x="5324" y="1008"/>
                    <a:pt x="5797" y="1386"/>
                  </a:cubicBezTo>
                  <a:lnTo>
                    <a:pt x="5545" y="1607"/>
                  </a:lnTo>
                  <a:cubicBezTo>
                    <a:pt x="5450" y="1733"/>
                    <a:pt x="5450" y="1953"/>
                    <a:pt x="5545" y="2079"/>
                  </a:cubicBezTo>
                  <a:cubicBezTo>
                    <a:pt x="5608" y="2142"/>
                    <a:pt x="5702" y="2174"/>
                    <a:pt x="5793" y="2174"/>
                  </a:cubicBezTo>
                  <a:cubicBezTo>
                    <a:pt x="5884" y="2174"/>
                    <a:pt x="5970" y="2142"/>
                    <a:pt x="6017" y="2079"/>
                  </a:cubicBezTo>
                  <a:lnTo>
                    <a:pt x="6270" y="1859"/>
                  </a:lnTo>
                  <a:cubicBezTo>
                    <a:pt x="6616" y="2268"/>
                    <a:pt x="6868" y="2835"/>
                    <a:pt x="6931" y="3466"/>
                  </a:cubicBezTo>
                  <a:lnTo>
                    <a:pt x="6616" y="3466"/>
                  </a:lnTo>
                  <a:cubicBezTo>
                    <a:pt x="6427" y="3466"/>
                    <a:pt x="6270" y="3623"/>
                    <a:pt x="6270" y="3812"/>
                  </a:cubicBezTo>
                  <a:cubicBezTo>
                    <a:pt x="6270" y="4001"/>
                    <a:pt x="6427" y="4159"/>
                    <a:pt x="6616" y="4159"/>
                  </a:cubicBezTo>
                  <a:lnTo>
                    <a:pt x="6931" y="4159"/>
                  </a:lnTo>
                  <a:cubicBezTo>
                    <a:pt x="6868" y="4757"/>
                    <a:pt x="6616" y="5324"/>
                    <a:pt x="6270" y="5797"/>
                  </a:cubicBezTo>
                  <a:lnTo>
                    <a:pt x="6017" y="5545"/>
                  </a:lnTo>
                  <a:cubicBezTo>
                    <a:pt x="5970" y="5482"/>
                    <a:pt x="5884" y="5450"/>
                    <a:pt x="5793" y="5450"/>
                  </a:cubicBezTo>
                  <a:cubicBezTo>
                    <a:pt x="5702" y="5450"/>
                    <a:pt x="5608" y="5482"/>
                    <a:pt x="5545" y="5545"/>
                  </a:cubicBezTo>
                  <a:cubicBezTo>
                    <a:pt x="5450" y="5671"/>
                    <a:pt x="5450" y="5923"/>
                    <a:pt x="5545" y="6017"/>
                  </a:cubicBezTo>
                  <a:lnTo>
                    <a:pt x="5797" y="6270"/>
                  </a:lnTo>
                  <a:cubicBezTo>
                    <a:pt x="5356" y="6616"/>
                    <a:pt x="4820" y="6837"/>
                    <a:pt x="4190" y="6931"/>
                  </a:cubicBezTo>
                  <a:lnTo>
                    <a:pt x="4190" y="6616"/>
                  </a:lnTo>
                  <a:cubicBezTo>
                    <a:pt x="4190" y="6427"/>
                    <a:pt x="4033" y="6270"/>
                    <a:pt x="3812" y="6270"/>
                  </a:cubicBezTo>
                  <a:cubicBezTo>
                    <a:pt x="3623" y="6270"/>
                    <a:pt x="3466" y="6427"/>
                    <a:pt x="3466" y="6616"/>
                  </a:cubicBezTo>
                  <a:lnTo>
                    <a:pt x="3466" y="6931"/>
                  </a:lnTo>
                  <a:cubicBezTo>
                    <a:pt x="2867" y="6837"/>
                    <a:pt x="2331" y="6616"/>
                    <a:pt x="1859" y="6270"/>
                  </a:cubicBezTo>
                  <a:lnTo>
                    <a:pt x="2079" y="6017"/>
                  </a:lnTo>
                  <a:cubicBezTo>
                    <a:pt x="2205" y="5891"/>
                    <a:pt x="2205" y="5671"/>
                    <a:pt x="2079" y="5545"/>
                  </a:cubicBezTo>
                  <a:cubicBezTo>
                    <a:pt x="2032" y="5482"/>
                    <a:pt x="1945" y="5450"/>
                    <a:pt x="1855" y="5450"/>
                  </a:cubicBezTo>
                  <a:cubicBezTo>
                    <a:pt x="1764" y="5450"/>
                    <a:pt x="1670" y="5482"/>
                    <a:pt x="1607" y="5545"/>
                  </a:cubicBezTo>
                  <a:lnTo>
                    <a:pt x="1386" y="5797"/>
                  </a:lnTo>
                  <a:cubicBezTo>
                    <a:pt x="1040" y="5356"/>
                    <a:pt x="788" y="4789"/>
                    <a:pt x="725" y="4159"/>
                  </a:cubicBezTo>
                  <a:lnTo>
                    <a:pt x="1040" y="4159"/>
                  </a:lnTo>
                  <a:cubicBezTo>
                    <a:pt x="1229" y="4159"/>
                    <a:pt x="1386" y="4001"/>
                    <a:pt x="1386" y="3812"/>
                  </a:cubicBezTo>
                  <a:cubicBezTo>
                    <a:pt x="1386" y="3623"/>
                    <a:pt x="1229" y="3466"/>
                    <a:pt x="1040" y="3466"/>
                  </a:cubicBezTo>
                  <a:lnTo>
                    <a:pt x="725" y="3466"/>
                  </a:lnTo>
                  <a:cubicBezTo>
                    <a:pt x="788" y="2867"/>
                    <a:pt x="1040" y="2331"/>
                    <a:pt x="1386" y="1859"/>
                  </a:cubicBezTo>
                  <a:lnTo>
                    <a:pt x="1607" y="2079"/>
                  </a:lnTo>
                  <a:cubicBezTo>
                    <a:pt x="1701" y="2174"/>
                    <a:pt x="1764" y="2205"/>
                    <a:pt x="1859" y="2205"/>
                  </a:cubicBezTo>
                  <a:cubicBezTo>
                    <a:pt x="1922" y="2205"/>
                    <a:pt x="2048" y="2174"/>
                    <a:pt x="2079" y="2079"/>
                  </a:cubicBezTo>
                  <a:cubicBezTo>
                    <a:pt x="2205" y="1953"/>
                    <a:pt x="2205" y="1733"/>
                    <a:pt x="2079" y="1607"/>
                  </a:cubicBezTo>
                  <a:lnTo>
                    <a:pt x="1859" y="1386"/>
                  </a:lnTo>
                  <a:cubicBezTo>
                    <a:pt x="2300" y="1008"/>
                    <a:pt x="2835" y="788"/>
                    <a:pt x="3466" y="693"/>
                  </a:cubicBezTo>
                  <a:lnTo>
                    <a:pt x="3466" y="1008"/>
                  </a:lnTo>
                  <a:cubicBezTo>
                    <a:pt x="3466" y="1229"/>
                    <a:pt x="3623" y="1386"/>
                    <a:pt x="3812" y="1386"/>
                  </a:cubicBezTo>
                  <a:cubicBezTo>
                    <a:pt x="4033" y="1386"/>
                    <a:pt x="4190" y="1229"/>
                    <a:pt x="4190" y="1008"/>
                  </a:cubicBezTo>
                  <a:lnTo>
                    <a:pt x="4190" y="693"/>
                  </a:lnTo>
                  <a:close/>
                  <a:moveTo>
                    <a:pt x="3812" y="0"/>
                  </a:moveTo>
                  <a:cubicBezTo>
                    <a:pt x="1733" y="0"/>
                    <a:pt x="0" y="1701"/>
                    <a:pt x="0" y="3812"/>
                  </a:cubicBezTo>
                  <a:cubicBezTo>
                    <a:pt x="0" y="5923"/>
                    <a:pt x="1701" y="7656"/>
                    <a:pt x="3812" y="7656"/>
                  </a:cubicBezTo>
                  <a:cubicBezTo>
                    <a:pt x="5923" y="7656"/>
                    <a:pt x="7656" y="5954"/>
                    <a:pt x="7656" y="3812"/>
                  </a:cubicBezTo>
                  <a:cubicBezTo>
                    <a:pt x="7656" y="1733"/>
                    <a:pt x="5954" y="0"/>
                    <a:pt x="38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Google Shape;9281;p68"/>
            <p:cNvSpPr/>
            <p:nvPr/>
          </p:nvSpPr>
          <p:spPr>
            <a:xfrm>
              <a:off x="1915750" y="2058450"/>
              <a:ext cx="35475" cy="52800"/>
            </a:xfrm>
            <a:custGeom>
              <a:avLst/>
              <a:gdLst/>
              <a:ahLst/>
              <a:cxnLst/>
              <a:rect l="l" t="t" r="r" b="b"/>
              <a:pathLst>
                <a:path w="1419" h="2112" extrusionOk="0">
                  <a:moveTo>
                    <a:pt x="347" y="0"/>
                  </a:moveTo>
                  <a:cubicBezTo>
                    <a:pt x="158" y="0"/>
                    <a:pt x="1" y="158"/>
                    <a:pt x="1" y="378"/>
                  </a:cubicBezTo>
                  <a:lnTo>
                    <a:pt x="1" y="1733"/>
                  </a:lnTo>
                  <a:cubicBezTo>
                    <a:pt x="1" y="1954"/>
                    <a:pt x="158" y="2111"/>
                    <a:pt x="347" y="2111"/>
                  </a:cubicBezTo>
                  <a:lnTo>
                    <a:pt x="1072" y="2111"/>
                  </a:lnTo>
                  <a:cubicBezTo>
                    <a:pt x="1261" y="2111"/>
                    <a:pt x="1418" y="1954"/>
                    <a:pt x="1418" y="1733"/>
                  </a:cubicBezTo>
                  <a:cubicBezTo>
                    <a:pt x="1418" y="1544"/>
                    <a:pt x="1261" y="1387"/>
                    <a:pt x="1072" y="1387"/>
                  </a:cubicBezTo>
                  <a:lnTo>
                    <a:pt x="725" y="1387"/>
                  </a:lnTo>
                  <a:lnTo>
                    <a:pt x="725" y="378"/>
                  </a:lnTo>
                  <a:cubicBezTo>
                    <a:pt x="725" y="158"/>
                    <a:pt x="568" y="0"/>
                    <a:pt x="3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3" name="Google Shape;9346;p68"/>
          <p:cNvSpPr/>
          <p:nvPr/>
        </p:nvSpPr>
        <p:spPr>
          <a:xfrm>
            <a:off x="1258480" y="2171951"/>
            <a:ext cx="1578564" cy="1057625"/>
          </a:xfrm>
          <a:custGeom>
            <a:avLst/>
            <a:gdLst/>
            <a:ahLst/>
            <a:cxnLst/>
            <a:rect l="l" t="t" r="r" b="b"/>
            <a:pathLst>
              <a:path w="12005" h="11815" extrusionOk="0">
                <a:moveTo>
                  <a:pt x="6003" y="693"/>
                </a:moveTo>
                <a:cubicBezTo>
                  <a:pt x="6089" y="693"/>
                  <a:pt x="6176" y="725"/>
                  <a:pt x="6239" y="788"/>
                </a:cubicBezTo>
                <a:lnTo>
                  <a:pt x="8444" y="2993"/>
                </a:lnTo>
                <a:lnTo>
                  <a:pt x="7972" y="3466"/>
                </a:lnTo>
                <a:lnTo>
                  <a:pt x="7751" y="3214"/>
                </a:lnTo>
                <a:cubicBezTo>
                  <a:pt x="7562" y="3025"/>
                  <a:pt x="7279" y="2899"/>
                  <a:pt x="6995" y="2899"/>
                </a:cubicBezTo>
                <a:cubicBezTo>
                  <a:pt x="6711" y="2899"/>
                  <a:pt x="6459" y="3025"/>
                  <a:pt x="6239" y="3214"/>
                </a:cubicBezTo>
                <a:cubicBezTo>
                  <a:pt x="5861" y="3623"/>
                  <a:pt x="5861" y="4285"/>
                  <a:pt x="6239" y="4663"/>
                </a:cubicBezTo>
                <a:lnTo>
                  <a:pt x="6491" y="4915"/>
                </a:lnTo>
                <a:lnTo>
                  <a:pt x="6018" y="5388"/>
                </a:lnTo>
                <a:lnTo>
                  <a:pt x="5262" y="4631"/>
                </a:lnTo>
                <a:cubicBezTo>
                  <a:pt x="5199" y="4568"/>
                  <a:pt x="5113" y="4537"/>
                  <a:pt x="5026" y="4537"/>
                </a:cubicBezTo>
                <a:cubicBezTo>
                  <a:pt x="4939" y="4537"/>
                  <a:pt x="4853" y="4568"/>
                  <a:pt x="4790" y="4631"/>
                </a:cubicBezTo>
                <a:lnTo>
                  <a:pt x="4317" y="5104"/>
                </a:lnTo>
                <a:cubicBezTo>
                  <a:pt x="4254" y="5167"/>
                  <a:pt x="4167" y="5198"/>
                  <a:pt x="4081" y="5198"/>
                </a:cubicBezTo>
                <a:cubicBezTo>
                  <a:pt x="3994" y="5198"/>
                  <a:pt x="3907" y="5167"/>
                  <a:pt x="3844" y="5104"/>
                </a:cubicBezTo>
                <a:cubicBezTo>
                  <a:pt x="3718" y="4978"/>
                  <a:pt x="3718" y="4757"/>
                  <a:pt x="3844" y="4631"/>
                </a:cubicBezTo>
                <a:lnTo>
                  <a:pt x="4317" y="4159"/>
                </a:lnTo>
                <a:cubicBezTo>
                  <a:pt x="4443" y="4033"/>
                  <a:pt x="4443" y="3812"/>
                  <a:pt x="4317" y="3686"/>
                </a:cubicBezTo>
                <a:lnTo>
                  <a:pt x="3624" y="2993"/>
                </a:lnTo>
                <a:lnTo>
                  <a:pt x="5766" y="788"/>
                </a:lnTo>
                <a:cubicBezTo>
                  <a:pt x="5829" y="725"/>
                  <a:pt x="5916" y="693"/>
                  <a:pt x="6003" y="693"/>
                </a:cubicBezTo>
                <a:close/>
                <a:moveTo>
                  <a:pt x="3088" y="3466"/>
                </a:moveTo>
                <a:lnTo>
                  <a:pt x="3561" y="3938"/>
                </a:lnTo>
                <a:lnTo>
                  <a:pt x="3340" y="4159"/>
                </a:lnTo>
                <a:cubicBezTo>
                  <a:pt x="2931" y="4568"/>
                  <a:pt x="2931" y="5230"/>
                  <a:pt x="3340" y="5608"/>
                </a:cubicBezTo>
                <a:cubicBezTo>
                  <a:pt x="3529" y="5813"/>
                  <a:pt x="3797" y="5915"/>
                  <a:pt x="4065" y="5915"/>
                </a:cubicBezTo>
                <a:cubicBezTo>
                  <a:pt x="4333" y="5915"/>
                  <a:pt x="4601" y="5813"/>
                  <a:pt x="4790" y="5608"/>
                </a:cubicBezTo>
                <a:lnTo>
                  <a:pt x="5042" y="5388"/>
                </a:lnTo>
                <a:lnTo>
                  <a:pt x="5514" y="5860"/>
                </a:lnTo>
                <a:lnTo>
                  <a:pt x="4758" y="6616"/>
                </a:lnTo>
                <a:cubicBezTo>
                  <a:pt x="4632" y="6711"/>
                  <a:pt x="4632" y="6963"/>
                  <a:pt x="4758" y="7089"/>
                </a:cubicBezTo>
                <a:lnTo>
                  <a:pt x="5231" y="7561"/>
                </a:lnTo>
                <a:cubicBezTo>
                  <a:pt x="5357" y="7656"/>
                  <a:pt x="5357" y="7908"/>
                  <a:pt x="5231" y="8002"/>
                </a:cubicBezTo>
                <a:cubicBezTo>
                  <a:pt x="5168" y="8065"/>
                  <a:pt x="5081" y="8097"/>
                  <a:pt x="4994" y="8097"/>
                </a:cubicBezTo>
                <a:cubicBezTo>
                  <a:pt x="4908" y="8097"/>
                  <a:pt x="4821" y="8065"/>
                  <a:pt x="4758" y="8002"/>
                </a:cubicBezTo>
                <a:lnTo>
                  <a:pt x="4286" y="7561"/>
                </a:lnTo>
                <a:cubicBezTo>
                  <a:pt x="4223" y="7498"/>
                  <a:pt x="4136" y="7467"/>
                  <a:pt x="4049" y="7467"/>
                </a:cubicBezTo>
                <a:cubicBezTo>
                  <a:pt x="3963" y="7467"/>
                  <a:pt x="3876" y="7498"/>
                  <a:pt x="3813" y="7561"/>
                </a:cubicBezTo>
                <a:lnTo>
                  <a:pt x="3088" y="8254"/>
                </a:lnTo>
                <a:lnTo>
                  <a:pt x="883" y="6049"/>
                </a:lnTo>
                <a:cubicBezTo>
                  <a:pt x="789" y="6018"/>
                  <a:pt x="789" y="5829"/>
                  <a:pt x="883" y="5671"/>
                </a:cubicBezTo>
                <a:lnTo>
                  <a:pt x="3088" y="3466"/>
                </a:lnTo>
                <a:close/>
                <a:moveTo>
                  <a:pt x="8917" y="3529"/>
                </a:moveTo>
                <a:lnTo>
                  <a:pt x="11122" y="5671"/>
                </a:lnTo>
                <a:cubicBezTo>
                  <a:pt x="11248" y="5766"/>
                  <a:pt x="11248" y="6018"/>
                  <a:pt x="11122" y="6144"/>
                </a:cubicBezTo>
                <a:lnTo>
                  <a:pt x="8917" y="8349"/>
                </a:lnTo>
                <a:lnTo>
                  <a:pt x="8444" y="7876"/>
                </a:lnTo>
                <a:lnTo>
                  <a:pt x="8696" y="7624"/>
                </a:lnTo>
                <a:cubicBezTo>
                  <a:pt x="9074" y="7246"/>
                  <a:pt x="9074" y="6553"/>
                  <a:pt x="8696" y="6175"/>
                </a:cubicBezTo>
                <a:cubicBezTo>
                  <a:pt x="8491" y="5970"/>
                  <a:pt x="8224" y="5868"/>
                  <a:pt x="7956" y="5868"/>
                </a:cubicBezTo>
                <a:cubicBezTo>
                  <a:pt x="7688" y="5868"/>
                  <a:pt x="7420" y="5970"/>
                  <a:pt x="7216" y="6175"/>
                </a:cubicBezTo>
                <a:lnTo>
                  <a:pt x="6995" y="6396"/>
                </a:lnTo>
                <a:lnTo>
                  <a:pt x="6522" y="5923"/>
                </a:lnTo>
                <a:lnTo>
                  <a:pt x="7279" y="5198"/>
                </a:lnTo>
                <a:cubicBezTo>
                  <a:pt x="7373" y="5072"/>
                  <a:pt x="7373" y="4820"/>
                  <a:pt x="7279" y="4726"/>
                </a:cubicBezTo>
                <a:lnTo>
                  <a:pt x="6806" y="4222"/>
                </a:lnTo>
                <a:cubicBezTo>
                  <a:pt x="6680" y="4127"/>
                  <a:pt x="6680" y="3875"/>
                  <a:pt x="6806" y="3749"/>
                </a:cubicBezTo>
                <a:cubicBezTo>
                  <a:pt x="6869" y="3686"/>
                  <a:pt x="6963" y="3655"/>
                  <a:pt x="7026" y="3655"/>
                </a:cubicBezTo>
                <a:cubicBezTo>
                  <a:pt x="7121" y="3655"/>
                  <a:pt x="7216" y="3686"/>
                  <a:pt x="7279" y="3749"/>
                </a:cubicBezTo>
                <a:lnTo>
                  <a:pt x="7751" y="4222"/>
                </a:lnTo>
                <a:cubicBezTo>
                  <a:pt x="7798" y="4285"/>
                  <a:pt x="7885" y="4316"/>
                  <a:pt x="7976" y="4316"/>
                </a:cubicBezTo>
                <a:cubicBezTo>
                  <a:pt x="8066" y="4316"/>
                  <a:pt x="8161" y="4285"/>
                  <a:pt x="8224" y="4222"/>
                </a:cubicBezTo>
                <a:lnTo>
                  <a:pt x="8917" y="3529"/>
                </a:lnTo>
                <a:close/>
                <a:moveTo>
                  <a:pt x="5987" y="6396"/>
                </a:moveTo>
                <a:lnTo>
                  <a:pt x="6711" y="7152"/>
                </a:lnTo>
                <a:cubicBezTo>
                  <a:pt x="6774" y="7215"/>
                  <a:pt x="6869" y="7246"/>
                  <a:pt x="6960" y="7246"/>
                </a:cubicBezTo>
                <a:cubicBezTo>
                  <a:pt x="7050" y="7246"/>
                  <a:pt x="7137" y="7215"/>
                  <a:pt x="7184" y="7152"/>
                </a:cubicBezTo>
                <a:lnTo>
                  <a:pt x="7657" y="6679"/>
                </a:lnTo>
                <a:cubicBezTo>
                  <a:pt x="7720" y="6616"/>
                  <a:pt x="7814" y="6585"/>
                  <a:pt x="7905" y="6585"/>
                </a:cubicBezTo>
                <a:cubicBezTo>
                  <a:pt x="7995" y="6585"/>
                  <a:pt x="8082" y="6616"/>
                  <a:pt x="8129" y="6679"/>
                </a:cubicBezTo>
                <a:cubicBezTo>
                  <a:pt x="8255" y="6805"/>
                  <a:pt x="8255" y="7026"/>
                  <a:pt x="8129" y="7152"/>
                </a:cubicBezTo>
                <a:lnTo>
                  <a:pt x="7657" y="7624"/>
                </a:lnTo>
                <a:cubicBezTo>
                  <a:pt x="7562" y="7750"/>
                  <a:pt x="7562" y="7971"/>
                  <a:pt x="7657" y="8097"/>
                </a:cubicBezTo>
                <a:lnTo>
                  <a:pt x="8381" y="8822"/>
                </a:lnTo>
                <a:lnTo>
                  <a:pt x="6239" y="11027"/>
                </a:lnTo>
                <a:cubicBezTo>
                  <a:pt x="6192" y="11074"/>
                  <a:pt x="6105" y="11098"/>
                  <a:pt x="6014" y="11098"/>
                </a:cubicBezTo>
                <a:cubicBezTo>
                  <a:pt x="5924" y="11098"/>
                  <a:pt x="5829" y="11074"/>
                  <a:pt x="5766" y="11027"/>
                </a:cubicBezTo>
                <a:lnTo>
                  <a:pt x="3561" y="8822"/>
                </a:lnTo>
                <a:lnTo>
                  <a:pt x="4034" y="8349"/>
                </a:lnTo>
                <a:lnTo>
                  <a:pt x="4286" y="8570"/>
                </a:lnTo>
                <a:cubicBezTo>
                  <a:pt x="4475" y="8774"/>
                  <a:pt x="4742" y="8877"/>
                  <a:pt x="5010" y="8877"/>
                </a:cubicBezTo>
                <a:cubicBezTo>
                  <a:pt x="5278" y="8877"/>
                  <a:pt x="5546" y="8774"/>
                  <a:pt x="5735" y="8570"/>
                </a:cubicBezTo>
                <a:cubicBezTo>
                  <a:pt x="6144" y="8191"/>
                  <a:pt x="6144" y="7498"/>
                  <a:pt x="5735" y="7120"/>
                </a:cubicBezTo>
                <a:lnTo>
                  <a:pt x="5514" y="6868"/>
                </a:lnTo>
                <a:lnTo>
                  <a:pt x="5987" y="6396"/>
                </a:lnTo>
                <a:close/>
                <a:moveTo>
                  <a:pt x="5999" y="0"/>
                </a:moveTo>
                <a:cubicBezTo>
                  <a:pt x="5735" y="0"/>
                  <a:pt x="5467" y="95"/>
                  <a:pt x="5262" y="284"/>
                </a:cubicBezTo>
                <a:lnTo>
                  <a:pt x="379" y="5167"/>
                </a:lnTo>
                <a:cubicBezTo>
                  <a:pt x="1" y="5577"/>
                  <a:pt x="1" y="6238"/>
                  <a:pt x="379" y="6648"/>
                </a:cubicBezTo>
                <a:lnTo>
                  <a:pt x="5262" y="11531"/>
                </a:lnTo>
                <a:cubicBezTo>
                  <a:pt x="5467" y="11720"/>
                  <a:pt x="5735" y="11814"/>
                  <a:pt x="5999" y="11814"/>
                </a:cubicBezTo>
                <a:cubicBezTo>
                  <a:pt x="6262" y="11814"/>
                  <a:pt x="6522" y="11720"/>
                  <a:pt x="6711" y="11531"/>
                </a:cubicBezTo>
                <a:lnTo>
                  <a:pt x="11595" y="6648"/>
                </a:lnTo>
                <a:cubicBezTo>
                  <a:pt x="12004" y="6238"/>
                  <a:pt x="12004" y="5577"/>
                  <a:pt x="11595" y="5167"/>
                </a:cubicBezTo>
                <a:lnTo>
                  <a:pt x="6711" y="284"/>
                </a:lnTo>
                <a:cubicBezTo>
                  <a:pt x="6522" y="95"/>
                  <a:pt x="6262" y="0"/>
                  <a:pt x="599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object 6"/>
          <p:cNvSpPr txBox="1">
            <a:spLocks/>
          </p:cNvSpPr>
          <p:nvPr/>
        </p:nvSpPr>
        <p:spPr>
          <a:xfrm>
            <a:off x="12773093" y="7809419"/>
            <a:ext cx="500514" cy="190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>
              <a:lnSpc>
                <a:spcPts val="1330"/>
              </a:lnSpc>
            </a:pPr>
            <a:r>
              <a:rPr lang="fr-FR" spc="-25" dirty="0" smtClean="0"/>
              <a:t>09</a:t>
            </a:r>
            <a:endParaRPr lang="fr-FR" spc="-25" dirty="0"/>
          </a:p>
        </p:txBody>
      </p:sp>
    </p:spTree>
    <p:extLst>
      <p:ext uri="{BB962C8B-B14F-4D97-AF65-F5344CB8AC3E}">
        <p14:creationId xmlns:p14="http://schemas.microsoft.com/office/powerpoint/2010/main" val="13985322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08;p38"/>
          <p:cNvSpPr txBox="1">
            <a:spLocks noGrp="1"/>
          </p:cNvSpPr>
          <p:nvPr>
            <p:ph type="title"/>
          </p:nvPr>
        </p:nvSpPr>
        <p:spPr>
          <a:xfrm>
            <a:off x="836578" y="1823409"/>
            <a:ext cx="7821039" cy="10530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Générale</a:t>
            </a:r>
            <a:endParaRPr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Google Shape;278;p35"/>
          <p:cNvSpPr txBox="1">
            <a:spLocks/>
          </p:cNvSpPr>
          <p:nvPr/>
        </p:nvSpPr>
        <p:spPr>
          <a:xfrm>
            <a:off x="1652517" y="894558"/>
            <a:ext cx="1381328" cy="130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6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 lang="en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Google Shape;279;p35"/>
          <p:cNvCxnSpPr/>
          <p:nvPr/>
        </p:nvCxnSpPr>
        <p:spPr>
          <a:xfrm flipV="1">
            <a:off x="1652517" y="2876435"/>
            <a:ext cx="5487585" cy="49431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" name="Google Shape;782;p59"/>
          <p:cNvPicPr preferRelativeResize="0"/>
          <p:nvPr/>
        </p:nvPicPr>
        <p:blipFill rotWithShape="1">
          <a:blip r:embed="rId2">
            <a:alphaModFix/>
          </a:blip>
          <a:srcRect t="9256" b="9256"/>
          <a:stretch/>
        </p:blipFill>
        <p:spPr>
          <a:xfrm>
            <a:off x="5680953" y="2953552"/>
            <a:ext cx="8054502" cy="528398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object 6"/>
          <p:cNvSpPr txBox="1">
            <a:spLocks/>
          </p:cNvSpPr>
          <p:nvPr/>
        </p:nvSpPr>
        <p:spPr>
          <a:xfrm>
            <a:off x="12889824" y="7809419"/>
            <a:ext cx="500514" cy="1903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223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100">
              <a:lnSpc>
                <a:spcPts val="1330"/>
              </a:lnSpc>
            </a:pPr>
            <a:r>
              <a:rPr lang="fr-FR" spc="-25" dirty="0" smtClean="0"/>
              <a:t>10</a:t>
            </a:r>
            <a:endParaRPr lang="fr-FR" spc="-25" dirty="0"/>
          </a:p>
        </p:txBody>
      </p:sp>
    </p:spTree>
    <p:extLst>
      <p:ext uri="{BB962C8B-B14F-4D97-AF65-F5344CB8AC3E}">
        <p14:creationId xmlns:p14="http://schemas.microsoft.com/office/powerpoint/2010/main" val="1365548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8"/>
          <p:cNvSpPr txBox="1">
            <a:spLocks noGrp="1"/>
          </p:cNvSpPr>
          <p:nvPr>
            <p:ph type="title"/>
          </p:nvPr>
        </p:nvSpPr>
        <p:spPr>
          <a:xfrm>
            <a:off x="962228" y="1054006"/>
            <a:ext cx="5282654" cy="68009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Générale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Oval 19">
            <a:extLst>
              <a:ext uri="{FF2B5EF4-FFF2-40B4-BE49-F238E27FC236}">
                <a16:creationId xmlns:a16="http://schemas.microsoft.com/office/drawing/2014/main" id="{15F9E255-61F9-4DFF-8290-1A613DA1B5BB}"/>
              </a:ext>
            </a:extLst>
          </p:cNvPr>
          <p:cNvSpPr/>
          <p:nvPr/>
        </p:nvSpPr>
        <p:spPr>
          <a:xfrm>
            <a:off x="1572625" y="6769355"/>
            <a:ext cx="3766861" cy="239629"/>
          </a:xfrm>
          <a:prstGeom prst="ellipse">
            <a:avLst/>
          </a:prstGeom>
          <a:solidFill>
            <a:schemeClr val="tx2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6" name="Group 40">
            <a:extLst>
              <a:ext uri="{FF2B5EF4-FFF2-40B4-BE49-F238E27FC236}">
                <a16:creationId xmlns:a16="http://schemas.microsoft.com/office/drawing/2014/main" id="{591D7154-7104-477A-A267-29B7F59277CF}"/>
              </a:ext>
            </a:extLst>
          </p:cNvPr>
          <p:cNvGrpSpPr/>
          <p:nvPr/>
        </p:nvGrpSpPr>
        <p:grpSpPr>
          <a:xfrm>
            <a:off x="1690962" y="3255188"/>
            <a:ext cx="3359467" cy="4325468"/>
            <a:chOff x="2050732" y="1266266"/>
            <a:chExt cx="3359467" cy="4325468"/>
          </a:xfrm>
        </p:grpSpPr>
        <p:grpSp>
          <p:nvGrpSpPr>
            <p:cNvPr id="27" name="Group 14">
              <a:extLst>
                <a:ext uri="{FF2B5EF4-FFF2-40B4-BE49-F238E27FC236}">
                  <a16:creationId xmlns:a16="http://schemas.microsoft.com/office/drawing/2014/main" id="{48B83C53-B05F-482A-82A1-BE0464743B39}"/>
                </a:ext>
              </a:extLst>
            </p:cNvPr>
            <p:cNvGrpSpPr/>
            <p:nvPr/>
          </p:nvGrpSpPr>
          <p:grpSpPr>
            <a:xfrm>
              <a:off x="2050732" y="1266266"/>
              <a:ext cx="3359467" cy="4325468"/>
              <a:chOff x="5230813" y="2312988"/>
              <a:chExt cx="1733550" cy="2232025"/>
            </a:xfrm>
          </p:grpSpPr>
          <p:sp>
            <p:nvSpPr>
              <p:cNvPr id="35" name="Freeform 6">
                <a:extLst>
                  <a:ext uri="{FF2B5EF4-FFF2-40B4-BE49-F238E27FC236}">
                    <a16:creationId xmlns:a16="http://schemas.microsoft.com/office/drawing/2014/main" id="{9BA7F78A-5B92-4949-8F8C-8ECC299BC8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43513" y="4191001"/>
                <a:ext cx="41275" cy="60325"/>
              </a:xfrm>
              <a:custGeom>
                <a:avLst/>
                <a:gdLst>
                  <a:gd name="T0" fmla="*/ 0 w 13"/>
                  <a:gd name="T1" fmla="*/ 3 h 19"/>
                  <a:gd name="T2" fmla="*/ 4 w 13"/>
                  <a:gd name="T3" fmla="*/ 0 h 19"/>
                  <a:gd name="T4" fmla="*/ 10 w 13"/>
                  <a:gd name="T5" fmla="*/ 5 h 19"/>
                  <a:gd name="T6" fmla="*/ 5 w 13"/>
                  <a:gd name="T7" fmla="*/ 18 h 19"/>
                  <a:gd name="T8" fmla="*/ 0 w 13"/>
                  <a:gd name="T9" fmla="*/ 15 h 19"/>
                  <a:gd name="T10" fmla="*/ 0 w 13"/>
                  <a:gd name="T11" fmla="*/ 3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3" h="19">
                    <a:moveTo>
                      <a:pt x="0" y="3"/>
                    </a:moveTo>
                    <a:cubicBezTo>
                      <a:pt x="2" y="2"/>
                      <a:pt x="3" y="1"/>
                      <a:pt x="4" y="0"/>
                    </a:cubicBezTo>
                    <a:cubicBezTo>
                      <a:pt x="6" y="2"/>
                      <a:pt x="8" y="3"/>
                      <a:pt x="10" y="5"/>
                    </a:cubicBezTo>
                    <a:cubicBezTo>
                      <a:pt x="13" y="10"/>
                      <a:pt x="11" y="17"/>
                      <a:pt x="5" y="18"/>
                    </a:cubicBezTo>
                    <a:cubicBezTo>
                      <a:pt x="4" y="19"/>
                      <a:pt x="2" y="17"/>
                      <a:pt x="0" y="15"/>
                    </a:cubicBezTo>
                    <a:cubicBezTo>
                      <a:pt x="7" y="11"/>
                      <a:pt x="5" y="7"/>
                      <a:pt x="0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" name="Freeform 7">
                <a:extLst>
                  <a:ext uri="{FF2B5EF4-FFF2-40B4-BE49-F238E27FC236}">
                    <a16:creationId xmlns:a16="http://schemas.microsoft.com/office/drawing/2014/main" id="{F5C40D60-8578-40FF-BE1E-194917DCCA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75426" y="2944813"/>
                <a:ext cx="28575" cy="34925"/>
              </a:xfrm>
              <a:custGeom>
                <a:avLst/>
                <a:gdLst>
                  <a:gd name="T0" fmla="*/ 0 w 9"/>
                  <a:gd name="T1" fmla="*/ 10 h 11"/>
                  <a:gd name="T2" fmla="*/ 2 w 9"/>
                  <a:gd name="T3" fmla="*/ 1 h 11"/>
                  <a:gd name="T4" fmla="*/ 8 w 9"/>
                  <a:gd name="T5" fmla="*/ 1 h 11"/>
                  <a:gd name="T6" fmla="*/ 9 w 9"/>
                  <a:gd name="T7" fmla="*/ 3 h 11"/>
                  <a:gd name="T8" fmla="*/ 8 w 9"/>
                  <a:gd name="T9" fmla="*/ 4 h 11"/>
                  <a:gd name="T10" fmla="*/ 2 w 9"/>
                  <a:gd name="T11" fmla="*/ 11 h 11"/>
                  <a:gd name="T12" fmla="*/ 0 w 9"/>
                  <a:gd name="T13" fmla="*/ 1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9" h="11">
                    <a:moveTo>
                      <a:pt x="0" y="10"/>
                    </a:moveTo>
                    <a:cubicBezTo>
                      <a:pt x="1" y="7"/>
                      <a:pt x="1" y="4"/>
                      <a:pt x="2" y="1"/>
                    </a:cubicBezTo>
                    <a:cubicBezTo>
                      <a:pt x="2" y="0"/>
                      <a:pt x="6" y="1"/>
                      <a:pt x="8" y="1"/>
                    </a:cubicBezTo>
                    <a:cubicBezTo>
                      <a:pt x="9" y="1"/>
                      <a:pt x="9" y="2"/>
                      <a:pt x="9" y="3"/>
                    </a:cubicBezTo>
                    <a:cubicBezTo>
                      <a:pt x="9" y="3"/>
                      <a:pt x="8" y="4"/>
                      <a:pt x="8" y="4"/>
                    </a:cubicBezTo>
                    <a:cubicBezTo>
                      <a:pt x="3" y="3"/>
                      <a:pt x="2" y="7"/>
                      <a:pt x="2" y="11"/>
                    </a:cubicBezTo>
                    <a:cubicBezTo>
                      <a:pt x="1" y="11"/>
                      <a:pt x="1" y="10"/>
                      <a:pt x="0" y="1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7" name="Freeform 8">
                <a:extLst>
                  <a:ext uri="{FF2B5EF4-FFF2-40B4-BE49-F238E27FC236}">
                    <a16:creationId xmlns:a16="http://schemas.microsoft.com/office/drawing/2014/main" id="{C390EA27-1FE2-4756-A3F0-21C98E0E46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07101" y="3649663"/>
                <a:ext cx="622300" cy="611188"/>
              </a:xfrm>
              <a:custGeom>
                <a:avLst/>
                <a:gdLst>
                  <a:gd name="T0" fmla="*/ 145 w 195"/>
                  <a:gd name="T1" fmla="*/ 111 h 192"/>
                  <a:gd name="T2" fmla="*/ 109 w 195"/>
                  <a:gd name="T3" fmla="*/ 179 h 192"/>
                  <a:gd name="T4" fmla="*/ 82 w 195"/>
                  <a:gd name="T5" fmla="*/ 183 h 192"/>
                  <a:gd name="T6" fmla="*/ 7 w 195"/>
                  <a:gd name="T7" fmla="*/ 107 h 192"/>
                  <a:gd name="T8" fmla="*/ 6 w 195"/>
                  <a:gd name="T9" fmla="*/ 84 h 192"/>
                  <a:gd name="T10" fmla="*/ 30 w 195"/>
                  <a:gd name="T11" fmla="*/ 85 h 192"/>
                  <a:gd name="T12" fmla="*/ 87 w 195"/>
                  <a:gd name="T13" fmla="*/ 142 h 192"/>
                  <a:gd name="T14" fmla="*/ 91 w 195"/>
                  <a:gd name="T15" fmla="*/ 146 h 192"/>
                  <a:gd name="T16" fmla="*/ 102 w 195"/>
                  <a:gd name="T17" fmla="*/ 124 h 192"/>
                  <a:gd name="T18" fmla="*/ 148 w 195"/>
                  <a:gd name="T19" fmla="*/ 39 h 192"/>
                  <a:gd name="T20" fmla="*/ 163 w 195"/>
                  <a:gd name="T21" fmla="*/ 11 h 192"/>
                  <a:gd name="T22" fmla="*/ 185 w 195"/>
                  <a:gd name="T23" fmla="*/ 3 h 192"/>
                  <a:gd name="T24" fmla="*/ 191 w 195"/>
                  <a:gd name="T25" fmla="*/ 26 h 192"/>
                  <a:gd name="T26" fmla="*/ 162 w 195"/>
                  <a:gd name="T27" fmla="*/ 79 h 192"/>
                  <a:gd name="T28" fmla="*/ 145 w 195"/>
                  <a:gd name="T29" fmla="*/ 111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95" h="192">
                    <a:moveTo>
                      <a:pt x="145" y="111"/>
                    </a:moveTo>
                    <a:cubicBezTo>
                      <a:pt x="133" y="134"/>
                      <a:pt x="121" y="157"/>
                      <a:pt x="109" y="179"/>
                    </a:cubicBezTo>
                    <a:cubicBezTo>
                      <a:pt x="103" y="190"/>
                      <a:pt x="91" y="192"/>
                      <a:pt x="82" y="183"/>
                    </a:cubicBezTo>
                    <a:cubicBezTo>
                      <a:pt x="57" y="158"/>
                      <a:pt x="32" y="132"/>
                      <a:pt x="7" y="107"/>
                    </a:cubicBezTo>
                    <a:cubicBezTo>
                      <a:pt x="0" y="100"/>
                      <a:pt x="1" y="89"/>
                      <a:pt x="6" y="84"/>
                    </a:cubicBezTo>
                    <a:cubicBezTo>
                      <a:pt x="13" y="77"/>
                      <a:pt x="23" y="78"/>
                      <a:pt x="30" y="85"/>
                    </a:cubicBezTo>
                    <a:cubicBezTo>
                      <a:pt x="49" y="104"/>
                      <a:pt x="68" y="123"/>
                      <a:pt x="87" y="142"/>
                    </a:cubicBezTo>
                    <a:cubicBezTo>
                      <a:pt x="88" y="143"/>
                      <a:pt x="89" y="144"/>
                      <a:pt x="91" y="146"/>
                    </a:cubicBezTo>
                    <a:cubicBezTo>
                      <a:pt x="95" y="138"/>
                      <a:pt x="98" y="131"/>
                      <a:pt x="102" y="124"/>
                    </a:cubicBezTo>
                    <a:cubicBezTo>
                      <a:pt x="117" y="96"/>
                      <a:pt x="132" y="68"/>
                      <a:pt x="148" y="39"/>
                    </a:cubicBezTo>
                    <a:cubicBezTo>
                      <a:pt x="153" y="30"/>
                      <a:pt x="158" y="20"/>
                      <a:pt x="163" y="11"/>
                    </a:cubicBezTo>
                    <a:cubicBezTo>
                      <a:pt x="168" y="1"/>
                      <a:pt x="178" y="0"/>
                      <a:pt x="185" y="3"/>
                    </a:cubicBezTo>
                    <a:cubicBezTo>
                      <a:pt x="193" y="7"/>
                      <a:pt x="195" y="18"/>
                      <a:pt x="191" y="26"/>
                    </a:cubicBezTo>
                    <a:cubicBezTo>
                      <a:pt x="182" y="44"/>
                      <a:pt x="172" y="62"/>
                      <a:pt x="162" y="79"/>
                    </a:cubicBezTo>
                    <a:cubicBezTo>
                      <a:pt x="161" y="82"/>
                      <a:pt x="149" y="105"/>
                      <a:pt x="145" y="111"/>
                    </a:cubicBezTo>
                    <a:close/>
                  </a:path>
                </a:pathLst>
              </a:custGeom>
              <a:solidFill>
                <a:srgbClr val="00B05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" name="Freeform 9">
                <a:extLst>
                  <a:ext uri="{FF2B5EF4-FFF2-40B4-BE49-F238E27FC236}">
                    <a16:creationId xmlns:a16="http://schemas.microsoft.com/office/drawing/2014/main" id="{9AEF8173-5C3F-4A95-AFA5-151718BC368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230813" y="2312988"/>
                <a:ext cx="1733550" cy="2232025"/>
              </a:xfrm>
              <a:custGeom>
                <a:avLst/>
                <a:gdLst>
                  <a:gd name="T0" fmla="*/ 519 w 543"/>
                  <a:gd name="T1" fmla="*/ 420 h 700"/>
                  <a:gd name="T2" fmla="*/ 452 w 543"/>
                  <a:gd name="T3" fmla="*/ 344 h 700"/>
                  <a:gd name="T4" fmla="*/ 451 w 543"/>
                  <a:gd name="T5" fmla="*/ 131 h 700"/>
                  <a:gd name="T6" fmla="*/ 353 w 543"/>
                  <a:gd name="T7" fmla="*/ 120 h 700"/>
                  <a:gd name="T8" fmla="*/ 350 w 543"/>
                  <a:gd name="T9" fmla="*/ 120 h 700"/>
                  <a:gd name="T10" fmla="*/ 347 w 543"/>
                  <a:gd name="T11" fmla="*/ 93 h 700"/>
                  <a:gd name="T12" fmla="*/ 309 w 543"/>
                  <a:gd name="T13" fmla="*/ 76 h 700"/>
                  <a:gd name="T14" fmla="*/ 273 w 543"/>
                  <a:gd name="T15" fmla="*/ 18 h 700"/>
                  <a:gd name="T16" fmla="*/ 261 w 543"/>
                  <a:gd name="T17" fmla="*/ 10 h 700"/>
                  <a:gd name="T18" fmla="*/ 234 w 543"/>
                  <a:gd name="T19" fmla="*/ 2 h 700"/>
                  <a:gd name="T20" fmla="*/ 231 w 543"/>
                  <a:gd name="T21" fmla="*/ 2 h 700"/>
                  <a:gd name="T22" fmla="*/ 150 w 543"/>
                  <a:gd name="T23" fmla="*/ 69 h 700"/>
                  <a:gd name="T24" fmla="*/ 123 w 543"/>
                  <a:gd name="T25" fmla="*/ 75 h 700"/>
                  <a:gd name="T26" fmla="*/ 105 w 543"/>
                  <a:gd name="T27" fmla="*/ 114 h 700"/>
                  <a:gd name="T28" fmla="*/ 18 w 543"/>
                  <a:gd name="T29" fmla="*/ 120 h 700"/>
                  <a:gd name="T30" fmla="*/ 0 w 543"/>
                  <a:gd name="T31" fmla="*/ 371 h 700"/>
                  <a:gd name="T32" fmla="*/ 0 w 543"/>
                  <a:gd name="T33" fmla="*/ 606 h 700"/>
                  <a:gd name="T34" fmla="*/ 0 w 543"/>
                  <a:gd name="T35" fmla="*/ 607 h 700"/>
                  <a:gd name="T36" fmla="*/ 19 w 543"/>
                  <a:gd name="T37" fmla="*/ 621 h 700"/>
                  <a:gd name="T38" fmla="*/ 206 w 543"/>
                  <a:gd name="T39" fmla="*/ 625 h 700"/>
                  <a:gd name="T40" fmla="*/ 321 w 543"/>
                  <a:gd name="T41" fmla="*/ 695 h 700"/>
                  <a:gd name="T42" fmla="*/ 478 w 543"/>
                  <a:gd name="T43" fmla="*/ 651 h 700"/>
                  <a:gd name="T44" fmla="*/ 538 w 543"/>
                  <a:gd name="T45" fmla="*/ 473 h 700"/>
                  <a:gd name="T46" fmla="*/ 215 w 543"/>
                  <a:gd name="T47" fmla="*/ 35 h 700"/>
                  <a:gd name="T48" fmla="*/ 255 w 543"/>
                  <a:gd name="T49" fmla="*/ 45 h 700"/>
                  <a:gd name="T50" fmla="*/ 261 w 543"/>
                  <a:gd name="T51" fmla="*/ 51 h 700"/>
                  <a:gd name="T52" fmla="*/ 271 w 543"/>
                  <a:gd name="T53" fmla="*/ 76 h 700"/>
                  <a:gd name="T54" fmla="*/ 181 w 543"/>
                  <a:gd name="T55" fmla="*/ 75 h 700"/>
                  <a:gd name="T56" fmla="*/ 137 w 543"/>
                  <a:gd name="T57" fmla="*/ 107 h 700"/>
                  <a:gd name="T58" fmla="*/ 309 w 543"/>
                  <a:gd name="T59" fmla="*/ 108 h 700"/>
                  <a:gd name="T60" fmla="*/ 315 w 543"/>
                  <a:gd name="T61" fmla="*/ 160 h 700"/>
                  <a:gd name="T62" fmla="*/ 261 w 543"/>
                  <a:gd name="T63" fmla="*/ 166 h 700"/>
                  <a:gd name="T64" fmla="*/ 136 w 543"/>
                  <a:gd name="T65" fmla="*/ 160 h 700"/>
                  <a:gd name="T66" fmla="*/ 183 w 543"/>
                  <a:gd name="T67" fmla="*/ 588 h 700"/>
                  <a:gd name="T68" fmla="*/ 32 w 543"/>
                  <a:gd name="T69" fmla="*/ 290 h 700"/>
                  <a:gd name="T70" fmla="*/ 38 w 543"/>
                  <a:gd name="T71" fmla="*/ 152 h 700"/>
                  <a:gd name="T72" fmla="*/ 105 w 543"/>
                  <a:gd name="T73" fmla="*/ 158 h 700"/>
                  <a:gd name="T74" fmla="*/ 123 w 543"/>
                  <a:gd name="T75" fmla="*/ 197 h 700"/>
                  <a:gd name="T76" fmla="*/ 329 w 543"/>
                  <a:gd name="T77" fmla="*/ 197 h 700"/>
                  <a:gd name="T78" fmla="*/ 347 w 543"/>
                  <a:gd name="T79" fmla="*/ 158 h 700"/>
                  <a:gd name="T80" fmla="*/ 382 w 543"/>
                  <a:gd name="T81" fmla="*/ 152 h 700"/>
                  <a:gd name="T82" fmla="*/ 420 w 543"/>
                  <a:gd name="T83" fmla="*/ 157 h 700"/>
                  <a:gd name="T84" fmla="*/ 420 w 543"/>
                  <a:gd name="T85" fmla="*/ 327 h 700"/>
                  <a:gd name="T86" fmla="*/ 404 w 543"/>
                  <a:gd name="T87" fmla="*/ 329 h 700"/>
                  <a:gd name="T88" fmla="*/ 276 w 543"/>
                  <a:gd name="T89" fmla="*/ 339 h 700"/>
                  <a:gd name="T90" fmla="*/ 175 w 543"/>
                  <a:gd name="T91" fmla="*/ 452 h 700"/>
                  <a:gd name="T92" fmla="*/ 507 w 543"/>
                  <a:gd name="T93" fmla="*/ 536 h 700"/>
                  <a:gd name="T94" fmla="*/ 391 w 543"/>
                  <a:gd name="T95" fmla="*/ 661 h 700"/>
                  <a:gd name="T96" fmla="*/ 282 w 543"/>
                  <a:gd name="T97" fmla="*/ 648 h 700"/>
                  <a:gd name="T98" fmla="*/ 211 w 543"/>
                  <a:gd name="T99" fmla="*/ 572 h 700"/>
                  <a:gd name="T100" fmla="*/ 278 w 543"/>
                  <a:gd name="T101" fmla="*/ 374 h 700"/>
                  <a:gd name="T102" fmla="*/ 481 w 543"/>
                  <a:gd name="T103" fmla="*/ 421 h 700"/>
                  <a:gd name="T104" fmla="*/ 507 w 543"/>
                  <a:gd name="T105" fmla="*/ 536 h 7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543" h="700">
                    <a:moveTo>
                      <a:pt x="538" y="473"/>
                    </a:moveTo>
                    <a:cubicBezTo>
                      <a:pt x="534" y="454"/>
                      <a:pt x="528" y="437"/>
                      <a:pt x="519" y="420"/>
                    </a:cubicBezTo>
                    <a:cubicBezTo>
                      <a:pt x="504" y="393"/>
                      <a:pt x="483" y="370"/>
                      <a:pt x="457" y="353"/>
                    </a:cubicBezTo>
                    <a:cubicBezTo>
                      <a:pt x="453" y="351"/>
                      <a:pt x="452" y="348"/>
                      <a:pt x="452" y="344"/>
                    </a:cubicBezTo>
                    <a:cubicBezTo>
                      <a:pt x="452" y="276"/>
                      <a:pt x="452" y="208"/>
                      <a:pt x="452" y="140"/>
                    </a:cubicBezTo>
                    <a:cubicBezTo>
                      <a:pt x="452" y="137"/>
                      <a:pt x="452" y="134"/>
                      <a:pt x="451" y="131"/>
                    </a:cubicBezTo>
                    <a:cubicBezTo>
                      <a:pt x="448" y="123"/>
                      <a:pt x="442" y="120"/>
                      <a:pt x="434" y="120"/>
                    </a:cubicBezTo>
                    <a:cubicBezTo>
                      <a:pt x="407" y="120"/>
                      <a:pt x="380" y="120"/>
                      <a:pt x="353" y="120"/>
                    </a:cubicBezTo>
                    <a:cubicBezTo>
                      <a:pt x="352" y="120"/>
                      <a:pt x="351" y="120"/>
                      <a:pt x="350" y="120"/>
                    </a:cubicBezTo>
                    <a:cubicBezTo>
                      <a:pt x="350" y="120"/>
                      <a:pt x="350" y="120"/>
                      <a:pt x="350" y="120"/>
                    </a:cubicBezTo>
                    <a:cubicBezTo>
                      <a:pt x="347" y="120"/>
                      <a:pt x="347" y="119"/>
                      <a:pt x="347" y="114"/>
                    </a:cubicBezTo>
                    <a:cubicBezTo>
                      <a:pt x="347" y="107"/>
                      <a:pt x="347" y="100"/>
                      <a:pt x="347" y="93"/>
                    </a:cubicBezTo>
                    <a:cubicBezTo>
                      <a:pt x="347" y="81"/>
                      <a:pt x="341" y="76"/>
                      <a:pt x="329" y="76"/>
                    </a:cubicBezTo>
                    <a:cubicBezTo>
                      <a:pt x="322" y="75"/>
                      <a:pt x="316" y="75"/>
                      <a:pt x="309" y="76"/>
                    </a:cubicBezTo>
                    <a:cubicBezTo>
                      <a:pt x="304" y="76"/>
                      <a:pt x="303" y="74"/>
                      <a:pt x="302" y="69"/>
                    </a:cubicBezTo>
                    <a:cubicBezTo>
                      <a:pt x="300" y="48"/>
                      <a:pt x="290" y="31"/>
                      <a:pt x="273" y="18"/>
                    </a:cubicBezTo>
                    <a:cubicBezTo>
                      <a:pt x="269" y="15"/>
                      <a:pt x="265" y="13"/>
                      <a:pt x="261" y="10"/>
                    </a:cubicBezTo>
                    <a:cubicBezTo>
                      <a:pt x="261" y="10"/>
                      <a:pt x="261" y="10"/>
                      <a:pt x="261" y="10"/>
                    </a:cubicBezTo>
                    <a:cubicBezTo>
                      <a:pt x="259" y="9"/>
                      <a:pt x="257" y="8"/>
                      <a:pt x="255" y="8"/>
                    </a:cubicBezTo>
                    <a:cubicBezTo>
                      <a:pt x="249" y="5"/>
                      <a:pt x="242" y="3"/>
                      <a:pt x="234" y="2"/>
                    </a:cubicBezTo>
                    <a:cubicBezTo>
                      <a:pt x="233" y="2"/>
                      <a:pt x="232" y="2"/>
                      <a:pt x="231" y="2"/>
                    </a:cubicBezTo>
                    <a:cubicBezTo>
                      <a:pt x="231" y="2"/>
                      <a:pt x="231" y="2"/>
                      <a:pt x="231" y="2"/>
                    </a:cubicBezTo>
                    <a:cubicBezTo>
                      <a:pt x="212" y="0"/>
                      <a:pt x="194" y="6"/>
                      <a:pt x="179" y="18"/>
                    </a:cubicBezTo>
                    <a:cubicBezTo>
                      <a:pt x="162" y="31"/>
                      <a:pt x="152" y="48"/>
                      <a:pt x="150" y="69"/>
                    </a:cubicBezTo>
                    <a:cubicBezTo>
                      <a:pt x="149" y="74"/>
                      <a:pt x="148" y="76"/>
                      <a:pt x="143" y="75"/>
                    </a:cubicBezTo>
                    <a:cubicBezTo>
                      <a:pt x="136" y="75"/>
                      <a:pt x="129" y="75"/>
                      <a:pt x="123" y="75"/>
                    </a:cubicBezTo>
                    <a:cubicBezTo>
                      <a:pt x="111" y="75"/>
                      <a:pt x="105" y="81"/>
                      <a:pt x="105" y="93"/>
                    </a:cubicBezTo>
                    <a:cubicBezTo>
                      <a:pt x="105" y="100"/>
                      <a:pt x="105" y="107"/>
                      <a:pt x="105" y="114"/>
                    </a:cubicBezTo>
                    <a:cubicBezTo>
                      <a:pt x="105" y="120"/>
                      <a:pt x="105" y="120"/>
                      <a:pt x="98" y="120"/>
                    </a:cubicBezTo>
                    <a:cubicBezTo>
                      <a:pt x="72" y="120"/>
                      <a:pt x="45" y="121"/>
                      <a:pt x="18" y="120"/>
                    </a:cubicBezTo>
                    <a:cubicBezTo>
                      <a:pt x="7" y="120"/>
                      <a:pt x="0" y="127"/>
                      <a:pt x="0" y="139"/>
                    </a:cubicBezTo>
                    <a:cubicBezTo>
                      <a:pt x="0" y="216"/>
                      <a:pt x="0" y="293"/>
                      <a:pt x="0" y="371"/>
                    </a:cubicBezTo>
                    <a:cubicBezTo>
                      <a:pt x="0" y="448"/>
                      <a:pt x="0" y="526"/>
                      <a:pt x="0" y="603"/>
                    </a:cubicBezTo>
                    <a:cubicBezTo>
                      <a:pt x="0" y="604"/>
                      <a:pt x="0" y="605"/>
                      <a:pt x="0" y="606"/>
                    </a:cubicBezTo>
                    <a:cubicBezTo>
                      <a:pt x="0" y="607"/>
                      <a:pt x="0" y="607"/>
                      <a:pt x="0" y="607"/>
                    </a:cubicBezTo>
                    <a:cubicBezTo>
                      <a:pt x="0" y="607"/>
                      <a:pt x="0" y="607"/>
                      <a:pt x="0" y="607"/>
                    </a:cubicBezTo>
                    <a:cubicBezTo>
                      <a:pt x="1" y="609"/>
                      <a:pt x="1" y="610"/>
                      <a:pt x="1" y="611"/>
                    </a:cubicBezTo>
                    <a:cubicBezTo>
                      <a:pt x="4" y="619"/>
                      <a:pt x="11" y="621"/>
                      <a:pt x="19" y="621"/>
                    </a:cubicBezTo>
                    <a:cubicBezTo>
                      <a:pt x="78" y="621"/>
                      <a:pt x="138" y="621"/>
                      <a:pt x="197" y="621"/>
                    </a:cubicBezTo>
                    <a:cubicBezTo>
                      <a:pt x="201" y="621"/>
                      <a:pt x="203" y="622"/>
                      <a:pt x="206" y="625"/>
                    </a:cubicBezTo>
                    <a:cubicBezTo>
                      <a:pt x="216" y="636"/>
                      <a:pt x="226" y="647"/>
                      <a:pt x="237" y="657"/>
                    </a:cubicBezTo>
                    <a:cubicBezTo>
                      <a:pt x="261" y="677"/>
                      <a:pt x="290" y="689"/>
                      <a:pt x="321" y="695"/>
                    </a:cubicBezTo>
                    <a:cubicBezTo>
                      <a:pt x="350" y="700"/>
                      <a:pt x="378" y="698"/>
                      <a:pt x="406" y="690"/>
                    </a:cubicBezTo>
                    <a:cubicBezTo>
                      <a:pt x="433" y="682"/>
                      <a:pt x="457" y="669"/>
                      <a:pt x="478" y="651"/>
                    </a:cubicBezTo>
                    <a:cubicBezTo>
                      <a:pt x="511" y="621"/>
                      <a:pt x="532" y="584"/>
                      <a:pt x="539" y="540"/>
                    </a:cubicBezTo>
                    <a:cubicBezTo>
                      <a:pt x="543" y="518"/>
                      <a:pt x="542" y="495"/>
                      <a:pt x="538" y="473"/>
                    </a:cubicBezTo>
                    <a:close/>
                    <a:moveTo>
                      <a:pt x="197" y="44"/>
                    </a:moveTo>
                    <a:cubicBezTo>
                      <a:pt x="202" y="40"/>
                      <a:pt x="209" y="36"/>
                      <a:pt x="215" y="35"/>
                    </a:cubicBezTo>
                    <a:cubicBezTo>
                      <a:pt x="215" y="35"/>
                      <a:pt x="215" y="35"/>
                      <a:pt x="215" y="35"/>
                    </a:cubicBezTo>
                    <a:cubicBezTo>
                      <a:pt x="229" y="32"/>
                      <a:pt x="244" y="35"/>
                      <a:pt x="255" y="45"/>
                    </a:cubicBezTo>
                    <a:cubicBezTo>
                      <a:pt x="257" y="46"/>
                      <a:pt x="259" y="48"/>
                      <a:pt x="261" y="50"/>
                    </a:cubicBezTo>
                    <a:cubicBezTo>
                      <a:pt x="261" y="50"/>
                      <a:pt x="261" y="51"/>
                      <a:pt x="261" y="51"/>
                    </a:cubicBezTo>
                    <a:cubicBezTo>
                      <a:pt x="261" y="51"/>
                      <a:pt x="261" y="51"/>
                      <a:pt x="261" y="51"/>
                    </a:cubicBezTo>
                    <a:cubicBezTo>
                      <a:pt x="267" y="57"/>
                      <a:pt x="270" y="65"/>
                      <a:pt x="271" y="76"/>
                    </a:cubicBezTo>
                    <a:cubicBezTo>
                      <a:pt x="268" y="76"/>
                      <a:pt x="212" y="75"/>
                      <a:pt x="188" y="75"/>
                    </a:cubicBezTo>
                    <a:cubicBezTo>
                      <a:pt x="186" y="75"/>
                      <a:pt x="184" y="75"/>
                      <a:pt x="181" y="75"/>
                    </a:cubicBezTo>
                    <a:cubicBezTo>
                      <a:pt x="182" y="62"/>
                      <a:pt x="188" y="52"/>
                      <a:pt x="197" y="44"/>
                    </a:cubicBezTo>
                    <a:close/>
                    <a:moveTo>
                      <a:pt x="137" y="107"/>
                    </a:moveTo>
                    <a:cubicBezTo>
                      <a:pt x="139" y="107"/>
                      <a:pt x="141" y="107"/>
                      <a:pt x="142" y="107"/>
                    </a:cubicBezTo>
                    <a:cubicBezTo>
                      <a:pt x="167" y="107"/>
                      <a:pt x="278" y="108"/>
                      <a:pt x="309" y="108"/>
                    </a:cubicBezTo>
                    <a:cubicBezTo>
                      <a:pt x="311" y="108"/>
                      <a:pt x="313" y="108"/>
                      <a:pt x="315" y="108"/>
                    </a:cubicBezTo>
                    <a:cubicBezTo>
                      <a:pt x="315" y="110"/>
                      <a:pt x="315" y="145"/>
                      <a:pt x="315" y="160"/>
                    </a:cubicBezTo>
                    <a:cubicBezTo>
                      <a:pt x="315" y="165"/>
                      <a:pt x="314" y="166"/>
                      <a:pt x="310" y="166"/>
                    </a:cubicBezTo>
                    <a:cubicBezTo>
                      <a:pt x="293" y="166"/>
                      <a:pt x="261" y="166"/>
                      <a:pt x="261" y="166"/>
                    </a:cubicBezTo>
                    <a:cubicBezTo>
                      <a:pt x="221" y="165"/>
                      <a:pt x="182" y="165"/>
                      <a:pt x="142" y="166"/>
                    </a:cubicBezTo>
                    <a:cubicBezTo>
                      <a:pt x="138" y="166"/>
                      <a:pt x="136" y="165"/>
                      <a:pt x="136" y="160"/>
                    </a:cubicBezTo>
                    <a:cubicBezTo>
                      <a:pt x="137" y="144"/>
                      <a:pt x="137" y="123"/>
                      <a:pt x="137" y="107"/>
                    </a:cubicBezTo>
                    <a:close/>
                    <a:moveTo>
                      <a:pt x="183" y="588"/>
                    </a:moveTo>
                    <a:cubicBezTo>
                      <a:pt x="159" y="589"/>
                      <a:pt x="31" y="587"/>
                      <a:pt x="31" y="587"/>
                    </a:cubicBezTo>
                    <a:cubicBezTo>
                      <a:pt x="31" y="587"/>
                      <a:pt x="32" y="374"/>
                      <a:pt x="32" y="290"/>
                    </a:cubicBezTo>
                    <a:cubicBezTo>
                      <a:pt x="32" y="246"/>
                      <a:pt x="32" y="202"/>
                      <a:pt x="32" y="158"/>
                    </a:cubicBezTo>
                    <a:cubicBezTo>
                      <a:pt x="32" y="154"/>
                      <a:pt x="33" y="152"/>
                      <a:pt x="38" y="152"/>
                    </a:cubicBezTo>
                    <a:cubicBezTo>
                      <a:pt x="58" y="152"/>
                      <a:pt x="79" y="152"/>
                      <a:pt x="99" y="152"/>
                    </a:cubicBezTo>
                    <a:cubicBezTo>
                      <a:pt x="104" y="152"/>
                      <a:pt x="105" y="154"/>
                      <a:pt x="105" y="158"/>
                    </a:cubicBezTo>
                    <a:cubicBezTo>
                      <a:pt x="105" y="165"/>
                      <a:pt x="105" y="173"/>
                      <a:pt x="105" y="180"/>
                    </a:cubicBezTo>
                    <a:cubicBezTo>
                      <a:pt x="105" y="190"/>
                      <a:pt x="113" y="197"/>
                      <a:pt x="123" y="197"/>
                    </a:cubicBezTo>
                    <a:cubicBezTo>
                      <a:pt x="154" y="197"/>
                      <a:pt x="184" y="197"/>
                      <a:pt x="215" y="197"/>
                    </a:cubicBezTo>
                    <a:cubicBezTo>
                      <a:pt x="215" y="197"/>
                      <a:pt x="291" y="197"/>
                      <a:pt x="329" y="197"/>
                    </a:cubicBezTo>
                    <a:cubicBezTo>
                      <a:pt x="339" y="197"/>
                      <a:pt x="347" y="191"/>
                      <a:pt x="347" y="180"/>
                    </a:cubicBezTo>
                    <a:cubicBezTo>
                      <a:pt x="347" y="173"/>
                      <a:pt x="347" y="165"/>
                      <a:pt x="347" y="158"/>
                    </a:cubicBezTo>
                    <a:cubicBezTo>
                      <a:pt x="347" y="154"/>
                      <a:pt x="348" y="152"/>
                      <a:pt x="352" y="152"/>
                    </a:cubicBezTo>
                    <a:cubicBezTo>
                      <a:pt x="362" y="152"/>
                      <a:pt x="382" y="152"/>
                      <a:pt x="382" y="152"/>
                    </a:cubicBezTo>
                    <a:cubicBezTo>
                      <a:pt x="393" y="152"/>
                      <a:pt x="404" y="152"/>
                      <a:pt x="416" y="152"/>
                    </a:cubicBezTo>
                    <a:cubicBezTo>
                      <a:pt x="419" y="152"/>
                      <a:pt x="420" y="153"/>
                      <a:pt x="420" y="157"/>
                    </a:cubicBezTo>
                    <a:cubicBezTo>
                      <a:pt x="420" y="168"/>
                      <a:pt x="420" y="179"/>
                      <a:pt x="420" y="190"/>
                    </a:cubicBezTo>
                    <a:cubicBezTo>
                      <a:pt x="420" y="235"/>
                      <a:pt x="420" y="281"/>
                      <a:pt x="420" y="327"/>
                    </a:cubicBezTo>
                    <a:cubicBezTo>
                      <a:pt x="420" y="329"/>
                      <a:pt x="420" y="331"/>
                      <a:pt x="420" y="334"/>
                    </a:cubicBezTo>
                    <a:cubicBezTo>
                      <a:pt x="414" y="332"/>
                      <a:pt x="409" y="331"/>
                      <a:pt x="404" y="329"/>
                    </a:cubicBezTo>
                    <a:cubicBezTo>
                      <a:pt x="378" y="321"/>
                      <a:pt x="351" y="321"/>
                      <a:pt x="324" y="324"/>
                    </a:cubicBezTo>
                    <a:cubicBezTo>
                      <a:pt x="308" y="327"/>
                      <a:pt x="292" y="332"/>
                      <a:pt x="276" y="339"/>
                    </a:cubicBezTo>
                    <a:cubicBezTo>
                      <a:pt x="275" y="339"/>
                      <a:pt x="261" y="346"/>
                      <a:pt x="261" y="346"/>
                    </a:cubicBezTo>
                    <a:cubicBezTo>
                      <a:pt x="220" y="371"/>
                      <a:pt x="190" y="406"/>
                      <a:pt x="175" y="452"/>
                    </a:cubicBezTo>
                    <a:cubicBezTo>
                      <a:pt x="160" y="498"/>
                      <a:pt x="164" y="544"/>
                      <a:pt x="183" y="588"/>
                    </a:cubicBezTo>
                    <a:close/>
                    <a:moveTo>
                      <a:pt x="507" y="536"/>
                    </a:moveTo>
                    <a:cubicBezTo>
                      <a:pt x="501" y="572"/>
                      <a:pt x="484" y="603"/>
                      <a:pt x="456" y="627"/>
                    </a:cubicBezTo>
                    <a:cubicBezTo>
                      <a:pt x="437" y="644"/>
                      <a:pt x="415" y="655"/>
                      <a:pt x="391" y="661"/>
                    </a:cubicBezTo>
                    <a:cubicBezTo>
                      <a:pt x="376" y="665"/>
                      <a:pt x="361" y="666"/>
                      <a:pt x="346" y="666"/>
                    </a:cubicBezTo>
                    <a:cubicBezTo>
                      <a:pt x="324" y="665"/>
                      <a:pt x="302" y="659"/>
                      <a:pt x="282" y="648"/>
                    </a:cubicBezTo>
                    <a:cubicBezTo>
                      <a:pt x="280" y="647"/>
                      <a:pt x="270" y="641"/>
                      <a:pt x="268" y="640"/>
                    </a:cubicBezTo>
                    <a:cubicBezTo>
                      <a:pt x="242" y="623"/>
                      <a:pt x="224" y="600"/>
                      <a:pt x="211" y="572"/>
                    </a:cubicBezTo>
                    <a:cubicBezTo>
                      <a:pt x="198" y="544"/>
                      <a:pt x="195" y="514"/>
                      <a:pt x="200" y="484"/>
                    </a:cubicBezTo>
                    <a:cubicBezTo>
                      <a:pt x="209" y="435"/>
                      <a:pt x="235" y="398"/>
                      <a:pt x="278" y="374"/>
                    </a:cubicBezTo>
                    <a:cubicBezTo>
                      <a:pt x="304" y="359"/>
                      <a:pt x="331" y="352"/>
                      <a:pt x="360" y="354"/>
                    </a:cubicBezTo>
                    <a:cubicBezTo>
                      <a:pt x="411" y="357"/>
                      <a:pt x="452" y="379"/>
                      <a:pt x="481" y="421"/>
                    </a:cubicBezTo>
                    <a:cubicBezTo>
                      <a:pt x="493" y="437"/>
                      <a:pt x="501" y="455"/>
                      <a:pt x="506" y="475"/>
                    </a:cubicBezTo>
                    <a:cubicBezTo>
                      <a:pt x="510" y="495"/>
                      <a:pt x="511" y="515"/>
                      <a:pt x="507" y="536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28" name="Straight Connector 2">
              <a:extLst>
                <a:ext uri="{FF2B5EF4-FFF2-40B4-BE49-F238E27FC236}">
                  <a16:creationId xmlns:a16="http://schemas.microsoft.com/office/drawing/2014/main" id="{055FD339-6624-469D-9E75-56140C89AEE5}"/>
                </a:ext>
              </a:extLst>
            </p:cNvPr>
            <p:cNvCxnSpPr/>
            <p:nvPr/>
          </p:nvCxnSpPr>
          <p:spPr>
            <a:xfrm>
              <a:off x="2489200" y="2743200"/>
              <a:ext cx="185928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1">
              <a:extLst>
                <a:ext uri="{FF2B5EF4-FFF2-40B4-BE49-F238E27FC236}">
                  <a16:creationId xmlns:a16="http://schemas.microsoft.com/office/drawing/2014/main" id="{8612B0EC-E1FC-452C-8A5D-8A96934ACE96}"/>
                </a:ext>
              </a:extLst>
            </p:cNvPr>
            <p:cNvCxnSpPr/>
            <p:nvPr/>
          </p:nvCxnSpPr>
          <p:spPr>
            <a:xfrm>
              <a:off x="2489200" y="3063240"/>
              <a:ext cx="185928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2">
              <a:extLst>
                <a:ext uri="{FF2B5EF4-FFF2-40B4-BE49-F238E27FC236}">
                  <a16:creationId xmlns:a16="http://schemas.microsoft.com/office/drawing/2014/main" id="{E1043069-413C-49D4-8B80-40AF0EAE5EE9}"/>
                </a:ext>
              </a:extLst>
            </p:cNvPr>
            <p:cNvCxnSpPr>
              <a:cxnSpLocks/>
            </p:cNvCxnSpPr>
            <p:nvPr/>
          </p:nvCxnSpPr>
          <p:spPr>
            <a:xfrm>
              <a:off x="2489200" y="3383280"/>
              <a:ext cx="85344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27">
              <a:extLst>
                <a:ext uri="{FF2B5EF4-FFF2-40B4-BE49-F238E27FC236}">
                  <a16:creationId xmlns:a16="http://schemas.microsoft.com/office/drawing/2014/main" id="{397EB301-14C4-4DFE-B42B-473BC0BCD6F9}"/>
                </a:ext>
              </a:extLst>
            </p:cNvPr>
            <p:cNvCxnSpPr>
              <a:cxnSpLocks/>
            </p:cNvCxnSpPr>
            <p:nvPr/>
          </p:nvCxnSpPr>
          <p:spPr>
            <a:xfrm>
              <a:off x="2489200" y="3693160"/>
              <a:ext cx="63500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28">
              <a:extLst>
                <a:ext uri="{FF2B5EF4-FFF2-40B4-BE49-F238E27FC236}">
                  <a16:creationId xmlns:a16="http://schemas.microsoft.com/office/drawing/2014/main" id="{FBC917EB-9D8B-4B59-A3AC-3DB6C8C02DE6}"/>
                </a:ext>
              </a:extLst>
            </p:cNvPr>
            <p:cNvCxnSpPr>
              <a:cxnSpLocks/>
            </p:cNvCxnSpPr>
            <p:nvPr/>
          </p:nvCxnSpPr>
          <p:spPr>
            <a:xfrm>
              <a:off x="2489200" y="4013200"/>
              <a:ext cx="47752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29">
              <a:extLst>
                <a:ext uri="{FF2B5EF4-FFF2-40B4-BE49-F238E27FC236}">
                  <a16:creationId xmlns:a16="http://schemas.microsoft.com/office/drawing/2014/main" id="{7521A0EA-AC72-4870-82E3-4972FC968A8C}"/>
                </a:ext>
              </a:extLst>
            </p:cNvPr>
            <p:cNvCxnSpPr>
              <a:cxnSpLocks/>
            </p:cNvCxnSpPr>
            <p:nvPr/>
          </p:nvCxnSpPr>
          <p:spPr>
            <a:xfrm>
              <a:off x="2489200" y="4333240"/>
              <a:ext cx="42672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9">
              <a:extLst>
                <a:ext uri="{FF2B5EF4-FFF2-40B4-BE49-F238E27FC236}">
                  <a16:creationId xmlns:a16="http://schemas.microsoft.com/office/drawing/2014/main" id="{F8334326-78D0-4D4C-A570-C3A654DA6E92}"/>
                </a:ext>
              </a:extLst>
            </p:cNvPr>
            <p:cNvCxnSpPr>
              <a:cxnSpLocks/>
            </p:cNvCxnSpPr>
            <p:nvPr/>
          </p:nvCxnSpPr>
          <p:spPr>
            <a:xfrm>
              <a:off x="2489200" y="4638040"/>
              <a:ext cx="42672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e 17"/>
          <p:cNvGrpSpPr/>
          <p:nvPr/>
        </p:nvGrpSpPr>
        <p:grpSpPr>
          <a:xfrm>
            <a:off x="6661218" y="4100922"/>
            <a:ext cx="6898787" cy="2355401"/>
            <a:chOff x="6659231" y="2918398"/>
            <a:chExt cx="6898787" cy="2355401"/>
          </a:xfrm>
        </p:grpSpPr>
        <p:grpSp>
          <p:nvGrpSpPr>
            <p:cNvPr id="39" name="Group 1">
              <a:extLst>
                <a:ext uri="{FF2B5EF4-FFF2-40B4-BE49-F238E27FC236}">
                  <a16:creationId xmlns:a16="http://schemas.microsoft.com/office/drawing/2014/main" id="{CC228256-7909-4687-AC06-DF201365974E}"/>
                </a:ext>
              </a:extLst>
            </p:cNvPr>
            <p:cNvGrpSpPr/>
            <p:nvPr/>
          </p:nvGrpSpPr>
          <p:grpSpPr>
            <a:xfrm>
              <a:off x="6659231" y="2918398"/>
              <a:ext cx="660464" cy="657690"/>
              <a:chOff x="6493081" y="1739759"/>
              <a:chExt cx="660464" cy="657690"/>
            </a:xfrm>
          </p:grpSpPr>
          <p:sp>
            <p:nvSpPr>
              <p:cNvPr id="40" name="Oval 20">
                <a:extLst>
                  <a:ext uri="{FF2B5EF4-FFF2-40B4-BE49-F238E27FC236}">
                    <a16:creationId xmlns:a16="http://schemas.microsoft.com/office/drawing/2014/main" id="{D9CB84BB-85E0-45B1-9A9A-18FFA2F491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93081" y="1739759"/>
                <a:ext cx="660464" cy="65769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1" name="Rectangle: Rounded Corners 23">
                <a:extLst>
                  <a:ext uri="{FF2B5EF4-FFF2-40B4-BE49-F238E27FC236}">
                    <a16:creationId xmlns:a16="http://schemas.microsoft.com/office/drawing/2014/main" id="{2D5550FD-F773-422B-89AE-F3B73C2D6D9B}"/>
                  </a:ext>
                </a:extLst>
              </p:cNvPr>
              <p:cNvSpPr/>
              <p:nvPr/>
            </p:nvSpPr>
            <p:spPr>
              <a:xfrm rot="2700000">
                <a:off x="6651394" y="2069258"/>
                <a:ext cx="205179" cy="95403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2" name="Rectangle: Rounded Corners 24">
                <a:extLst>
                  <a:ext uri="{FF2B5EF4-FFF2-40B4-BE49-F238E27FC236}">
                    <a16:creationId xmlns:a16="http://schemas.microsoft.com/office/drawing/2014/main" id="{8623F86D-02ED-41FE-B82A-AF77216F4306}"/>
                  </a:ext>
                </a:extLst>
              </p:cNvPr>
              <p:cNvSpPr/>
              <p:nvPr/>
            </p:nvSpPr>
            <p:spPr>
              <a:xfrm rot="8100000">
                <a:off x="6714042" y="2021725"/>
                <a:ext cx="339627" cy="95402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3" name="TextBox 25">
              <a:extLst>
                <a:ext uri="{FF2B5EF4-FFF2-40B4-BE49-F238E27FC236}">
                  <a16:creationId xmlns:a16="http://schemas.microsoft.com/office/drawing/2014/main" id="{A4FAA62A-B5B9-49CF-B2F5-E9C5369268D9}"/>
                </a:ext>
              </a:extLst>
            </p:cNvPr>
            <p:cNvSpPr txBox="1"/>
            <p:nvPr/>
          </p:nvSpPr>
          <p:spPr>
            <a:xfrm>
              <a:off x="7346326" y="3432269"/>
              <a:ext cx="6211692" cy="18415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lvl="1">
                <a:lnSpc>
                  <a:spcPct val="107000"/>
                </a:lnSpc>
                <a:spcAft>
                  <a:spcPts val="800"/>
                </a:spcAft>
                <a:buSzPts val="1000"/>
                <a:tabLst>
                  <a:tab pos="914400" algn="l"/>
                </a:tabLst>
              </a:pPr>
              <a:r>
                <a:rPr lang="fr-FR" sz="2000" dirty="0" smtClean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Connaissances sur</a:t>
              </a:r>
              <a:r>
                <a:rPr lang="fr-FR" sz="2000" b="1" dirty="0" smtClean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Laravel</a:t>
              </a:r>
              <a:r>
                <a:rPr lang="fr-FR" sz="2000" dirty="0" smtClean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et développement de mes compétences en language </a:t>
              </a:r>
              <a:r>
                <a:rPr lang="fr-FR" sz="2000" b="1" dirty="0" smtClean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SQL</a:t>
              </a:r>
              <a:r>
                <a:rPr lang="fr-FR" sz="2000" dirty="0" smtClean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fr-FR" sz="20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pour la gestion de bases de </a:t>
              </a:r>
              <a:r>
                <a:rPr lang="fr-FR" sz="2000" dirty="0" smtClean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données.</a:t>
              </a:r>
            </a:p>
            <a:p>
              <a:pPr marL="457200" lvl="1">
                <a:lnSpc>
                  <a:spcPct val="107000"/>
                </a:lnSpc>
                <a:spcAft>
                  <a:spcPts val="800"/>
                </a:spcAft>
                <a:buSzPts val="1000"/>
                <a:tabLst>
                  <a:tab pos="914400" algn="l"/>
                </a:tabLst>
              </a:pPr>
              <a:r>
                <a:rPr lang="fr-FR" sz="2000" dirty="0" smtClean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Amélioration </a:t>
              </a:r>
              <a:r>
                <a:rPr lang="fr-FR" sz="20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des compétences en </a:t>
              </a:r>
              <a:r>
                <a:rPr lang="fr-FR" sz="2000" b="1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gestion de projet</a:t>
              </a:r>
              <a:r>
                <a:rPr lang="fr-FR" sz="20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et en </a:t>
              </a:r>
              <a:r>
                <a:rPr lang="fr-FR" sz="2000" b="1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collaboration d’équipe</a:t>
              </a:r>
              <a:r>
                <a:rPr lang="fr-FR" sz="20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52" name="TextBox 42">
              <a:extLst>
                <a:ext uri="{FF2B5EF4-FFF2-40B4-BE49-F238E27FC236}">
                  <a16:creationId xmlns:a16="http://schemas.microsoft.com/office/drawing/2014/main" id="{26A3202A-290F-40F8-B2BF-8600143622AC}"/>
                </a:ext>
              </a:extLst>
            </p:cNvPr>
            <p:cNvSpPr txBox="1"/>
            <p:nvPr/>
          </p:nvSpPr>
          <p:spPr>
            <a:xfrm>
              <a:off x="7440780" y="3029048"/>
              <a:ext cx="277701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fr-FR" sz="2000" b="1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Apports professionnels </a:t>
              </a:r>
              <a:endParaRPr lang="fr-FR" sz="18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2" name="Groupe 21"/>
          <p:cNvGrpSpPr/>
          <p:nvPr/>
        </p:nvGrpSpPr>
        <p:grpSpPr>
          <a:xfrm>
            <a:off x="6659231" y="6416844"/>
            <a:ext cx="6900774" cy="1696446"/>
            <a:chOff x="6663982" y="4659430"/>
            <a:chExt cx="6900774" cy="1696446"/>
          </a:xfrm>
        </p:grpSpPr>
        <p:sp>
          <p:nvSpPr>
            <p:cNvPr id="53" name="TextBox 45">
              <a:extLst>
                <a:ext uri="{FF2B5EF4-FFF2-40B4-BE49-F238E27FC236}">
                  <a16:creationId xmlns:a16="http://schemas.microsoft.com/office/drawing/2014/main" id="{21469279-16FD-4A80-99DF-6C485353C880}"/>
                </a:ext>
              </a:extLst>
            </p:cNvPr>
            <p:cNvSpPr txBox="1"/>
            <p:nvPr/>
          </p:nvSpPr>
          <p:spPr>
            <a:xfrm>
              <a:off x="7500956" y="5195237"/>
              <a:ext cx="6063800" cy="11606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lvl="1">
                <a:lnSpc>
                  <a:spcPct val="107000"/>
                </a:lnSpc>
                <a:spcAft>
                  <a:spcPts val="800"/>
                </a:spcAft>
                <a:buSzPts val="1000"/>
                <a:tabLst>
                  <a:tab pos="914400" algn="l"/>
                </a:tabLst>
              </a:pPr>
              <a:r>
                <a:rPr lang="fr-FR" sz="20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Meilleure capacité à résoudre des problèmes techniques sous pression.</a:t>
              </a:r>
            </a:p>
            <a:p>
              <a:pPr marL="457200" lvl="1">
                <a:lnSpc>
                  <a:spcPct val="107000"/>
                </a:lnSpc>
                <a:spcAft>
                  <a:spcPts val="800"/>
                </a:spcAft>
                <a:buSzPts val="1000"/>
                <a:tabLst>
                  <a:tab pos="914400" algn="l"/>
                </a:tabLst>
              </a:pPr>
              <a:r>
                <a:rPr lang="fr-FR" sz="20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Développement de l'autonomie et gestion du temps</a:t>
              </a:r>
              <a:r>
                <a:rPr lang="fr-FR" sz="2000" dirty="0" smtClean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fr-FR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1" name="Groupe 20"/>
            <p:cNvGrpSpPr/>
            <p:nvPr/>
          </p:nvGrpSpPr>
          <p:grpSpPr>
            <a:xfrm>
              <a:off x="6663982" y="4659430"/>
              <a:ext cx="3613992" cy="657690"/>
              <a:chOff x="6663982" y="4659430"/>
              <a:chExt cx="3613992" cy="657690"/>
            </a:xfrm>
          </p:grpSpPr>
          <p:grpSp>
            <p:nvGrpSpPr>
              <p:cNvPr id="44" name="Group 31">
                <a:extLst>
                  <a:ext uri="{FF2B5EF4-FFF2-40B4-BE49-F238E27FC236}">
                    <a16:creationId xmlns:a16="http://schemas.microsoft.com/office/drawing/2014/main" id="{BBEF0DB3-6780-4955-A9AC-6120553D0EBB}"/>
                  </a:ext>
                </a:extLst>
              </p:cNvPr>
              <p:cNvGrpSpPr/>
              <p:nvPr/>
            </p:nvGrpSpPr>
            <p:grpSpPr>
              <a:xfrm>
                <a:off x="6663982" y="4659430"/>
                <a:ext cx="660464" cy="657690"/>
                <a:chOff x="6493081" y="1742364"/>
                <a:chExt cx="660464" cy="657690"/>
              </a:xfrm>
            </p:grpSpPr>
            <p:sp>
              <p:nvSpPr>
                <p:cNvPr id="45" name="Oval 32">
                  <a:extLst>
                    <a:ext uri="{FF2B5EF4-FFF2-40B4-BE49-F238E27FC236}">
                      <a16:creationId xmlns:a16="http://schemas.microsoft.com/office/drawing/2014/main" id="{A639C86F-9695-43F9-8BD0-4B42851158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493081" y="1742364"/>
                  <a:ext cx="660464" cy="657690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6" name="Rectangle: Rounded Corners 33">
                  <a:extLst>
                    <a:ext uri="{FF2B5EF4-FFF2-40B4-BE49-F238E27FC236}">
                      <a16:creationId xmlns:a16="http://schemas.microsoft.com/office/drawing/2014/main" id="{FE094DD3-28C7-482C-9462-3CE4CA9B21E7}"/>
                    </a:ext>
                  </a:extLst>
                </p:cNvPr>
                <p:cNvSpPr/>
                <p:nvPr/>
              </p:nvSpPr>
              <p:spPr>
                <a:xfrm rot="2700000">
                  <a:off x="6651394" y="2069258"/>
                  <a:ext cx="205179" cy="95403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7" name="Rectangle: Rounded Corners 34">
                  <a:extLst>
                    <a:ext uri="{FF2B5EF4-FFF2-40B4-BE49-F238E27FC236}">
                      <a16:creationId xmlns:a16="http://schemas.microsoft.com/office/drawing/2014/main" id="{6F4769D5-0590-45A9-AA94-4ABE3AF85D9C}"/>
                    </a:ext>
                  </a:extLst>
                </p:cNvPr>
                <p:cNvSpPr/>
                <p:nvPr/>
              </p:nvSpPr>
              <p:spPr>
                <a:xfrm rot="8100000">
                  <a:off x="6714042" y="2021725"/>
                  <a:ext cx="339627" cy="95402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54" name="TextBox 46">
                <a:extLst>
                  <a:ext uri="{FF2B5EF4-FFF2-40B4-BE49-F238E27FC236}">
                    <a16:creationId xmlns:a16="http://schemas.microsoft.com/office/drawing/2014/main" id="{7E72EB65-9A2A-42FC-AA18-CF1D2DEFF4C6}"/>
                  </a:ext>
                </a:extLst>
              </p:cNvPr>
              <p:cNvSpPr txBox="1"/>
              <p:nvPr/>
            </p:nvSpPr>
            <p:spPr>
              <a:xfrm>
                <a:off x="7500956" y="4782065"/>
                <a:ext cx="277701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fr-FR" sz="2000" b="1" dirty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Apports personnels </a:t>
                </a:r>
                <a:r>
                  <a:rPr lang="fr-FR" sz="2000" b="1" dirty="0" smtClean="0"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fr-FR" sz="18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3" name="Groupe 22"/>
          <p:cNvGrpSpPr/>
          <p:nvPr/>
        </p:nvGrpSpPr>
        <p:grpSpPr>
          <a:xfrm>
            <a:off x="6659231" y="2273916"/>
            <a:ext cx="7956882" cy="1933583"/>
            <a:chOff x="6685862" y="6406960"/>
            <a:chExt cx="7098906" cy="2117334"/>
          </a:xfrm>
        </p:grpSpPr>
        <p:grpSp>
          <p:nvGrpSpPr>
            <p:cNvPr id="48" name="Group 35">
              <a:extLst>
                <a:ext uri="{FF2B5EF4-FFF2-40B4-BE49-F238E27FC236}">
                  <a16:creationId xmlns:a16="http://schemas.microsoft.com/office/drawing/2014/main" id="{8AB3D930-A7D4-4663-A05F-C9537F60E040}"/>
                </a:ext>
              </a:extLst>
            </p:cNvPr>
            <p:cNvGrpSpPr/>
            <p:nvPr/>
          </p:nvGrpSpPr>
          <p:grpSpPr>
            <a:xfrm>
              <a:off x="6685862" y="6406960"/>
              <a:ext cx="660464" cy="657690"/>
              <a:chOff x="6493081" y="1742364"/>
              <a:chExt cx="660464" cy="657690"/>
            </a:xfrm>
          </p:grpSpPr>
          <p:sp>
            <p:nvSpPr>
              <p:cNvPr id="49" name="Oval 36">
                <a:extLst>
                  <a:ext uri="{FF2B5EF4-FFF2-40B4-BE49-F238E27FC236}">
                    <a16:creationId xmlns:a16="http://schemas.microsoft.com/office/drawing/2014/main" id="{381A3CC3-9084-4055-83FC-96BF2EA2F9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93081" y="1742364"/>
                <a:ext cx="660464" cy="657690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" name="Rectangle: Rounded Corners 37">
                <a:extLst>
                  <a:ext uri="{FF2B5EF4-FFF2-40B4-BE49-F238E27FC236}">
                    <a16:creationId xmlns:a16="http://schemas.microsoft.com/office/drawing/2014/main" id="{25F0C388-90EA-40B3-9ABD-D116082A68AF}"/>
                  </a:ext>
                </a:extLst>
              </p:cNvPr>
              <p:cNvSpPr/>
              <p:nvPr/>
            </p:nvSpPr>
            <p:spPr>
              <a:xfrm rot="2700000">
                <a:off x="6651394" y="2069258"/>
                <a:ext cx="205179" cy="95403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1" name="Rectangle: Rounded Corners 38">
                <a:extLst>
                  <a:ext uri="{FF2B5EF4-FFF2-40B4-BE49-F238E27FC236}">
                    <a16:creationId xmlns:a16="http://schemas.microsoft.com/office/drawing/2014/main" id="{4D574F9C-332C-40AC-9D37-30731DDBFFEC}"/>
                  </a:ext>
                </a:extLst>
              </p:cNvPr>
              <p:cNvSpPr/>
              <p:nvPr/>
            </p:nvSpPr>
            <p:spPr>
              <a:xfrm rot="8100000">
                <a:off x="6714042" y="2021725"/>
                <a:ext cx="339627" cy="95402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5" name="TextBox 47">
              <a:extLst>
                <a:ext uri="{FF2B5EF4-FFF2-40B4-BE49-F238E27FC236}">
                  <a16:creationId xmlns:a16="http://schemas.microsoft.com/office/drawing/2014/main" id="{F307854E-7A9D-4676-B80A-0FE9D0109C4E}"/>
                </a:ext>
              </a:extLst>
            </p:cNvPr>
            <p:cNvSpPr txBox="1"/>
            <p:nvPr/>
          </p:nvSpPr>
          <p:spPr>
            <a:xfrm>
              <a:off x="7500955" y="7075087"/>
              <a:ext cx="6283813" cy="14492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Réussite du projet : </a:t>
              </a:r>
              <a:r>
                <a:rPr lang="fr-FR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Les objectifs fixés ont été atteints, l'application est fonctionnelle et répond aux besoins.</a:t>
              </a:r>
            </a:p>
            <a:p>
              <a:r>
                <a:rPr lang="fr-FR" sz="20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Satisfaction personnelle : </a:t>
              </a:r>
              <a:r>
                <a:rPr lang="fr-FR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Enrichissement professionnel et acquisition de nouvelles compétences</a:t>
              </a:r>
              <a:r>
                <a:rPr lang="fr-FR" sz="2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fr-FR" sz="2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TextBox 48">
              <a:extLst>
                <a:ext uri="{FF2B5EF4-FFF2-40B4-BE49-F238E27FC236}">
                  <a16:creationId xmlns:a16="http://schemas.microsoft.com/office/drawing/2014/main" id="{E5F7063C-F4D4-4AA3-AB81-0A82327D4988}"/>
                </a:ext>
              </a:extLst>
            </p:cNvPr>
            <p:cNvSpPr txBox="1"/>
            <p:nvPr/>
          </p:nvSpPr>
          <p:spPr>
            <a:xfrm>
              <a:off x="7610551" y="6533967"/>
              <a:ext cx="303231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Bilan global </a:t>
              </a:r>
              <a:r>
                <a:rPr lang="fr-FR" sz="20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du stage :                      </a:t>
              </a:r>
              <a:endPara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7" name="Google Shape;278;p35"/>
          <p:cNvSpPr txBox="1">
            <a:spLocks/>
          </p:cNvSpPr>
          <p:nvPr/>
        </p:nvSpPr>
        <p:spPr>
          <a:xfrm>
            <a:off x="0" y="695848"/>
            <a:ext cx="1381328" cy="1307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" sz="6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  <a:endParaRPr lang="en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object 6"/>
          <p:cNvSpPr txBox="1">
            <a:spLocks/>
          </p:cNvSpPr>
          <p:nvPr/>
        </p:nvSpPr>
        <p:spPr>
          <a:xfrm>
            <a:off x="13784769" y="7838118"/>
            <a:ext cx="500514" cy="16671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0" bIns="0" rtlCol="0" anchor="b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18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ora"/>
              <a:buNone/>
              <a:defRPr sz="2400" b="1" i="0" u="none" strike="noStrike" cap="none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pPr marL="38100">
              <a:lnSpc>
                <a:spcPts val="1330"/>
              </a:lnSpc>
            </a:pPr>
            <a:r>
              <a:rPr lang="fr-FR" spc="-25" dirty="0" smtClean="0"/>
              <a:t>11</a:t>
            </a:r>
            <a:endParaRPr lang="fr-FR" spc="-25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14297" y="3222463"/>
            <a:ext cx="13815433" cy="1602455"/>
          </a:xfrm>
        </p:spPr>
        <p:txBody>
          <a:bodyPr/>
          <a:lstStyle/>
          <a:p>
            <a:r>
              <a:rPr lang="en-US" sz="7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Merci Pour </a:t>
            </a:r>
            <a:r>
              <a:rPr lang="en-US" sz="7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Votre</a:t>
            </a:r>
            <a:r>
              <a:rPr lang="en-US" sz="7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Attention </a:t>
            </a:r>
            <a:endParaRPr lang="fr-FR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560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ormal Style Case Report by Slidesgo">
  <a:themeElements>
    <a:clrScheme name="Simple Light">
      <a:dk1>
        <a:srgbClr val="292929"/>
      </a:dk1>
      <a:lt1>
        <a:srgbClr val="FFFFFF"/>
      </a:lt1>
      <a:dk2>
        <a:srgbClr val="D9D9D9"/>
      </a:dk2>
      <a:lt2>
        <a:srgbClr val="B1C9D3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9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904</TotalTime>
  <Words>640</Words>
  <Application>Microsoft Office PowerPoint</Application>
  <PresentationFormat>Personnalisé</PresentationFormat>
  <Paragraphs>109</Paragraphs>
  <Slides>15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11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7" baseType="lpstr">
      <vt:lpstr>Sora ExtraBold</vt:lpstr>
      <vt:lpstr>Open Sans</vt:lpstr>
      <vt:lpstr>Times New Roman</vt:lpstr>
      <vt:lpstr>Noto Sans</vt:lpstr>
      <vt:lpstr>Wingdings</vt:lpstr>
      <vt:lpstr>Sora</vt:lpstr>
      <vt:lpstr>Calibri</vt:lpstr>
      <vt:lpstr>Arial Black</vt:lpstr>
      <vt:lpstr>Arial</vt:lpstr>
      <vt:lpstr>Cambria</vt:lpstr>
      <vt:lpstr>Alexandria</vt:lpstr>
      <vt:lpstr>Formal Style Case Report by Slidesgo</vt:lpstr>
      <vt:lpstr>Présentation PowerPoint</vt:lpstr>
      <vt:lpstr>Présentation PowerPoint</vt:lpstr>
      <vt:lpstr>Présentation PowerPoint</vt:lpstr>
      <vt:lpstr>Introduction </vt:lpstr>
      <vt:lpstr>Introduction </vt:lpstr>
      <vt:lpstr>Présentation PowerPoint</vt:lpstr>
      <vt:lpstr>Présentation PowerPoint</vt:lpstr>
      <vt:lpstr>Taches effectuées </vt:lpstr>
      <vt:lpstr>Taches effectuées </vt:lpstr>
      <vt:lpstr>Présentation PowerPoint</vt:lpstr>
      <vt:lpstr>Présentation PowerPoint</vt:lpstr>
      <vt:lpstr>Présentation PowerPoint</vt:lpstr>
      <vt:lpstr>Conclusion Générale</vt:lpstr>
      <vt:lpstr>Conclusion Générale</vt:lpstr>
      <vt:lpstr>Merci Pour Votre Attention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Formal Style Case Report</dc:title>
  <dc:creator>LENOVO</dc:creator>
  <cp:lastModifiedBy>LENOVO</cp:lastModifiedBy>
  <cp:revision>65</cp:revision>
  <dcterms:modified xsi:type="dcterms:W3CDTF">2024-10-11T15:31:38Z</dcterms:modified>
</cp:coreProperties>
</file>